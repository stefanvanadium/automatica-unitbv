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5"/>
    <p:sldMasterId id="2147483674" r:id="rId6"/>
    <p:sldMasterId id="2147483701" r:id="rId7"/>
    <p:sldMasterId id="2147483703" r:id="rId8"/>
  </p:sldMasterIdLst>
  <p:notesMasterIdLst>
    <p:notesMasterId r:id="rId9"/>
  </p:notesMasterIdLst>
  <p:sldIdLst>
    <p:sldId id="256" r:id="rId10"/>
    <p:sldId id="257" r:id="rId11"/>
    <p:sldId id="258" r:id="rId12"/>
    <p:sldId id="259" r:id="rId13"/>
    <p:sldId id="260" r:id="rId14"/>
    <p:sldId id="261" r:id="rId15"/>
    <p:sldId id="262" r:id="rId16"/>
    <p:sldId id="263" r:id="rId17"/>
    <p:sldId id="264" r:id="rId18"/>
    <p:sldId id="265" r:id="rId19"/>
    <p:sldId id="266" r:id="rId20"/>
    <p:sldId id="267" r:id="rId21"/>
    <p:sldId id="268" r:id="rId22"/>
    <p:sldId id="269" r:id="rId23"/>
    <p:sldId id="270" r:id="rId24"/>
    <p:sldId id="271" r:id="rId25"/>
    <p:sldId id="272" r:id="rId26"/>
    <p:sldId id="273" r:id="rId27"/>
    <p:sldId id="274" r:id="rId28"/>
    <p:sldId id="275" r:id="rId29"/>
    <p:sldId id="276" r:id="rId30"/>
    <p:sldId id="277" r:id="rId31"/>
    <p:sldId id="278" r:id="rId32"/>
    <p:sldId id="279" r:id="rId33"/>
    <p:sldId id="280" r:id="rId34"/>
    <p:sldId id="281" r:id="rId35"/>
    <p:sldId id="282" r:id="rId36"/>
    <p:sldId id="283" r:id="rId37"/>
    <p:sldId id="284" r:id="rId38"/>
    <p:sldId id="285" r:id="rId39"/>
    <p:sldId id="286" r:id="rId40"/>
    <p:sldId id="287" r:id="rId41"/>
    <p:sldId id="288" r:id="rId42"/>
    <p:sldId id="289" r:id="rId43"/>
    <p:sldId id="290" r:id="rId44"/>
    <p:sldId id="291" r:id="rId45"/>
    <p:sldId id="292" r:id="rId46"/>
    <p:sldId id="293" r:id="rId47"/>
    <p:sldId id="294" r:id="rId48"/>
    <p:sldId id="295" r:id="rId49"/>
    <p:sldId id="296" r:id="rId50"/>
    <p:sldId id="297" r:id="rId51"/>
    <p:sldId id="298" r:id="rId52"/>
    <p:sldId id="299" r:id="rId53"/>
    <p:sldId id="300" r:id="rId54"/>
    <p:sldId id="301" r:id="rId55"/>
    <p:sldId id="302" r:id="rId56"/>
    <p:sldId id="303" r:id="rId57"/>
    <p:sldId id="304" r:id="rId58"/>
    <p:sldId id="305" r:id="rId59"/>
    <p:sldId id="306" r:id="rId60"/>
    <p:sldId id="307" r:id="rId61"/>
    <p:sldId id="308" r:id="rId62"/>
    <p:sldId id="309" r:id="rId63"/>
    <p:sldId id="310" r:id="rId64"/>
  </p:sldIdLst>
  <p:sldSz cy="5143500" cx="9144000"/>
  <p:notesSz cx="6858000" cy="9144000"/>
  <p:embeddedFontLs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Montserrat"/>
      <p:regular r:id="rId75"/>
      <p:bold r:id="rId76"/>
      <p:italic r:id="rId77"/>
      <p:boldItalic r:id="rId78"/>
    </p:embeddedFont>
    <p:embeddedFont>
      <p:font typeface="Arvo"/>
      <p:regular r:id="rId79"/>
      <p:bold r:id="rId80"/>
      <p:italic r:id="rId81"/>
      <p:boldItalic r:id="rId82"/>
    </p:embeddedFont>
    <p:embeddedFont>
      <p:font typeface="Proxima Nova Semibold"/>
      <p:regular r:id="rId83"/>
      <p:bold r:id="rId84"/>
      <p:boldItalic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000000"/>
          </p15:clr>
        </p15:guide>
        <p15:guide id="2" pos="2880">
          <p15:clr>
            <a:srgbClr val="000000"/>
          </p15:clr>
        </p15:guide>
      </p15:sldGuideLst>
    </p:ext>
    <p:ext uri="GoogleSlidesCustomDataVersion2">
      <go:slidesCustomData xmlns:go="http://customooxmlschemas.google.com/" r:id="rId86" roundtripDataSignature="AMtx7miHCHEYqMGzoCgqsT7dSonXMLL4dA=="/>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E5C9E6E-FBD8-435F-B784-F03CA18CD925}">
  <a:tblStyle styleId="{2E5C9E6E-FBD8-435F-B784-F03CA18CD925}"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1.xml"/><Relationship Id="rId84" Type="http://schemas.openxmlformats.org/officeDocument/2006/relationships/font" Target="fonts/ProximaNovaSemibold-bold.fntdata"/><Relationship Id="rId83" Type="http://schemas.openxmlformats.org/officeDocument/2006/relationships/font" Target="fonts/ProximaNovaSemibold-regular.fntdata"/><Relationship Id="rId42" Type="http://schemas.openxmlformats.org/officeDocument/2006/relationships/slide" Target="slides/slide33.xml"/><Relationship Id="rId86" Type="http://customschemas.google.com/relationships/presentationmetadata" Target="metadata"/><Relationship Id="rId41" Type="http://schemas.openxmlformats.org/officeDocument/2006/relationships/slide" Target="slides/slide32.xml"/><Relationship Id="rId85" Type="http://schemas.openxmlformats.org/officeDocument/2006/relationships/font" Target="fonts/ProximaNovaSemibold-boldItalic.fntdata"/><Relationship Id="rId44" Type="http://schemas.openxmlformats.org/officeDocument/2006/relationships/slide" Target="slides/slide35.xml"/><Relationship Id="rId43" Type="http://schemas.openxmlformats.org/officeDocument/2006/relationships/slide" Target="slides/slide34.xml"/><Relationship Id="rId46" Type="http://schemas.openxmlformats.org/officeDocument/2006/relationships/slide" Target="slides/slide37.xml"/><Relationship Id="rId45" Type="http://schemas.openxmlformats.org/officeDocument/2006/relationships/slide" Target="slides/slide36.xml"/><Relationship Id="rId80" Type="http://schemas.openxmlformats.org/officeDocument/2006/relationships/font" Target="fonts/Arvo-bold.fntdata"/><Relationship Id="rId82" Type="http://schemas.openxmlformats.org/officeDocument/2006/relationships/font" Target="fonts/Arvo-boldItalic.fntdata"/><Relationship Id="rId81" Type="http://schemas.openxmlformats.org/officeDocument/2006/relationships/font" Target="fonts/Arvo-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notesMaster" Target="notesMasters/notesMaster1.xml"/><Relationship Id="rId48" Type="http://schemas.openxmlformats.org/officeDocument/2006/relationships/slide" Target="slides/slide39.xml"/><Relationship Id="rId47" Type="http://schemas.openxmlformats.org/officeDocument/2006/relationships/slide" Target="slides/slide38.xml"/><Relationship Id="rId49" Type="http://schemas.openxmlformats.org/officeDocument/2006/relationships/slide" Target="slides/slide40.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slideMaster" Target="slideMasters/slideMaster4.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2.xml"/><Relationship Id="rId75" Type="http://schemas.openxmlformats.org/officeDocument/2006/relationships/font" Target="fonts/Montserrat-regular.fntdata"/><Relationship Id="rId30" Type="http://schemas.openxmlformats.org/officeDocument/2006/relationships/slide" Target="slides/slide21.xml"/><Relationship Id="rId74" Type="http://schemas.openxmlformats.org/officeDocument/2006/relationships/font" Target="fonts/AmaticSC-bold.fntdata"/><Relationship Id="rId33" Type="http://schemas.openxmlformats.org/officeDocument/2006/relationships/slide" Target="slides/slide24.xml"/><Relationship Id="rId77" Type="http://schemas.openxmlformats.org/officeDocument/2006/relationships/font" Target="fonts/Montserrat-italic.fntdata"/><Relationship Id="rId32" Type="http://schemas.openxmlformats.org/officeDocument/2006/relationships/slide" Target="slides/slide23.xml"/><Relationship Id="rId76" Type="http://schemas.openxmlformats.org/officeDocument/2006/relationships/font" Target="fonts/Montserrat-bold.fntdata"/><Relationship Id="rId35" Type="http://schemas.openxmlformats.org/officeDocument/2006/relationships/slide" Target="slides/slide26.xml"/><Relationship Id="rId79" Type="http://schemas.openxmlformats.org/officeDocument/2006/relationships/font" Target="fonts/Arvo-regular.fntdata"/><Relationship Id="rId34" Type="http://schemas.openxmlformats.org/officeDocument/2006/relationships/slide" Target="slides/slide25.xml"/><Relationship Id="rId78" Type="http://schemas.openxmlformats.org/officeDocument/2006/relationships/font" Target="fonts/Montserrat-boldItalic.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28.xml"/><Relationship Id="rId36" Type="http://schemas.openxmlformats.org/officeDocument/2006/relationships/slide" Target="slides/slide27.xml"/><Relationship Id="rId39" Type="http://schemas.openxmlformats.org/officeDocument/2006/relationships/slide" Target="slides/slide30.xml"/><Relationship Id="rId38" Type="http://schemas.openxmlformats.org/officeDocument/2006/relationships/slide" Target="slides/slide29.xml"/><Relationship Id="rId62" Type="http://schemas.openxmlformats.org/officeDocument/2006/relationships/slide" Target="slides/slide53.xml"/><Relationship Id="rId61" Type="http://schemas.openxmlformats.org/officeDocument/2006/relationships/slide" Target="slides/slide52.xml"/><Relationship Id="rId20" Type="http://schemas.openxmlformats.org/officeDocument/2006/relationships/slide" Target="slides/slide11.xml"/><Relationship Id="rId64" Type="http://schemas.openxmlformats.org/officeDocument/2006/relationships/slide" Target="slides/slide55.xml"/><Relationship Id="rId63" Type="http://schemas.openxmlformats.org/officeDocument/2006/relationships/slide" Target="slides/slide54.xml"/><Relationship Id="rId22" Type="http://schemas.openxmlformats.org/officeDocument/2006/relationships/slide" Target="slides/slide13.xml"/><Relationship Id="rId66" Type="http://schemas.openxmlformats.org/officeDocument/2006/relationships/font" Target="fonts/ProximaNova-bold.fntdata"/><Relationship Id="rId21" Type="http://schemas.openxmlformats.org/officeDocument/2006/relationships/slide" Target="slides/slide12.xml"/><Relationship Id="rId65" Type="http://schemas.openxmlformats.org/officeDocument/2006/relationships/font" Target="fonts/ProximaNova-regular.fntdata"/><Relationship Id="rId24" Type="http://schemas.openxmlformats.org/officeDocument/2006/relationships/slide" Target="slides/slide15.xml"/><Relationship Id="rId68" Type="http://schemas.openxmlformats.org/officeDocument/2006/relationships/font" Target="fonts/ProximaNova-boldItalic.fntdata"/><Relationship Id="rId23" Type="http://schemas.openxmlformats.org/officeDocument/2006/relationships/slide" Target="slides/slide14.xml"/><Relationship Id="rId67" Type="http://schemas.openxmlformats.org/officeDocument/2006/relationships/font" Target="fonts/ProximaNova-italic.fntdata"/><Relationship Id="rId60" Type="http://schemas.openxmlformats.org/officeDocument/2006/relationships/slide" Target="slides/slide51.xml"/><Relationship Id="rId26" Type="http://schemas.openxmlformats.org/officeDocument/2006/relationships/slide" Target="slides/slide17.xml"/><Relationship Id="rId25" Type="http://schemas.openxmlformats.org/officeDocument/2006/relationships/slide" Target="slides/slide16.xml"/><Relationship Id="rId69" Type="http://schemas.openxmlformats.org/officeDocument/2006/relationships/font" Target="fonts/RobotoMedium-regular.fntdata"/><Relationship Id="rId28" Type="http://schemas.openxmlformats.org/officeDocument/2006/relationships/slide" Target="slides/slide19.xml"/><Relationship Id="rId27" Type="http://schemas.openxmlformats.org/officeDocument/2006/relationships/slide" Target="slides/slide18.xml"/><Relationship Id="rId29" Type="http://schemas.openxmlformats.org/officeDocument/2006/relationships/slide" Target="slides/slide20.xml"/><Relationship Id="rId51" Type="http://schemas.openxmlformats.org/officeDocument/2006/relationships/slide" Target="slides/slide42.xml"/><Relationship Id="rId50" Type="http://schemas.openxmlformats.org/officeDocument/2006/relationships/slide" Target="slides/slide41.xml"/><Relationship Id="rId53" Type="http://schemas.openxmlformats.org/officeDocument/2006/relationships/slide" Target="slides/slide44.xml"/><Relationship Id="rId52" Type="http://schemas.openxmlformats.org/officeDocument/2006/relationships/slide" Target="slides/slide43.xml"/><Relationship Id="rId11" Type="http://schemas.openxmlformats.org/officeDocument/2006/relationships/slide" Target="slides/slide2.xml"/><Relationship Id="rId55" Type="http://schemas.openxmlformats.org/officeDocument/2006/relationships/slide" Target="slides/slide46.xml"/><Relationship Id="rId10" Type="http://schemas.openxmlformats.org/officeDocument/2006/relationships/slide" Target="slides/slide1.xml"/><Relationship Id="rId54" Type="http://schemas.openxmlformats.org/officeDocument/2006/relationships/slide" Target="slides/slide45.xml"/><Relationship Id="rId13" Type="http://schemas.openxmlformats.org/officeDocument/2006/relationships/slide" Target="slides/slide4.xml"/><Relationship Id="rId57" Type="http://schemas.openxmlformats.org/officeDocument/2006/relationships/slide" Target="slides/slide48.xml"/><Relationship Id="rId12" Type="http://schemas.openxmlformats.org/officeDocument/2006/relationships/slide" Target="slides/slide3.xml"/><Relationship Id="rId56" Type="http://schemas.openxmlformats.org/officeDocument/2006/relationships/slide" Target="slides/slide47.xml"/><Relationship Id="rId15" Type="http://schemas.openxmlformats.org/officeDocument/2006/relationships/slide" Target="slides/slide6.xml"/><Relationship Id="rId59" Type="http://schemas.openxmlformats.org/officeDocument/2006/relationships/slide" Target="slides/slide50.xml"/><Relationship Id="rId14" Type="http://schemas.openxmlformats.org/officeDocument/2006/relationships/slide" Target="slides/slide5.xml"/><Relationship Id="rId58" Type="http://schemas.openxmlformats.org/officeDocument/2006/relationships/slide" Target="slides/slide49.xml"/><Relationship Id="rId17" Type="http://schemas.openxmlformats.org/officeDocument/2006/relationships/slide" Target="slides/slide8.xml"/><Relationship Id="rId16" Type="http://schemas.openxmlformats.org/officeDocument/2006/relationships/slide" Target="slides/slide7.xml"/><Relationship Id="rId19" Type="http://schemas.openxmlformats.org/officeDocument/2006/relationships/slide" Target="slides/slide10.xml"/><Relationship Id="rId18" Type="http://schemas.openxmlformats.org/officeDocument/2006/relationships/slide" Target="slides/slide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3" name="Shape 423"/>
        <p:cNvGrpSpPr/>
        <p:nvPr/>
      </p:nvGrpSpPr>
      <p:grpSpPr>
        <a:xfrm>
          <a:off x="0" y="0"/>
          <a:ext cx="0" cy="0"/>
          <a:chOff x="0" y="0"/>
          <a:chExt cx="0" cy="0"/>
        </a:xfrm>
      </p:grpSpPr>
      <p:sp>
        <p:nvSpPr>
          <p:cNvPr id="424" name="Google Shape;424;p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25" name="Google Shape;425;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 name="Shape 432"/>
        <p:cNvGrpSpPr/>
        <p:nvPr/>
      </p:nvGrpSpPr>
      <p:grpSpPr>
        <a:xfrm>
          <a:off x="0" y="0"/>
          <a:ext cx="0" cy="0"/>
          <a:chOff x="0" y="0"/>
          <a:chExt cx="0" cy="0"/>
        </a:xfrm>
      </p:grpSpPr>
      <p:sp>
        <p:nvSpPr>
          <p:cNvPr id="433" name="Google Shape;433;p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34" name="Google Shape;434;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2" name="Google Shape;472;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p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7" name="Google Shape;477;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 name="Shape 481"/>
        <p:cNvGrpSpPr/>
        <p:nvPr/>
      </p:nvGrpSpPr>
      <p:grpSpPr>
        <a:xfrm>
          <a:off x="0" y="0"/>
          <a:ext cx="0" cy="0"/>
          <a:chOff x="0" y="0"/>
          <a:chExt cx="0" cy="0"/>
        </a:xfrm>
      </p:grpSpPr>
      <p:sp>
        <p:nvSpPr>
          <p:cNvPr id="482" name="Google Shape;482;p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3" name="Google Shape;483;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p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9" name="Google Shape;489;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 name="Shape 493"/>
        <p:cNvGrpSpPr/>
        <p:nvPr/>
      </p:nvGrpSpPr>
      <p:grpSpPr>
        <a:xfrm>
          <a:off x="0" y="0"/>
          <a:ext cx="0" cy="0"/>
          <a:chOff x="0" y="0"/>
          <a:chExt cx="0" cy="0"/>
        </a:xfrm>
      </p:grpSpPr>
      <p:sp>
        <p:nvSpPr>
          <p:cNvPr id="494" name="Google Shape;494;p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5" name="Google Shape;495;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0" name="Shape 500"/>
        <p:cNvGrpSpPr/>
        <p:nvPr/>
      </p:nvGrpSpPr>
      <p:grpSpPr>
        <a:xfrm>
          <a:off x="0" y="0"/>
          <a:ext cx="0" cy="0"/>
          <a:chOff x="0" y="0"/>
          <a:chExt cx="0" cy="0"/>
        </a:xfrm>
      </p:grpSpPr>
      <p:sp>
        <p:nvSpPr>
          <p:cNvPr id="501" name="Google Shape;501;p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02" name="Google Shape;502;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 name="Shape 506"/>
        <p:cNvGrpSpPr/>
        <p:nvPr/>
      </p:nvGrpSpPr>
      <p:grpSpPr>
        <a:xfrm>
          <a:off x="0" y="0"/>
          <a:ext cx="0" cy="0"/>
          <a:chOff x="0" y="0"/>
          <a:chExt cx="0" cy="0"/>
        </a:xfrm>
      </p:grpSpPr>
      <p:sp>
        <p:nvSpPr>
          <p:cNvPr id="507" name="Google Shape;507;p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08" name="Google Shape;508;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 name="Shape 513"/>
        <p:cNvGrpSpPr/>
        <p:nvPr/>
      </p:nvGrpSpPr>
      <p:grpSpPr>
        <a:xfrm>
          <a:off x="0" y="0"/>
          <a:ext cx="0" cy="0"/>
          <a:chOff x="0" y="0"/>
          <a:chExt cx="0" cy="0"/>
        </a:xfrm>
      </p:grpSpPr>
      <p:sp>
        <p:nvSpPr>
          <p:cNvPr id="514" name="Google Shape;514;p1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15" name="Google Shape;515;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p1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21" name="Google Shape;521;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 name="Shape 532"/>
        <p:cNvGrpSpPr/>
        <p:nvPr/>
      </p:nvGrpSpPr>
      <p:grpSpPr>
        <a:xfrm>
          <a:off x="0" y="0"/>
          <a:ext cx="0" cy="0"/>
          <a:chOff x="0" y="0"/>
          <a:chExt cx="0" cy="0"/>
        </a:xfrm>
      </p:grpSpPr>
      <p:sp>
        <p:nvSpPr>
          <p:cNvPr id="533" name="Google Shape;533;p1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4" name="Google Shape;534;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 name="Shape 540"/>
        <p:cNvGrpSpPr/>
        <p:nvPr/>
      </p:nvGrpSpPr>
      <p:grpSpPr>
        <a:xfrm>
          <a:off x="0" y="0"/>
          <a:ext cx="0" cy="0"/>
          <a:chOff x="0" y="0"/>
          <a:chExt cx="0" cy="0"/>
        </a:xfrm>
      </p:grpSpPr>
      <p:sp>
        <p:nvSpPr>
          <p:cNvPr id="541" name="Google Shape;541;p1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42" name="Google Shape;542;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 name="Shape 546"/>
        <p:cNvGrpSpPr/>
        <p:nvPr/>
      </p:nvGrpSpPr>
      <p:grpSpPr>
        <a:xfrm>
          <a:off x="0" y="0"/>
          <a:ext cx="0" cy="0"/>
          <a:chOff x="0" y="0"/>
          <a:chExt cx="0" cy="0"/>
        </a:xfrm>
      </p:grpSpPr>
      <p:sp>
        <p:nvSpPr>
          <p:cNvPr id="547" name="Google Shape;547;p1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48" name="Google Shape;548;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p1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56" name="Google Shape;556;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p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62" name="Google Shape;562;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5" name="Shape 565"/>
        <p:cNvGrpSpPr/>
        <p:nvPr/>
      </p:nvGrpSpPr>
      <p:grpSpPr>
        <a:xfrm>
          <a:off x="0" y="0"/>
          <a:ext cx="0" cy="0"/>
          <a:chOff x="0" y="0"/>
          <a:chExt cx="0" cy="0"/>
        </a:xfrm>
      </p:grpSpPr>
      <p:sp>
        <p:nvSpPr>
          <p:cNvPr id="566" name="Google Shape;566;p1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67" name="Google Shape;567;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p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73" name="Google Shape;573;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 name="Shape 576"/>
        <p:cNvGrpSpPr/>
        <p:nvPr/>
      </p:nvGrpSpPr>
      <p:grpSpPr>
        <a:xfrm>
          <a:off x="0" y="0"/>
          <a:ext cx="0" cy="0"/>
          <a:chOff x="0" y="0"/>
          <a:chExt cx="0" cy="0"/>
        </a:xfrm>
      </p:grpSpPr>
      <p:sp>
        <p:nvSpPr>
          <p:cNvPr id="577" name="Google Shape;577;p1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78" name="Google Shape;578;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 name="Shape 581"/>
        <p:cNvGrpSpPr/>
        <p:nvPr/>
      </p:nvGrpSpPr>
      <p:grpSpPr>
        <a:xfrm>
          <a:off x="0" y="0"/>
          <a:ext cx="0" cy="0"/>
          <a:chOff x="0" y="0"/>
          <a:chExt cx="0" cy="0"/>
        </a:xfrm>
      </p:grpSpPr>
      <p:sp>
        <p:nvSpPr>
          <p:cNvPr id="582" name="Google Shape;582;p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83" name="Google Shape;583;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p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90" name="Google Shape;590;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 name="Shape 594"/>
        <p:cNvGrpSpPr/>
        <p:nvPr/>
      </p:nvGrpSpPr>
      <p:grpSpPr>
        <a:xfrm>
          <a:off x="0" y="0"/>
          <a:ext cx="0" cy="0"/>
          <a:chOff x="0" y="0"/>
          <a:chExt cx="0" cy="0"/>
        </a:xfrm>
      </p:grpSpPr>
      <p:sp>
        <p:nvSpPr>
          <p:cNvPr id="595" name="Google Shape;595;p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96" name="Google Shape;596;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 name="Shape 598"/>
        <p:cNvGrpSpPr/>
        <p:nvPr/>
      </p:nvGrpSpPr>
      <p:grpSpPr>
        <a:xfrm>
          <a:off x="0" y="0"/>
          <a:ext cx="0" cy="0"/>
          <a:chOff x="0" y="0"/>
          <a:chExt cx="0" cy="0"/>
        </a:xfrm>
      </p:grpSpPr>
      <p:sp>
        <p:nvSpPr>
          <p:cNvPr id="599" name="Google Shape;599;p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00" name="Google Shape;600;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 name="Shape 633"/>
        <p:cNvGrpSpPr/>
        <p:nvPr/>
      </p:nvGrpSpPr>
      <p:grpSpPr>
        <a:xfrm>
          <a:off x="0" y="0"/>
          <a:ext cx="0" cy="0"/>
          <a:chOff x="0" y="0"/>
          <a:chExt cx="0" cy="0"/>
        </a:xfrm>
      </p:grpSpPr>
      <p:sp>
        <p:nvSpPr>
          <p:cNvPr id="634" name="Google Shape;634;p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35" name="Google Shape;635;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p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98" name="Google Shape;698;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p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04" name="Google Shape;704;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 name="Shape 708"/>
        <p:cNvGrpSpPr/>
        <p:nvPr/>
      </p:nvGrpSpPr>
      <p:grpSpPr>
        <a:xfrm>
          <a:off x="0" y="0"/>
          <a:ext cx="0" cy="0"/>
          <a:chOff x="0" y="0"/>
          <a:chExt cx="0" cy="0"/>
        </a:xfrm>
      </p:grpSpPr>
      <p:sp>
        <p:nvSpPr>
          <p:cNvPr id="709" name="Google Shape;709;p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10" name="Google Shape;710;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 name="Shape 737"/>
        <p:cNvGrpSpPr/>
        <p:nvPr/>
      </p:nvGrpSpPr>
      <p:grpSpPr>
        <a:xfrm>
          <a:off x="0" y="0"/>
          <a:ext cx="0" cy="0"/>
          <a:chOff x="0" y="0"/>
          <a:chExt cx="0" cy="0"/>
        </a:xfrm>
      </p:grpSpPr>
      <p:sp>
        <p:nvSpPr>
          <p:cNvPr id="738" name="Google Shape;738;p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39" name="Google Shape;739;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44" name="Google Shape;744;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 name="Shape 777"/>
        <p:cNvGrpSpPr/>
        <p:nvPr/>
      </p:nvGrpSpPr>
      <p:grpSpPr>
        <a:xfrm>
          <a:off x="0" y="0"/>
          <a:ext cx="0" cy="0"/>
          <a:chOff x="0" y="0"/>
          <a:chExt cx="0" cy="0"/>
        </a:xfrm>
      </p:grpSpPr>
      <p:sp>
        <p:nvSpPr>
          <p:cNvPr id="778" name="Google Shape;778;p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9" name="Google Shape;779;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 name="Shape 812"/>
        <p:cNvGrpSpPr/>
        <p:nvPr/>
      </p:nvGrpSpPr>
      <p:grpSpPr>
        <a:xfrm>
          <a:off x="0" y="0"/>
          <a:ext cx="0" cy="0"/>
          <a:chOff x="0" y="0"/>
          <a:chExt cx="0" cy="0"/>
        </a:xfrm>
      </p:grpSpPr>
      <p:sp>
        <p:nvSpPr>
          <p:cNvPr id="813" name="Google Shape;813;p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14" name="Google Shape;814;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 name="Shape 847"/>
        <p:cNvGrpSpPr/>
        <p:nvPr/>
      </p:nvGrpSpPr>
      <p:grpSpPr>
        <a:xfrm>
          <a:off x="0" y="0"/>
          <a:ext cx="0" cy="0"/>
          <a:chOff x="0" y="0"/>
          <a:chExt cx="0" cy="0"/>
        </a:xfrm>
      </p:grpSpPr>
      <p:sp>
        <p:nvSpPr>
          <p:cNvPr id="848" name="Google Shape;848;p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49" name="Google Shape;849;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 name="Shape 859"/>
        <p:cNvGrpSpPr/>
        <p:nvPr/>
      </p:nvGrpSpPr>
      <p:grpSpPr>
        <a:xfrm>
          <a:off x="0" y="0"/>
          <a:ext cx="0" cy="0"/>
          <a:chOff x="0" y="0"/>
          <a:chExt cx="0" cy="0"/>
        </a:xfrm>
      </p:grpSpPr>
      <p:sp>
        <p:nvSpPr>
          <p:cNvPr id="860" name="Google Shape;860;p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61" name="Google Shape;861;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 name="Shape 882"/>
        <p:cNvGrpSpPr/>
        <p:nvPr/>
      </p:nvGrpSpPr>
      <p:grpSpPr>
        <a:xfrm>
          <a:off x="0" y="0"/>
          <a:ext cx="0" cy="0"/>
          <a:chOff x="0" y="0"/>
          <a:chExt cx="0" cy="0"/>
        </a:xfrm>
      </p:grpSpPr>
      <p:sp>
        <p:nvSpPr>
          <p:cNvPr id="883" name="Google Shape;883;p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4" name="Google Shape;884;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p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00" name="Google Shape;900;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8" name="Shape 4888"/>
        <p:cNvGrpSpPr/>
        <p:nvPr/>
      </p:nvGrpSpPr>
      <p:grpSpPr>
        <a:xfrm>
          <a:off x="0" y="0"/>
          <a:ext cx="0" cy="0"/>
          <a:chOff x="0" y="0"/>
          <a:chExt cx="0" cy="0"/>
        </a:xfrm>
      </p:grpSpPr>
      <p:sp>
        <p:nvSpPr>
          <p:cNvPr id="4889" name="Google Shape;4889;p3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90" name="Google Shape;4890;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3" name="Shape 4893"/>
        <p:cNvGrpSpPr/>
        <p:nvPr/>
      </p:nvGrpSpPr>
      <p:grpSpPr>
        <a:xfrm>
          <a:off x="0" y="0"/>
          <a:ext cx="0" cy="0"/>
          <a:chOff x="0" y="0"/>
          <a:chExt cx="0" cy="0"/>
        </a:xfrm>
      </p:grpSpPr>
      <p:sp>
        <p:nvSpPr>
          <p:cNvPr id="4894" name="Google Shape;4894;p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95" name="Google Shape;4895;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9" name="Shape 4899"/>
        <p:cNvGrpSpPr/>
        <p:nvPr/>
      </p:nvGrpSpPr>
      <p:grpSpPr>
        <a:xfrm>
          <a:off x="0" y="0"/>
          <a:ext cx="0" cy="0"/>
          <a:chOff x="0" y="0"/>
          <a:chExt cx="0" cy="0"/>
        </a:xfrm>
      </p:grpSpPr>
      <p:sp>
        <p:nvSpPr>
          <p:cNvPr id="4900" name="Google Shape;4900;p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01" name="Google Shape;4901;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5" name="Shape 4905"/>
        <p:cNvGrpSpPr/>
        <p:nvPr/>
      </p:nvGrpSpPr>
      <p:grpSpPr>
        <a:xfrm>
          <a:off x="0" y="0"/>
          <a:ext cx="0" cy="0"/>
          <a:chOff x="0" y="0"/>
          <a:chExt cx="0" cy="0"/>
        </a:xfrm>
      </p:grpSpPr>
      <p:sp>
        <p:nvSpPr>
          <p:cNvPr id="4906" name="Google Shape;4906;p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07" name="Google Shape;4907;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2" name="Shape 4912"/>
        <p:cNvGrpSpPr/>
        <p:nvPr/>
      </p:nvGrpSpPr>
      <p:grpSpPr>
        <a:xfrm>
          <a:off x="0" y="0"/>
          <a:ext cx="0" cy="0"/>
          <a:chOff x="0" y="0"/>
          <a:chExt cx="0" cy="0"/>
        </a:xfrm>
      </p:grpSpPr>
      <p:sp>
        <p:nvSpPr>
          <p:cNvPr id="4913" name="Google Shape;4913;p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14" name="Google Shape;4914;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6" name="Shape 4926"/>
        <p:cNvGrpSpPr/>
        <p:nvPr/>
      </p:nvGrpSpPr>
      <p:grpSpPr>
        <a:xfrm>
          <a:off x="0" y="0"/>
          <a:ext cx="0" cy="0"/>
          <a:chOff x="0" y="0"/>
          <a:chExt cx="0" cy="0"/>
        </a:xfrm>
      </p:grpSpPr>
      <p:sp>
        <p:nvSpPr>
          <p:cNvPr id="4927" name="Google Shape;4927;p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28" name="Google Shape;4928;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0" name="Shape 4940"/>
        <p:cNvGrpSpPr/>
        <p:nvPr/>
      </p:nvGrpSpPr>
      <p:grpSpPr>
        <a:xfrm>
          <a:off x="0" y="0"/>
          <a:ext cx="0" cy="0"/>
          <a:chOff x="0" y="0"/>
          <a:chExt cx="0" cy="0"/>
        </a:xfrm>
      </p:grpSpPr>
      <p:sp>
        <p:nvSpPr>
          <p:cNvPr id="4941" name="Google Shape;4941;p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42" name="Google Shape;4942;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7" name="Shape 5277"/>
        <p:cNvGrpSpPr/>
        <p:nvPr/>
      </p:nvGrpSpPr>
      <p:grpSpPr>
        <a:xfrm>
          <a:off x="0" y="0"/>
          <a:ext cx="0" cy="0"/>
          <a:chOff x="0" y="0"/>
          <a:chExt cx="0" cy="0"/>
        </a:xfrm>
      </p:grpSpPr>
      <p:sp>
        <p:nvSpPr>
          <p:cNvPr id="5278" name="Google Shape;5278;p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279" name="Google Shape;5279;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7" name="Shape 11777"/>
        <p:cNvGrpSpPr/>
        <p:nvPr/>
      </p:nvGrpSpPr>
      <p:grpSpPr>
        <a:xfrm>
          <a:off x="0" y="0"/>
          <a:ext cx="0" cy="0"/>
          <a:chOff x="0" y="0"/>
          <a:chExt cx="0" cy="0"/>
        </a:xfrm>
      </p:grpSpPr>
      <p:sp>
        <p:nvSpPr>
          <p:cNvPr id="11778" name="Google Shape;11778;p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779" name="Google Shape;11779;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04" name="Shape 12204"/>
        <p:cNvGrpSpPr/>
        <p:nvPr/>
      </p:nvGrpSpPr>
      <p:grpSpPr>
        <a:xfrm>
          <a:off x="0" y="0"/>
          <a:ext cx="0" cy="0"/>
          <a:chOff x="0" y="0"/>
          <a:chExt cx="0" cy="0"/>
        </a:xfrm>
      </p:grpSpPr>
      <p:sp>
        <p:nvSpPr>
          <p:cNvPr id="12205" name="Google Shape;12205;p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206" name="Google Shape;12206;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75" name="Shape 12575"/>
        <p:cNvGrpSpPr/>
        <p:nvPr/>
      </p:nvGrpSpPr>
      <p:grpSpPr>
        <a:xfrm>
          <a:off x="0" y="0"/>
          <a:ext cx="0" cy="0"/>
          <a:chOff x="0" y="0"/>
          <a:chExt cx="0" cy="0"/>
        </a:xfrm>
      </p:grpSpPr>
      <p:sp>
        <p:nvSpPr>
          <p:cNvPr id="12576" name="Google Shape;12576;p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577" name="Google Shape;12577;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38" name="Shape 12738"/>
        <p:cNvGrpSpPr/>
        <p:nvPr/>
      </p:nvGrpSpPr>
      <p:grpSpPr>
        <a:xfrm>
          <a:off x="0" y="0"/>
          <a:ext cx="0" cy="0"/>
          <a:chOff x="0" y="0"/>
          <a:chExt cx="0" cy="0"/>
        </a:xfrm>
      </p:grpSpPr>
      <p:sp>
        <p:nvSpPr>
          <p:cNvPr id="12739" name="Google Shape;12739;p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740" name="Google Shape;12740;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40" name="Shape 13140"/>
        <p:cNvGrpSpPr/>
        <p:nvPr/>
      </p:nvGrpSpPr>
      <p:grpSpPr>
        <a:xfrm>
          <a:off x="0" y="0"/>
          <a:ext cx="0" cy="0"/>
          <a:chOff x="0" y="0"/>
          <a:chExt cx="0" cy="0"/>
        </a:xfrm>
      </p:grpSpPr>
      <p:sp>
        <p:nvSpPr>
          <p:cNvPr id="13141" name="Google Shape;13141;p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142" name="Google Shape;13142;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17" name="Shape 13517"/>
        <p:cNvGrpSpPr/>
        <p:nvPr/>
      </p:nvGrpSpPr>
      <p:grpSpPr>
        <a:xfrm>
          <a:off x="0" y="0"/>
          <a:ext cx="0" cy="0"/>
          <a:chOff x="0" y="0"/>
          <a:chExt cx="0" cy="0"/>
        </a:xfrm>
      </p:grpSpPr>
      <p:sp>
        <p:nvSpPr>
          <p:cNvPr id="13518" name="Google Shape;13518;p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519" name="Google Shape;13519;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48" name="Shape 13948"/>
        <p:cNvGrpSpPr/>
        <p:nvPr/>
      </p:nvGrpSpPr>
      <p:grpSpPr>
        <a:xfrm>
          <a:off x="0" y="0"/>
          <a:ext cx="0" cy="0"/>
          <a:chOff x="0" y="0"/>
          <a:chExt cx="0" cy="0"/>
        </a:xfrm>
      </p:grpSpPr>
      <p:sp>
        <p:nvSpPr>
          <p:cNvPr id="13949" name="Google Shape;13949;p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950" name="Google Shape;13950;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41" name="Shape 14741"/>
        <p:cNvGrpSpPr/>
        <p:nvPr/>
      </p:nvGrpSpPr>
      <p:grpSpPr>
        <a:xfrm>
          <a:off x="0" y="0"/>
          <a:ext cx="0" cy="0"/>
          <a:chOff x="0" y="0"/>
          <a:chExt cx="0" cy="0"/>
        </a:xfrm>
      </p:grpSpPr>
      <p:sp>
        <p:nvSpPr>
          <p:cNvPr id="14742" name="Google Shape;14742;p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743" name="Google Shape;14743;p5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82" name="Shape 15482"/>
        <p:cNvGrpSpPr/>
        <p:nvPr/>
      </p:nvGrpSpPr>
      <p:grpSpPr>
        <a:xfrm>
          <a:off x="0" y="0"/>
          <a:ext cx="0" cy="0"/>
          <a:chOff x="0" y="0"/>
          <a:chExt cx="0" cy="0"/>
        </a:xfrm>
      </p:grpSpPr>
      <p:sp>
        <p:nvSpPr>
          <p:cNvPr id="15483" name="Google Shape;15483;p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484" name="Google Shape;15484;p5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75" name="Shape 16175"/>
        <p:cNvGrpSpPr/>
        <p:nvPr/>
      </p:nvGrpSpPr>
      <p:grpSpPr>
        <a:xfrm>
          <a:off x="0" y="0"/>
          <a:ext cx="0" cy="0"/>
          <a:chOff x="0" y="0"/>
          <a:chExt cx="0" cy="0"/>
        </a:xfrm>
      </p:grpSpPr>
      <p:sp>
        <p:nvSpPr>
          <p:cNvPr id="16176" name="Google Shape;16176;p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177" name="Google Shape;16177;p5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77" name="Shape 16477"/>
        <p:cNvGrpSpPr/>
        <p:nvPr/>
      </p:nvGrpSpPr>
      <p:grpSpPr>
        <a:xfrm>
          <a:off x="0" y="0"/>
          <a:ext cx="0" cy="0"/>
          <a:chOff x="0" y="0"/>
          <a:chExt cx="0" cy="0"/>
        </a:xfrm>
      </p:grpSpPr>
      <p:sp>
        <p:nvSpPr>
          <p:cNvPr id="16478" name="Google Shape;16478;p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479" name="Google Shape;16479;p5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11" name="Shape 17111"/>
        <p:cNvGrpSpPr/>
        <p:nvPr/>
      </p:nvGrpSpPr>
      <p:grpSpPr>
        <a:xfrm>
          <a:off x="0" y="0"/>
          <a:ext cx="0" cy="0"/>
          <a:chOff x="0" y="0"/>
          <a:chExt cx="0" cy="0"/>
        </a:xfrm>
      </p:grpSpPr>
      <p:sp>
        <p:nvSpPr>
          <p:cNvPr id="17112" name="Google Shape;17112;p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7113" name="Google Shape;17113;p5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2"/>
        </a:solidFill>
      </p:bgPr>
    </p:bg>
    <p:spTree>
      <p:nvGrpSpPr>
        <p:cNvPr id="8" name="Shape 8"/>
        <p:cNvGrpSpPr/>
        <p:nvPr/>
      </p:nvGrpSpPr>
      <p:grpSpPr>
        <a:xfrm>
          <a:off x="0" y="0"/>
          <a:ext cx="0" cy="0"/>
          <a:chOff x="0" y="0"/>
          <a:chExt cx="0" cy="0"/>
        </a:xfrm>
      </p:grpSpPr>
      <p:sp>
        <p:nvSpPr>
          <p:cNvPr id="9" name="Google Shape;9;p57"/>
          <p:cNvSpPr/>
          <p:nvPr/>
        </p:nvSpPr>
        <p:spPr>
          <a:xfrm rot="5400000">
            <a:off x="-1515884" y="-1719378"/>
            <a:ext cx="3679200" cy="3679200"/>
          </a:xfrm>
          <a:prstGeom prst="blockArc">
            <a:avLst>
              <a:gd fmla="val 15904124" name="adj1"/>
              <a:gd fmla="val 722519" name="adj2"/>
              <a:gd fmla="val 727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 name="Google Shape;10;p57"/>
          <p:cNvSpPr/>
          <p:nvPr/>
        </p:nvSpPr>
        <p:spPr>
          <a:xfrm rot="10800000">
            <a:off x="708000" y="399750"/>
            <a:ext cx="7728000" cy="4344000"/>
          </a:xfrm>
          <a:prstGeom prst="round1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 name="Google Shape;11;p57"/>
          <p:cNvSpPr/>
          <p:nvPr/>
        </p:nvSpPr>
        <p:spPr>
          <a:xfrm rot="-2175913">
            <a:off x="6501213" y="3908853"/>
            <a:ext cx="1705595" cy="1705595"/>
          </a:xfrm>
          <a:prstGeom prst="blockArc">
            <a:avLst>
              <a:gd fmla="val 13003178" name="adj1"/>
              <a:gd fmla="val 2121832" name="adj2"/>
              <a:gd fmla="val 2502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 name="Google Shape;12;p57"/>
          <p:cNvSpPr txBox="1"/>
          <p:nvPr/>
        </p:nvSpPr>
        <p:spPr>
          <a:xfrm>
            <a:off x="1355650" y="744575"/>
            <a:ext cx="6261600" cy="23955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4800"/>
              <a:buFont typeface="Arial"/>
              <a:buNone/>
            </a:pPr>
            <a:r>
              <a:t/>
            </a:r>
            <a:endParaRPr b="1" i="0" sz="4800" u="none" cap="none" strike="noStrike">
              <a:solidFill>
                <a:srgbClr val="27316F"/>
              </a:solidFill>
              <a:latin typeface="Montserrat"/>
              <a:ea typeface="Montserrat"/>
              <a:cs typeface="Montserrat"/>
              <a:sym typeface="Montserrat"/>
            </a:endParaRPr>
          </a:p>
        </p:txBody>
      </p:sp>
      <p:sp>
        <p:nvSpPr>
          <p:cNvPr id="13" name="Google Shape;13;p57"/>
          <p:cNvSpPr txBox="1"/>
          <p:nvPr/>
        </p:nvSpPr>
        <p:spPr>
          <a:xfrm>
            <a:off x="1355650" y="3396875"/>
            <a:ext cx="4048500" cy="5358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14" name="Google Shape;14;p57"/>
          <p:cNvSpPr txBox="1"/>
          <p:nvPr/>
        </p:nvSpPr>
        <p:spPr>
          <a:xfrm>
            <a:off x="1080000" y="2834125"/>
            <a:ext cx="6840000" cy="1485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15" name="Google Shape;15;p57"/>
          <p:cNvSpPr txBox="1"/>
          <p:nvPr>
            <p:ph type="title"/>
          </p:nvPr>
        </p:nvSpPr>
        <p:spPr>
          <a:xfrm>
            <a:off x="1441200" y="1455663"/>
            <a:ext cx="6261600" cy="136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6000">
                <a:solidFill>
                  <a:schemeClr val="accent1"/>
                </a:solidFill>
              </a:defRPr>
            </a:lvl1pPr>
            <a:lvl2pPr lvl="1" algn="l">
              <a:lnSpc>
                <a:spcPct val="100000"/>
              </a:lnSpc>
              <a:spcBef>
                <a:spcPts val="0"/>
              </a:spcBef>
              <a:spcAft>
                <a:spcPts val="0"/>
              </a:spcAft>
              <a:buSzPts val="2800"/>
              <a:buNone/>
              <a:defRPr sz="6000"/>
            </a:lvl2pPr>
            <a:lvl3pPr lvl="2" algn="l">
              <a:lnSpc>
                <a:spcPct val="100000"/>
              </a:lnSpc>
              <a:spcBef>
                <a:spcPts val="0"/>
              </a:spcBef>
              <a:spcAft>
                <a:spcPts val="0"/>
              </a:spcAft>
              <a:buSzPts val="2800"/>
              <a:buNone/>
              <a:defRPr sz="6000"/>
            </a:lvl3pPr>
            <a:lvl4pPr lvl="3" algn="l">
              <a:lnSpc>
                <a:spcPct val="100000"/>
              </a:lnSpc>
              <a:spcBef>
                <a:spcPts val="0"/>
              </a:spcBef>
              <a:spcAft>
                <a:spcPts val="0"/>
              </a:spcAft>
              <a:buSzPts val="2800"/>
              <a:buNone/>
              <a:defRPr sz="6000"/>
            </a:lvl4pPr>
            <a:lvl5pPr lvl="4" algn="l">
              <a:lnSpc>
                <a:spcPct val="100000"/>
              </a:lnSpc>
              <a:spcBef>
                <a:spcPts val="0"/>
              </a:spcBef>
              <a:spcAft>
                <a:spcPts val="0"/>
              </a:spcAft>
              <a:buSzPts val="2800"/>
              <a:buNone/>
              <a:defRPr sz="6000"/>
            </a:lvl5pPr>
            <a:lvl6pPr lvl="5" algn="l">
              <a:lnSpc>
                <a:spcPct val="100000"/>
              </a:lnSpc>
              <a:spcBef>
                <a:spcPts val="0"/>
              </a:spcBef>
              <a:spcAft>
                <a:spcPts val="0"/>
              </a:spcAft>
              <a:buSzPts val="2800"/>
              <a:buNone/>
              <a:defRPr sz="6000"/>
            </a:lvl6pPr>
            <a:lvl7pPr lvl="6" algn="l">
              <a:lnSpc>
                <a:spcPct val="100000"/>
              </a:lnSpc>
              <a:spcBef>
                <a:spcPts val="0"/>
              </a:spcBef>
              <a:spcAft>
                <a:spcPts val="0"/>
              </a:spcAft>
              <a:buSzPts val="2800"/>
              <a:buNone/>
              <a:defRPr sz="6000"/>
            </a:lvl7pPr>
            <a:lvl8pPr lvl="7" algn="l">
              <a:lnSpc>
                <a:spcPct val="100000"/>
              </a:lnSpc>
              <a:spcBef>
                <a:spcPts val="0"/>
              </a:spcBef>
              <a:spcAft>
                <a:spcPts val="0"/>
              </a:spcAft>
              <a:buSzPts val="2800"/>
              <a:buNone/>
              <a:defRPr sz="6000"/>
            </a:lvl8pPr>
            <a:lvl9pPr lvl="8" algn="l">
              <a:lnSpc>
                <a:spcPct val="100000"/>
              </a:lnSpc>
              <a:spcBef>
                <a:spcPts val="0"/>
              </a:spcBef>
              <a:spcAft>
                <a:spcPts val="0"/>
              </a:spcAft>
              <a:buSzPts val="2800"/>
              <a:buNone/>
              <a:defRPr sz="6000"/>
            </a:lvl9pPr>
          </a:lstStyle>
          <a:p/>
        </p:txBody>
      </p:sp>
      <p:sp>
        <p:nvSpPr>
          <p:cNvPr id="16" name="Google Shape;16;p57"/>
          <p:cNvSpPr txBox="1"/>
          <p:nvPr>
            <p:ph idx="1" type="subTitle"/>
          </p:nvPr>
        </p:nvSpPr>
        <p:spPr>
          <a:xfrm>
            <a:off x="2649875" y="3207913"/>
            <a:ext cx="3823800" cy="620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2000"/>
            </a:lvl1pPr>
            <a:lvl2pPr lvl="1" algn="l">
              <a:lnSpc>
                <a:spcPct val="100000"/>
              </a:lnSpc>
              <a:spcBef>
                <a:spcPts val="0"/>
              </a:spcBef>
              <a:spcAft>
                <a:spcPts val="0"/>
              </a:spcAft>
              <a:buSzPts val="1400"/>
              <a:buNone/>
              <a:defRPr sz="2000"/>
            </a:lvl2pPr>
            <a:lvl3pPr lvl="2" algn="l">
              <a:lnSpc>
                <a:spcPct val="100000"/>
              </a:lnSpc>
              <a:spcBef>
                <a:spcPts val="0"/>
              </a:spcBef>
              <a:spcAft>
                <a:spcPts val="0"/>
              </a:spcAft>
              <a:buSzPts val="1400"/>
              <a:buNone/>
              <a:defRPr sz="2000"/>
            </a:lvl3pPr>
            <a:lvl4pPr lvl="3" algn="l">
              <a:lnSpc>
                <a:spcPct val="100000"/>
              </a:lnSpc>
              <a:spcBef>
                <a:spcPts val="0"/>
              </a:spcBef>
              <a:spcAft>
                <a:spcPts val="0"/>
              </a:spcAft>
              <a:buSzPts val="1400"/>
              <a:buNone/>
              <a:defRPr sz="2000"/>
            </a:lvl4pPr>
            <a:lvl5pPr lvl="4" algn="l">
              <a:lnSpc>
                <a:spcPct val="100000"/>
              </a:lnSpc>
              <a:spcBef>
                <a:spcPts val="0"/>
              </a:spcBef>
              <a:spcAft>
                <a:spcPts val="0"/>
              </a:spcAft>
              <a:buSzPts val="1400"/>
              <a:buNone/>
              <a:defRPr sz="2000"/>
            </a:lvl5pPr>
            <a:lvl6pPr lvl="5" algn="l">
              <a:lnSpc>
                <a:spcPct val="100000"/>
              </a:lnSpc>
              <a:spcBef>
                <a:spcPts val="0"/>
              </a:spcBef>
              <a:spcAft>
                <a:spcPts val="0"/>
              </a:spcAft>
              <a:buSzPts val="1400"/>
              <a:buNone/>
              <a:defRPr sz="2000"/>
            </a:lvl6pPr>
            <a:lvl7pPr lvl="6" algn="l">
              <a:lnSpc>
                <a:spcPct val="100000"/>
              </a:lnSpc>
              <a:spcBef>
                <a:spcPts val="0"/>
              </a:spcBef>
              <a:spcAft>
                <a:spcPts val="0"/>
              </a:spcAft>
              <a:buSzPts val="1400"/>
              <a:buNone/>
              <a:defRPr sz="2000"/>
            </a:lvl7pPr>
            <a:lvl8pPr lvl="7" algn="l">
              <a:lnSpc>
                <a:spcPct val="100000"/>
              </a:lnSpc>
              <a:spcBef>
                <a:spcPts val="0"/>
              </a:spcBef>
              <a:spcAft>
                <a:spcPts val="0"/>
              </a:spcAft>
              <a:buSzPts val="1400"/>
              <a:buNone/>
              <a:defRPr sz="2000"/>
            </a:lvl8pPr>
            <a:lvl9pPr lvl="8" algn="l">
              <a:lnSpc>
                <a:spcPct val="100000"/>
              </a:lnSpc>
              <a:spcBef>
                <a:spcPts val="0"/>
              </a:spcBef>
              <a:spcAft>
                <a:spcPts val="0"/>
              </a:spcAft>
              <a:buSzPts val="1400"/>
              <a:buNone/>
              <a:defRPr sz="20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spTree>
      <p:nvGrpSpPr>
        <p:cNvPr id="17" name="Shape 17"/>
        <p:cNvGrpSpPr/>
        <p:nvPr/>
      </p:nvGrpSpPr>
      <p:grpSpPr>
        <a:xfrm>
          <a:off x="0" y="0"/>
          <a:ext cx="0" cy="0"/>
          <a:chOff x="0" y="0"/>
          <a:chExt cx="0" cy="0"/>
        </a:xfrm>
      </p:grpSpPr>
      <p:sp>
        <p:nvSpPr>
          <p:cNvPr id="18" name="Google Shape;18;p58"/>
          <p:cNvSpPr/>
          <p:nvPr/>
        </p:nvSpPr>
        <p:spPr>
          <a:xfrm rot="5400000">
            <a:off x="-1048428" y="-1119626"/>
            <a:ext cx="2390400" cy="2390400"/>
          </a:xfrm>
          <a:prstGeom prst="blockArc">
            <a:avLst>
              <a:gd fmla="val 15904124" name="adj1"/>
              <a:gd fmla="val 472041" name="adj2"/>
              <a:gd fmla="val 7686" name="adj3"/>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58"/>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58"/>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21" name="Google Shape;21;p58"/>
          <p:cNvSpPr/>
          <p:nvPr/>
        </p:nvSpPr>
        <p:spPr>
          <a:xfrm rot="-2700000">
            <a:off x="8681313" y="4641162"/>
            <a:ext cx="1008476" cy="1008476"/>
          </a:xfrm>
          <a:prstGeom prst="blockArc">
            <a:avLst>
              <a:gd fmla="val 13339976" name="adj1"/>
              <a:gd fmla="val 19973339" name="adj2"/>
              <a:gd fmla="val 27944"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58"/>
          <p:cNvSpPr txBox="1"/>
          <p:nvPr>
            <p:ph idx="1" type="subTitle"/>
          </p:nvPr>
        </p:nvSpPr>
        <p:spPr>
          <a:xfrm>
            <a:off x="1652425" y="1371625"/>
            <a:ext cx="27552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3" name="Google Shape;23;p58"/>
          <p:cNvSpPr txBox="1"/>
          <p:nvPr>
            <p:ph idx="2" type="subTitle"/>
          </p:nvPr>
        </p:nvSpPr>
        <p:spPr>
          <a:xfrm>
            <a:off x="1652425" y="1730768"/>
            <a:ext cx="27552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4" name="Google Shape;24;p58"/>
          <p:cNvSpPr txBox="1"/>
          <p:nvPr>
            <p:ph idx="3" type="subTitle"/>
          </p:nvPr>
        </p:nvSpPr>
        <p:spPr>
          <a:xfrm>
            <a:off x="1652425" y="3024381"/>
            <a:ext cx="27552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5" name="Google Shape;25;p58"/>
          <p:cNvSpPr txBox="1"/>
          <p:nvPr>
            <p:ph idx="4" type="subTitle"/>
          </p:nvPr>
        </p:nvSpPr>
        <p:spPr>
          <a:xfrm>
            <a:off x="1652425" y="3383524"/>
            <a:ext cx="27552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6" name="Google Shape;26;p58"/>
          <p:cNvSpPr txBox="1"/>
          <p:nvPr>
            <p:ph idx="5" type="subTitle"/>
          </p:nvPr>
        </p:nvSpPr>
        <p:spPr>
          <a:xfrm>
            <a:off x="5573675" y="1371625"/>
            <a:ext cx="27552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7" name="Google Shape;27;p58"/>
          <p:cNvSpPr txBox="1"/>
          <p:nvPr>
            <p:ph idx="6" type="subTitle"/>
          </p:nvPr>
        </p:nvSpPr>
        <p:spPr>
          <a:xfrm>
            <a:off x="5573675" y="1730768"/>
            <a:ext cx="27552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8" name="Google Shape;28;p58"/>
          <p:cNvSpPr txBox="1"/>
          <p:nvPr>
            <p:ph idx="7" type="subTitle"/>
          </p:nvPr>
        </p:nvSpPr>
        <p:spPr>
          <a:xfrm>
            <a:off x="5573675" y="3024380"/>
            <a:ext cx="27552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9" name="Google Shape;29;p58"/>
          <p:cNvSpPr txBox="1"/>
          <p:nvPr>
            <p:ph idx="8" type="subTitle"/>
          </p:nvPr>
        </p:nvSpPr>
        <p:spPr>
          <a:xfrm>
            <a:off x="5573675" y="3383522"/>
            <a:ext cx="27552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0" name="Google Shape;30;p58"/>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31" name="Shape 31"/>
        <p:cNvGrpSpPr/>
        <p:nvPr/>
      </p:nvGrpSpPr>
      <p:grpSpPr>
        <a:xfrm>
          <a:off x="0" y="0"/>
          <a:ext cx="0" cy="0"/>
          <a:chOff x="0" y="0"/>
          <a:chExt cx="0" cy="0"/>
        </a:xfrm>
      </p:grpSpPr>
      <p:sp>
        <p:nvSpPr>
          <p:cNvPr id="32" name="Google Shape;32;p59"/>
          <p:cNvSpPr/>
          <p:nvPr/>
        </p:nvSpPr>
        <p:spPr>
          <a:xfrm rot="10800000">
            <a:off x="708000" y="399750"/>
            <a:ext cx="7728000" cy="4344000"/>
          </a:xfrm>
          <a:prstGeom prst="round1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 name="Google Shape;33;p59"/>
          <p:cNvSpPr/>
          <p:nvPr/>
        </p:nvSpPr>
        <p:spPr>
          <a:xfrm rot="8605101">
            <a:off x="6426768" y="-465210"/>
            <a:ext cx="1705462" cy="1705462"/>
          </a:xfrm>
          <a:prstGeom prst="blockArc">
            <a:avLst>
              <a:gd fmla="val 13003178" name="adj1"/>
              <a:gd fmla="val 2121832" name="adj2"/>
              <a:gd fmla="val 2502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 name="Google Shape;34;p59"/>
          <p:cNvSpPr txBox="1"/>
          <p:nvPr>
            <p:ph type="title"/>
          </p:nvPr>
        </p:nvSpPr>
        <p:spPr>
          <a:xfrm>
            <a:off x="1167450" y="1168250"/>
            <a:ext cx="6809100" cy="2612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1"/>
              </a:buClr>
              <a:buSzPts val="7200"/>
              <a:buNone/>
              <a:defRPr sz="7200">
                <a:solidFill>
                  <a:schemeClr val="accent1"/>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35" name="Google Shape;35;p59"/>
          <p:cNvSpPr/>
          <p:nvPr/>
        </p:nvSpPr>
        <p:spPr>
          <a:xfrm rot="-899996">
            <a:off x="-1303250" y="3960928"/>
            <a:ext cx="2504850" cy="2504850"/>
          </a:xfrm>
          <a:prstGeom prst="blockArc">
            <a:avLst>
              <a:gd fmla="val 17160890" name="adj1"/>
              <a:gd fmla="val 722519" name="adj2"/>
              <a:gd fmla="val 727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6" name="Shape 36"/>
        <p:cNvGrpSpPr/>
        <p:nvPr/>
      </p:nvGrpSpPr>
      <p:grpSpPr>
        <a:xfrm>
          <a:off x="0" y="0"/>
          <a:ext cx="0" cy="0"/>
          <a:chOff x="0" y="0"/>
          <a:chExt cx="0" cy="0"/>
        </a:xfrm>
      </p:grpSpPr>
      <p:sp>
        <p:nvSpPr>
          <p:cNvPr id="37" name="Google Shape;37;p60"/>
          <p:cNvSpPr/>
          <p:nvPr/>
        </p:nvSpPr>
        <p:spPr>
          <a:xfrm>
            <a:off x="-1709009" y="2992597"/>
            <a:ext cx="3679200" cy="3679200"/>
          </a:xfrm>
          <a:prstGeom prst="blockArc">
            <a:avLst>
              <a:gd fmla="val 15904124" name="adj1"/>
              <a:gd fmla="val 722519" name="adj2"/>
              <a:gd fmla="val 727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 name="Google Shape;38;p60"/>
          <p:cNvSpPr/>
          <p:nvPr/>
        </p:nvSpPr>
        <p:spPr>
          <a:xfrm rot="10800000">
            <a:off x="708000" y="399750"/>
            <a:ext cx="7728000" cy="4344000"/>
          </a:xfrm>
          <a:prstGeom prst="round1Rect">
            <a:avLst>
              <a:gd fmla="val 16667" name="adj"/>
            </a:avLst>
          </a:pr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60"/>
          <p:cNvSpPr/>
          <p:nvPr/>
        </p:nvSpPr>
        <p:spPr>
          <a:xfrm rot="9899997">
            <a:off x="7214620" y="-688760"/>
            <a:ext cx="2387761" cy="2387761"/>
          </a:xfrm>
          <a:prstGeom prst="blockArc">
            <a:avLst>
              <a:gd fmla="val 17023199" name="adj1"/>
              <a:gd fmla="val 920811" name="adj2"/>
              <a:gd fmla="val 9035"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60"/>
          <p:cNvSpPr txBox="1"/>
          <p:nvPr/>
        </p:nvSpPr>
        <p:spPr>
          <a:xfrm>
            <a:off x="4576375" y="2150850"/>
            <a:ext cx="3363300" cy="8418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600"/>
              <a:buFont typeface="Arial"/>
              <a:buNone/>
            </a:pPr>
            <a:r>
              <a:t/>
            </a:r>
            <a:endParaRPr b="1" i="0" sz="3600" u="none" cap="none" strike="noStrike">
              <a:solidFill>
                <a:srgbClr val="27316F"/>
              </a:solidFill>
              <a:latin typeface="Montserrat"/>
              <a:ea typeface="Montserrat"/>
              <a:cs typeface="Montserrat"/>
              <a:sym typeface="Montserrat"/>
            </a:endParaRPr>
          </a:p>
        </p:txBody>
      </p:sp>
      <p:sp>
        <p:nvSpPr>
          <p:cNvPr id="41" name="Google Shape;41;p60"/>
          <p:cNvSpPr txBox="1"/>
          <p:nvPr>
            <p:ph type="title"/>
          </p:nvPr>
        </p:nvSpPr>
        <p:spPr>
          <a:xfrm>
            <a:off x="4576375" y="1388825"/>
            <a:ext cx="3363300" cy="13038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accent1"/>
              </a:buClr>
              <a:buSzPts val="3600"/>
              <a:buFont typeface="Montserrat"/>
              <a:buNone/>
              <a:defRPr b="1" sz="4800">
                <a:solidFill>
                  <a:schemeClr val="accent1"/>
                </a:solidFill>
                <a:latin typeface="Montserrat"/>
                <a:ea typeface="Montserrat"/>
                <a:cs typeface="Montserrat"/>
                <a:sym typeface="Montserrat"/>
              </a:defRPr>
            </a:lvl1pPr>
            <a:lvl2pPr lvl="1" algn="l">
              <a:lnSpc>
                <a:spcPct val="100000"/>
              </a:lnSpc>
              <a:spcBef>
                <a:spcPts val="0"/>
              </a:spcBef>
              <a:spcAft>
                <a:spcPts val="0"/>
              </a:spcAft>
              <a:buClr>
                <a:schemeClr val="dk1"/>
              </a:buClr>
              <a:buSzPts val="2800"/>
              <a:buNone/>
              <a:defRPr sz="2800">
                <a:solidFill>
                  <a:schemeClr val="dk1"/>
                </a:solidFill>
              </a:defRPr>
            </a:lvl2pPr>
            <a:lvl3pPr lvl="2" algn="l">
              <a:lnSpc>
                <a:spcPct val="100000"/>
              </a:lnSpc>
              <a:spcBef>
                <a:spcPts val="0"/>
              </a:spcBef>
              <a:spcAft>
                <a:spcPts val="0"/>
              </a:spcAft>
              <a:buClr>
                <a:schemeClr val="dk1"/>
              </a:buClr>
              <a:buSzPts val="2800"/>
              <a:buNone/>
              <a:defRPr sz="2800">
                <a:solidFill>
                  <a:schemeClr val="dk1"/>
                </a:solidFill>
              </a:defRPr>
            </a:lvl3pPr>
            <a:lvl4pPr lvl="3" algn="l">
              <a:lnSpc>
                <a:spcPct val="100000"/>
              </a:lnSpc>
              <a:spcBef>
                <a:spcPts val="0"/>
              </a:spcBef>
              <a:spcAft>
                <a:spcPts val="0"/>
              </a:spcAft>
              <a:buClr>
                <a:schemeClr val="dk1"/>
              </a:buClr>
              <a:buSzPts val="2800"/>
              <a:buNone/>
              <a:defRPr sz="2800">
                <a:solidFill>
                  <a:schemeClr val="dk1"/>
                </a:solidFill>
              </a:defRPr>
            </a:lvl4pPr>
            <a:lvl5pPr lvl="4" algn="l">
              <a:lnSpc>
                <a:spcPct val="100000"/>
              </a:lnSpc>
              <a:spcBef>
                <a:spcPts val="0"/>
              </a:spcBef>
              <a:spcAft>
                <a:spcPts val="0"/>
              </a:spcAft>
              <a:buClr>
                <a:schemeClr val="dk1"/>
              </a:buClr>
              <a:buSzPts val="2800"/>
              <a:buNone/>
              <a:defRPr sz="2800">
                <a:solidFill>
                  <a:schemeClr val="dk1"/>
                </a:solidFill>
              </a:defRPr>
            </a:lvl5pPr>
            <a:lvl6pPr lvl="5" algn="l">
              <a:lnSpc>
                <a:spcPct val="100000"/>
              </a:lnSpc>
              <a:spcBef>
                <a:spcPts val="0"/>
              </a:spcBef>
              <a:spcAft>
                <a:spcPts val="0"/>
              </a:spcAft>
              <a:buClr>
                <a:schemeClr val="dk1"/>
              </a:buClr>
              <a:buSzPts val="2800"/>
              <a:buNone/>
              <a:defRPr sz="2800">
                <a:solidFill>
                  <a:schemeClr val="dk1"/>
                </a:solidFill>
              </a:defRPr>
            </a:lvl6pPr>
            <a:lvl7pPr lvl="6" algn="l">
              <a:lnSpc>
                <a:spcPct val="100000"/>
              </a:lnSpc>
              <a:spcBef>
                <a:spcPts val="0"/>
              </a:spcBef>
              <a:spcAft>
                <a:spcPts val="0"/>
              </a:spcAft>
              <a:buClr>
                <a:schemeClr val="dk1"/>
              </a:buClr>
              <a:buSzPts val="2800"/>
              <a:buNone/>
              <a:defRPr sz="2800">
                <a:solidFill>
                  <a:schemeClr val="dk1"/>
                </a:solidFill>
              </a:defRPr>
            </a:lvl7pPr>
            <a:lvl8pPr lvl="7" algn="l">
              <a:lnSpc>
                <a:spcPct val="100000"/>
              </a:lnSpc>
              <a:spcBef>
                <a:spcPts val="0"/>
              </a:spcBef>
              <a:spcAft>
                <a:spcPts val="0"/>
              </a:spcAft>
              <a:buClr>
                <a:schemeClr val="dk1"/>
              </a:buClr>
              <a:buSzPts val="2800"/>
              <a:buNone/>
              <a:defRPr sz="2800">
                <a:solidFill>
                  <a:schemeClr val="dk1"/>
                </a:solidFill>
              </a:defRPr>
            </a:lvl8pPr>
            <a:lvl9pPr lvl="8" algn="l">
              <a:lnSpc>
                <a:spcPct val="100000"/>
              </a:lnSpc>
              <a:spcBef>
                <a:spcPts val="0"/>
              </a:spcBef>
              <a:spcAft>
                <a:spcPts val="0"/>
              </a:spcAft>
              <a:buClr>
                <a:schemeClr val="dk1"/>
              </a:buClr>
              <a:buSzPts val="2800"/>
              <a:buNone/>
              <a:defRPr sz="2800">
                <a:solidFill>
                  <a:schemeClr val="dk1"/>
                </a:solidFill>
              </a:defRPr>
            </a:lvl9pPr>
          </a:lstStyle>
          <a:p/>
        </p:txBody>
      </p:sp>
      <p:sp>
        <p:nvSpPr>
          <p:cNvPr id="42" name="Google Shape;42;p60"/>
          <p:cNvSpPr txBox="1"/>
          <p:nvPr>
            <p:ph idx="1" type="subTitle"/>
          </p:nvPr>
        </p:nvSpPr>
        <p:spPr>
          <a:xfrm>
            <a:off x="4576375" y="2710825"/>
            <a:ext cx="3363300" cy="702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43" name="Google Shape;43;p60"/>
          <p:cNvSpPr/>
          <p:nvPr/>
        </p:nvSpPr>
        <p:spPr>
          <a:xfrm rot="10800000">
            <a:off x="1056100" y="1337250"/>
            <a:ext cx="2595000" cy="2500500"/>
          </a:xfrm>
          <a:prstGeom prst="round1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60"/>
          <p:cNvSpPr txBox="1"/>
          <p:nvPr>
            <p:ph idx="2" type="title"/>
          </p:nvPr>
        </p:nvSpPr>
        <p:spPr>
          <a:xfrm>
            <a:off x="1056100" y="1337300"/>
            <a:ext cx="2595000" cy="2299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12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5" name="Shape 45"/>
        <p:cNvGrpSpPr/>
        <p:nvPr/>
      </p:nvGrpSpPr>
      <p:grpSpPr>
        <a:xfrm>
          <a:off x="0" y="0"/>
          <a:ext cx="0" cy="0"/>
          <a:chOff x="0" y="0"/>
          <a:chExt cx="0" cy="0"/>
        </a:xfrm>
      </p:grpSpPr>
      <p:sp>
        <p:nvSpPr>
          <p:cNvPr id="46" name="Google Shape;46;p61"/>
          <p:cNvSpPr/>
          <p:nvPr/>
        </p:nvSpPr>
        <p:spPr>
          <a:xfrm rot="10800000">
            <a:off x="7843922" y="-1058801"/>
            <a:ext cx="2481900" cy="2481900"/>
          </a:xfrm>
          <a:prstGeom prst="blockArc">
            <a:avLst>
              <a:gd fmla="val 15904124" name="adj1"/>
              <a:gd fmla="val 722519" name="adj2"/>
              <a:gd fmla="val 727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 name="Google Shape;47;p61"/>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 name="Google Shape;48;p61"/>
          <p:cNvSpPr/>
          <p:nvPr/>
        </p:nvSpPr>
        <p:spPr>
          <a:xfrm rot="4458820">
            <a:off x="-1488663" y="4124021"/>
            <a:ext cx="2387832" cy="2387832"/>
          </a:xfrm>
          <a:prstGeom prst="blockArc">
            <a:avLst>
              <a:gd fmla="val 12582103" name="adj1"/>
              <a:gd fmla="val 16685375" name="adj2"/>
              <a:gd fmla="val 10255" name="adj3"/>
            </a:avLst>
          </a:pr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 name="Google Shape;49;p61"/>
          <p:cNvSpPr txBox="1"/>
          <p:nvPr/>
        </p:nvSpPr>
        <p:spPr>
          <a:xfrm>
            <a:off x="909825" y="1507250"/>
            <a:ext cx="7315200" cy="33582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160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50" name="Google Shape;50;p61"/>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51" name="Google Shape;51;p61"/>
          <p:cNvSpPr txBox="1"/>
          <p:nvPr>
            <p:ph type="title"/>
          </p:nvPr>
        </p:nvSpPr>
        <p:spPr>
          <a:xfrm>
            <a:off x="1094125" y="281670"/>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52" name="Google Shape;52;p61"/>
          <p:cNvSpPr txBox="1"/>
          <p:nvPr>
            <p:ph idx="1" type="subTitle"/>
          </p:nvPr>
        </p:nvSpPr>
        <p:spPr>
          <a:xfrm>
            <a:off x="963450" y="1133350"/>
            <a:ext cx="7217100" cy="3024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200"/>
            </a:lvl1pPr>
            <a:lvl2pPr lvl="1" algn="l">
              <a:lnSpc>
                <a:spcPct val="100000"/>
              </a:lnSpc>
              <a:spcBef>
                <a:spcPts val="1600"/>
              </a:spcBef>
              <a:spcAft>
                <a:spcPts val="0"/>
              </a:spcAft>
              <a:buSzPts val="1400"/>
              <a:buNone/>
              <a:defRPr sz="1200"/>
            </a:lvl2pPr>
            <a:lvl3pPr lvl="2" algn="l">
              <a:lnSpc>
                <a:spcPct val="100000"/>
              </a:lnSpc>
              <a:spcBef>
                <a:spcPts val="1600"/>
              </a:spcBef>
              <a:spcAft>
                <a:spcPts val="0"/>
              </a:spcAft>
              <a:buSzPts val="1400"/>
              <a:buNone/>
              <a:defRPr sz="1200"/>
            </a:lvl3pPr>
            <a:lvl4pPr lvl="3" algn="l">
              <a:lnSpc>
                <a:spcPct val="100000"/>
              </a:lnSpc>
              <a:spcBef>
                <a:spcPts val="1600"/>
              </a:spcBef>
              <a:spcAft>
                <a:spcPts val="0"/>
              </a:spcAft>
              <a:buSzPts val="1400"/>
              <a:buNone/>
              <a:defRPr sz="1200"/>
            </a:lvl4pPr>
            <a:lvl5pPr lvl="4" algn="l">
              <a:lnSpc>
                <a:spcPct val="100000"/>
              </a:lnSpc>
              <a:spcBef>
                <a:spcPts val="1600"/>
              </a:spcBef>
              <a:spcAft>
                <a:spcPts val="0"/>
              </a:spcAft>
              <a:buSzPts val="1400"/>
              <a:buNone/>
              <a:defRPr sz="1200"/>
            </a:lvl5pPr>
            <a:lvl6pPr lvl="5" algn="l">
              <a:lnSpc>
                <a:spcPct val="100000"/>
              </a:lnSpc>
              <a:spcBef>
                <a:spcPts val="1600"/>
              </a:spcBef>
              <a:spcAft>
                <a:spcPts val="0"/>
              </a:spcAft>
              <a:buSzPts val="1400"/>
              <a:buNone/>
              <a:defRPr sz="1200"/>
            </a:lvl6pPr>
            <a:lvl7pPr lvl="6" algn="l">
              <a:lnSpc>
                <a:spcPct val="100000"/>
              </a:lnSpc>
              <a:spcBef>
                <a:spcPts val="1600"/>
              </a:spcBef>
              <a:spcAft>
                <a:spcPts val="0"/>
              </a:spcAft>
              <a:buSzPts val="1400"/>
              <a:buNone/>
              <a:defRPr sz="1200"/>
            </a:lvl7pPr>
            <a:lvl8pPr lvl="7" algn="l">
              <a:lnSpc>
                <a:spcPct val="100000"/>
              </a:lnSpc>
              <a:spcBef>
                <a:spcPts val="1600"/>
              </a:spcBef>
              <a:spcAft>
                <a:spcPts val="0"/>
              </a:spcAft>
              <a:buSzPts val="1400"/>
              <a:buNone/>
              <a:defRPr sz="1200"/>
            </a:lvl8pPr>
            <a:lvl9pPr lvl="8" algn="l">
              <a:lnSpc>
                <a:spcPct val="100000"/>
              </a:lnSpc>
              <a:spcBef>
                <a:spcPts val="1600"/>
              </a:spcBef>
              <a:spcAft>
                <a:spcPts val="1600"/>
              </a:spcAft>
              <a:buSzPts val="1400"/>
              <a:buNone/>
              <a:defRPr sz="12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53" name="Shape 53"/>
        <p:cNvGrpSpPr/>
        <p:nvPr/>
      </p:nvGrpSpPr>
      <p:grpSpPr>
        <a:xfrm>
          <a:off x="0" y="0"/>
          <a:ext cx="0" cy="0"/>
          <a:chOff x="0" y="0"/>
          <a:chExt cx="0" cy="0"/>
        </a:xfrm>
      </p:grpSpPr>
      <p:sp>
        <p:nvSpPr>
          <p:cNvPr id="54" name="Google Shape;54;p62"/>
          <p:cNvSpPr/>
          <p:nvPr/>
        </p:nvSpPr>
        <p:spPr>
          <a:xfrm rot="4458820">
            <a:off x="-1366688" y="4266321"/>
            <a:ext cx="2387832" cy="2387832"/>
          </a:xfrm>
          <a:prstGeom prst="blockArc">
            <a:avLst>
              <a:gd fmla="val 12020406" name="adj1"/>
              <a:gd fmla="val 16274686" name="adj2"/>
              <a:gd fmla="val 10157" name="adj3"/>
            </a:avLst>
          </a:prstGeom>
          <a:solidFill>
            <a:srgbClr val="C2C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 name="Google Shape;55;p62"/>
          <p:cNvSpPr/>
          <p:nvPr/>
        </p:nvSpPr>
        <p:spPr>
          <a:xfrm rot="10800000">
            <a:off x="2493150" y="1026650"/>
            <a:ext cx="4157700" cy="2669100"/>
          </a:xfrm>
          <a:prstGeom prst="round1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62"/>
          <p:cNvSpPr txBox="1"/>
          <p:nvPr>
            <p:ph hasCustomPrompt="1" type="title"/>
          </p:nvPr>
        </p:nvSpPr>
        <p:spPr>
          <a:xfrm>
            <a:off x="2493150" y="987600"/>
            <a:ext cx="4157700" cy="2669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1"/>
              </a:buClr>
              <a:buSzPts val="12000"/>
              <a:buNone/>
              <a:defRPr sz="120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57" name="Google Shape;57;p62"/>
          <p:cNvSpPr txBox="1"/>
          <p:nvPr>
            <p:ph idx="2" type="title"/>
          </p:nvPr>
        </p:nvSpPr>
        <p:spPr>
          <a:xfrm>
            <a:off x="2999550" y="3695750"/>
            <a:ext cx="3144900" cy="874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1600">
                <a:solidFill>
                  <a:schemeClr val="accent1"/>
                </a:solidFill>
              </a:defRPr>
            </a:lvl1pPr>
            <a:lvl2pPr lvl="1" algn="r">
              <a:lnSpc>
                <a:spcPct val="100000"/>
              </a:lnSpc>
              <a:spcBef>
                <a:spcPts val="0"/>
              </a:spcBef>
              <a:spcAft>
                <a:spcPts val="0"/>
              </a:spcAft>
              <a:buSzPts val="2800"/>
              <a:buNone/>
              <a:defRPr/>
            </a:lvl2pPr>
            <a:lvl3pPr lvl="2" algn="r">
              <a:lnSpc>
                <a:spcPct val="100000"/>
              </a:lnSpc>
              <a:spcBef>
                <a:spcPts val="0"/>
              </a:spcBef>
              <a:spcAft>
                <a:spcPts val="0"/>
              </a:spcAft>
              <a:buSzPts val="2800"/>
              <a:buNone/>
              <a:defRPr/>
            </a:lvl3pPr>
            <a:lvl4pPr lvl="3" algn="r">
              <a:lnSpc>
                <a:spcPct val="100000"/>
              </a:lnSpc>
              <a:spcBef>
                <a:spcPts val="0"/>
              </a:spcBef>
              <a:spcAft>
                <a:spcPts val="0"/>
              </a:spcAft>
              <a:buSzPts val="2800"/>
              <a:buNone/>
              <a:defRPr/>
            </a:lvl4pPr>
            <a:lvl5pPr lvl="4" algn="r">
              <a:lnSpc>
                <a:spcPct val="100000"/>
              </a:lnSpc>
              <a:spcBef>
                <a:spcPts val="0"/>
              </a:spcBef>
              <a:spcAft>
                <a:spcPts val="0"/>
              </a:spcAft>
              <a:buSzPts val="2800"/>
              <a:buNone/>
              <a:defRPr/>
            </a:lvl5pPr>
            <a:lvl6pPr lvl="5" algn="r">
              <a:lnSpc>
                <a:spcPct val="100000"/>
              </a:lnSpc>
              <a:spcBef>
                <a:spcPts val="0"/>
              </a:spcBef>
              <a:spcAft>
                <a:spcPts val="0"/>
              </a:spcAft>
              <a:buSzPts val="2800"/>
              <a:buNone/>
              <a:defRPr/>
            </a:lvl6pPr>
            <a:lvl7pPr lvl="6" algn="r">
              <a:lnSpc>
                <a:spcPct val="100000"/>
              </a:lnSpc>
              <a:spcBef>
                <a:spcPts val="0"/>
              </a:spcBef>
              <a:spcAft>
                <a:spcPts val="0"/>
              </a:spcAft>
              <a:buSzPts val="2800"/>
              <a:buNone/>
              <a:defRPr/>
            </a:lvl7pPr>
            <a:lvl8pPr lvl="7" algn="r">
              <a:lnSpc>
                <a:spcPct val="100000"/>
              </a:lnSpc>
              <a:spcBef>
                <a:spcPts val="0"/>
              </a:spcBef>
              <a:spcAft>
                <a:spcPts val="0"/>
              </a:spcAft>
              <a:buSzPts val="2800"/>
              <a:buNone/>
              <a:defRPr/>
            </a:lvl8pPr>
            <a:lvl9pPr lvl="8" algn="r">
              <a:lnSpc>
                <a:spcPct val="100000"/>
              </a:lnSpc>
              <a:spcBef>
                <a:spcPts val="0"/>
              </a:spcBef>
              <a:spcAft>
                <a:spcPts val="0"/>
              </a:spcAft>
              <a:buSzPts val="2800"/>
              <a:buNone/>
              <a:defRPr/>
            </a:lvl9pPr>
          </a:lstStyle>
          <a:p/>
        </p:txBody>
      </p:sp>
      <p:sp>
        <p:nvSpPr>
          <p:cNvPr id="58" name="Google Shape;58;p62"/>
          <p:cNvSpPr/>
          <p:nvPr/>
        </p:nvSpPr>
        <p:spPr>
          <a:xfrm rot="10800000">
            <a:off x="7185416" y="-1943003"/>
            <a:ext cx="3679200" cy="3679200"/>
          </a:xfrm>
          <a:prstGeom prst="blockArc">
            <a:avLst>
              <a:gd fmla="val 15904124" name="adj1"/>
              <a:gd fmla="val 21548879" name="adj2"/>
              <a:gd fmla="val 9599"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9" name="Shape 59"/>
        <p:cNvGrpSpPr/>
        <p:nvPr/>
      </p:nvGrpSpPr>
      <p:grpSpPr>
        <a:xfrm>
          <a:off x="0" y="0"/>
          <a:ext cx="0" cy="0"/>
          <a:chOff x="0" y="0"/>
          <a:chExt cx="0" cy="0"/>
        </a:xfrm>
      </p:grpSpPr>
      <p:sp>
        <p:nvSpPr>
          <p:cNvPr id="60" name="Google Shape;60;p66"/>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66"/>
          <p:cNvSpPr txBox="1"/>
          <p:nvPr/>
        </p:nvSpPr>
        <p:spPr>
          <a:xfrm>
            <a:off x="1094125" y="389075"/>
            <a:ext cx="39903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62" name="Google Shape;62;p66"/>
          <p:cNvSpPr/>
          <p:nvPr/>
        </p:nvSpPr>
        <p:spPr>
          <a:xfrm>
            <a:off x="-848712" y="4342678"/>
            <a:ext cx="1705500" cy="1705500"/>
          </a:xfrm>
          <a:prstGeom prst="blockArc">
            <a:avLst>
              <a:gd fmla="val 16164733" name="adj1"/>
              <a:gd fmla="val 69283" name="adj2"/>
              <a:gd fmla="val 23676"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 name="Google Shape;63;p66"/>
          <p:cNvSpPr txBox="1"/>
          <p:nvPr>
            <p:ph idx="1" type="subTitle"/>
          </p:nvPr>
        </p:nvSpPr>
        <p:spPr>
          <a:xfrm>
            <a:off x="1117650" y="3062625"/>
            <a:ext cx="2918400" cy="6594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64" name="Google Shape;64;p66"/>
          <p:cNvSpPr txBox="1"/>
          <p:nvPr>
            <p:ph idx="2" type="subTitle"/>
          </p:nvPr>
        </p:nvSpPr>
        <p:spPr>
          <a:xfrm>
            <a:off x="1117650" y="3440007"/>
            <a:ext cx="2918400" cy="1570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65" name="Google Shape;65;p66"/>
          <p:cNvSpPr txBox="1"/>
          <p:nvPr>
            <p:ph idx="3" type="subTitle"/>
          </p:nvPr>
        </p:nvSpPr>
        <p:spPr>
          <a:xfrm>
            <a:off x="5107950" y="3062613"/>
            <a:ext cx="2918400" cy="6594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6" name="Google Shape;66;p66"/>
          <p:cNvSpPr txBox="1"/>
          <p:nvPr>
            <p:ph idx="4" type="subTitle"/>
          </p:nvPr>
        </p:nvSpPr>
        <p:spPr>
          <a:xfrm>
            <a:off x="5107950" y="3439998"/>
            <a:ext cx="2918400" cy="1570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7" name="Google Shape;67;p66"/>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4_1_1">
    <p:bg>
      <p:bgPr>
        <a:noFill/>
      </p:bgPr>
    </p:bg>
    <p:spTree>
      <p:nvGrpSpPr>
        <p:cNvPr id="68" name="Shape 68"/>
        <p:cNvGrpSpPr/>
        <p:nvPr/>
      </p:nvGrpSpPr>
      <p:grpSpPr>
        <a:xfrm>
          <a:off x="0" y="0"/>
          <a:ext cx="0" cy="0"/>
          <a:chOff x="0" y="0"/>
          <a:chExt cx="0" cy="0"/>
        </a:xfrm>
      </p:grpSpPr>
      <p:sp>
        <p:nvSpPr>
          <p:cNvPr id="69" name="Google Shape;69;p67"/>
          <p:cNvSpPr/>
          <p:nvPr/>
        </p:nvSpPr>
        <p:spPr>
          <a:xfrm rot="-5400000">
            <a:off x="7965010" y="-1097203"/>
            <a:ext cx="2387700" cy="2387700"/>
          </a:xfrm>
          <a:prstGeom prst="blockArc">
            <a:avLst>
              <a:gd fmla="val 10820796" name="adj1"/>
              <a:gd fmla="val 16556050" name="adj2"/>
              <a:gd fmla="val 1084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 name="Google Shape;70;p67"/>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 name="Google Shape;71;p67"/>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72" name="Google Shape;72;p67"/>
          <p:cNvSpPr/>
          <p:nvPr/>
        </p:nvSpPr>
        <p:spPr>
          <a:xfrm rot="-900003">
            <a:off x="-1468002" y="4320800"/>
            <a:ext cx="2387761" cy="2387761"/>
          </a:xfrm>
          <a:prstGeom prst="blockArc">
            <a:avLst>
              <a:gd fmla="val 17506725" name="adj1"/>
              <a:gd fmla="val 21555750" name="adj2"/>
              <a:gd fmla="val 9524"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 name="Google Shape;73;p67"/>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_1">
    <p:bg>
      <p:bgPr>
        <a:noFill/>
      </p:bgPr>
    </p:bg>
    <p:spTree>
      <p:nvGrpSpPr>
        <p:cNvPr id="74" name="Shape 74"/>
        <p:cNvGrpSpPr/>
        <p:nvPr/>
      </p:nvGrpSpPr>
      <p:grpSpPr>
        <a:xfrm>
          <a:off x="0" y="0"/>
          <a:ext cx="0" cy="0"/>
          <a:chOff x="0" y="0"/>
          <a:chExt cx="0" cy="0"/>
        </a:xfrm>
      </p:grpSpPr>
      <p:sp>
        <p:nvSpPr>
          <p:cNvPr id="75" name="Google Shape;75;p68"/>
          <p:cNvSpPr/>
          <p:nvPr/>
        </p:nvSpPr>
        <p:spPr>
          <a:xfrm rot="-5400000">
            <a:off x="8177603" y="-1151798"/>
            <a:ext cx="1948500" cy="1948500"/>
          </a:xfrm>
          <a:prstGeom prst="blockArc">
            <a:avLst>
              <a:gd fmla="val 10796618" name="adj1"/>
              <a:gd fmla="val 15882085" name="adj2"/>
              <a:gd fmla="val 7819" name="adj3"/>
            </a:avLst>
          </a:prstGeom>
          <a:solidFill>
            <a:srgbClr val="C2C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 name="Google Shape;76;p68"/>
          <p:cNvSpPr/>
          <p:nvPr/>
        </p:nvSpPr>
        <p:spPr>
          <a:xfrm rot="-900003">
            <a:off x="-1427327" y="3995525"/>
            <a:ext cx="2387761" cy="2387761"/>
          </a:xfrm>
          <a:prstGeom prst="blockArc">
            <a:avLst>
              <a:gd fmla="val 17683086" name="adj1"/>
              <a:gd fmla="val 837016" name="adj2"/>
              <a:gd fmla="val 9209"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 name="Google Shape;77;p68"/>
          <p:cNvSpPr txBox="1"/>
          <p:nvPr>
            <p:ph type="title"/>
          </p:nvPr>
        </p:nvSpPr>
        <p:spPr>
          <a:xfrm>
            <a:off x="938675" y="1236950"/>
            <a:ext cx="3613800" cy="1270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3000"/>
              <a:buNone/>
              <a:defRPr sz="3000">
                <a:solidFill>
                  <a:schemeClr val="accen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78" name="Google Shape;78;p68"/>
          <p:cNvSpPr txBox="1"/>
          <p:nvPr>
            <p:ph idx="1" type="subTitle"/>
          </p:nvPr>
        </p:nvSpPr>
        <p:spPr>
          <a:xfrm>
            <a:off x="1028700" y="2030575"/>
            <a:ext cx="3613800" cy="2412600"/>
          </a:xfrm>
          <a:prstGeom prst="rect">
            <a:avLst/>
          </a:prstGeom>
          <a:noFill/>
          <a:ln>
            <a:noFill/>
          </a:ln>
        </p:spPr>
        <p:txBody>
          <a:bodyPr anchorCtr="0" anchor="ctr" bIns="91425" lIns="0"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5">
    <p:spTree>
      <p:nvGrpSpPr>
        <p:cNvPr id="79" name="Shape 79"/>
        <p:cNvGrpSpPr/>
        <p:nvPr/>
      </p:nvGrpSpPr>
      <p:grpSpPr>
        <a:xfrm>
          <a:off x="0" y="0"/>
          <a:ext cx="0" cy="0"/>
          <a:chOff x="0" y="0"/>
          <a:chExt cx="0" cy="0"/>
        </a:xfrm>
      </p:grpSpPr>
      <p:sp>
        <p:nvSpPr>
          <p:cNvPr id="80" name="Google Shape;80;p69"/>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 name="Google Shape;81;p69"/>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82" name="Google Shape;82;p69"/>
          <p:cNvSpPr txBox="1"/>
          <p:nvPr>
            <p:ph idx="1" type="subTitle"/>
          </p:nvPr>
        </p:nvSpPr>
        <p:spPr>
          <a:xfrm>
            <a:off x="1030775" y="34124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3" name="Google Shape;83;p69"/>
          <p:cNvSpPr txBox="1"/>
          <p:nvPr>
            <p:ph idx="2" type="subTitle"/>
          </p:nvPr>
        </p:nvSpPr>
        <p:spPr>
          <a:xfrm>
            <a:off x="1030775" y="37298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4" name="Google Shape;84;p69"/>
          <p:cNvSpPr txBox="1"/>
          <p:nvPr>
            <p:ph idx="3" type="subTitle"/>
          </p:nvPr>
        </p:nvSpPr>
        <p:spPr>
          <a:xfrm>
            <a:off x="3445500" y="34124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5" name="Google Shape;85;p69"/>
          <p:cNvSpPr txBox="1"/>
          <p:nvPr>
            <p:ph idx="4" type="subTitle"/>
          </p:nvPr>
        </p:nvSpPr>
        <p:spPr>
          <a:xfrm>
            <a:off x="3445500" y="37298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6" name="Google Shape;86;p69"/>
          <p:cNvSpPr txBox="1"/>
          <p:nvPr>
            <p:ph idx="5" type="subTitle"/>
          </p:nvPr>
        </p:nvSpPr>
        <p:spPr>
          <a:xfrm>
            <a:off x="5860225" y="34124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7" name="Google Shape;87;p69"/>
          <p:cNvSpPr txBox="1"/>
          <p:nvPr>
            <p:ph idx="6" type="subTitle"/>
          </p:nvPr>
        </p:nvSpPr>
        <p:spPr>
          <a:xfrm>
            <a:off x="5860225" y="37298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8" name="Google Shape;88;p69"/>
          <p:cNvSpPr txBox="1"/>
          <p:nvPr>
            <p:ph idx="7" type="subTitle"/>
          </p:nvPr>
        </p:nvSpPr>
        <p:spPr>
          <a:xfrm>
            <a:off x="1030775" y="18646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9" name="Google Shape;89;p69"/>
          <p:cNvSpPr txBox="1"/>
          <p:nvPr>
            <p:ph idx="8" type="subTitle"/>
          </p:nvPr>
        </p:nvSpPr>
        <p:spPr>
          <a:xfrm>
            <a:off x="1030775" y="21820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0" name="Google Shape;90;p69"/>
          <p:cNvSpPr txBox="1"/>
          <p:nvPr>
            <p:ph idx="9" type="subTitle"/>
          </p:nvPr>
        </p:nvSpPr>
        <p:spPr>
          <a:xfrm>
            <a:off x="3445500" y="18646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1" name="Google Shape;91;p69"/>
          <p:cNvSpPr txBox="1"/>
          <p:nvPr>
            <p:ph idx="13" type="subTitle"/>
          </p:nvPr>
        </p:nvSpPr>
        <p:spPr>
          <a:xfrm>
            <a:off x="3445500" y="21820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2" name="Google Shape;92;p69"/>
          <p:cNvSpPr txBox="1"/>
          <p:nvPr>
            <p:ph idx="14" type="subTitle"/>
          </p:nvPr>
        </p:nvSpPr>
        <p:spPr>
          <a:xfrm>
            <a:off x="5860225" y="18646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3" name="Google Shape;93;p69"/>
          <p:cNvSpPr txBox="1"/>
          <p:nvPr>
            <p:ph idx="15" type="subTitle"/>
          </p:nvPr>
        </p:nvSpPr>
        <p:spPr>
          <a:xfrm>
            <a:off x="5860225" y="21820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4" name="Google Shape;94;p69"/>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95" name="Google Shape;95;p69"/>
          <p:cNvSpPr/>
          <p:nvPr/>
        </p:nvSpPr>
        <p:spPr>
          <a:xfrm>
            <a:off x="8301363" y="4271528"/>
            <a:ext cx="1705500" cy="1705500"/>
          </a:xfrm>
          <a:prstGeom prst="blockArc">
            <a:avLst>
              <a:gd fmla="val 10676778" name="adj1"/>
              <a:gd fmla="val 16322302" name="adj2"/>
              <a:gd fmla="val 11982"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6" name="Shape 9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3_1">
    <p:bg>
      <p:bgPr>
        <a:solidFill>
          <a:schemeClr val="accent2"/>
        </a:solidFill>
      </p:bgPr>
    </p:bg>
    <p:spTree>
      <p:nvGrpSpPr>
        <p:cNvPr id="97" name="Shape 97"/>
        <p:cNvGrpSpPr/>
        <p:nvPr/>
      </p:nvGrpSpPr>
      <p:grpSpPr>
        <a:xfrm>
          <a:off x="0" y="0"/>
          <a:ext cx="0" cy="0"/>
          <a:chOff x="0" y="0"/>
          <a:chExt cx="0" cy="0"/>
        </a:xfrm>
      </p:grpSpPr>
      <p:sp>
        <p:nvSpPr>
          <p:cNvPr id="98" name="Google Shape;98;p71"/>
          <p:cNvSpPr/>
          <p:nvPr/>
        </p:nvSpPr>
        <p:spPr>
          <a:xfrm rot="-6299986">
            <a:off x="7656229" y="3062123"/>
            <a:ext cx="3353359" cy="3679155"/>
          </a:xfrm>
          <a:prstGeom prst="blockArc">
            <a:avLst>
              <a:gd fmla="val 16550563" name="adj1"/>
              <a:gd fmla="val 608065" name="adj2"/>
              <a:gd fmla="val 8235"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 name="Google Shape;99;p71"/>
          <p:cNvSpPr/>
          <p:nvPr/>
        </p:nvSpPr>
        <p:spPr>
          <a:xfrm rot="8596392">
            <a:off x="-759489" y="-901893"/>
            <a:ext cx="1705685" cy="1705685"/>
          </a:xfrm>
          <a:prstGeom prst="blockArc">
            <a:avLst>
              <a:gd fmla="val 13159347" name="adj1"/>
              <a:gd fmla="val 19114359" name="adj2"/>
              <a:gd fmla="val 2148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 name="Google Shape;100;p71"/>
          <p:cNvSpPr/>
          <p:nvPr/>
        </p:nvSpPr>
        <p:spPr>
          <a:xfrm rot="10800000">
            <a:off x="516000" y="399750"/>
            <a:ext cx="8112000" cy="4344000"/>
          </a:xfrm>
          <a:prstGeom prst="round1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 name="Google Shape;101;p71"/>
          <p:cNvSpPr txBox="1"/>
          <p:nvPr/>
        </p:nvSpPr>
        <p:spPr>
          <a:xfrm>
            <a:off x="1094125" y="1417550"/>
            <a:ext cx="6818100" cy="21855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27316F"/>
              </a:solidFill>
              <a:latin typeface="Montserrat"/>
              <a:ea typeface="Montserrat"/>
              <a:cs typeface="Montserrat"/>
              <a:sym typeface="Montserrat"/>
            </a:endParaRPr>
          </a:p>
        </p:txBody>
      </p:sp>
      <p:sp>
        <p:nvSpPr>
          <p:cNvPr id="102" name="Google Shape;102;p71"/>
          <p:cNvSpPr txBox="1"/>
          <p:nvPr/>
        </p:nvSpPr>
        <p:spPr>
          <a:xfrm>
            <a:off x="5261025" y="3460725"/>
            <a:ext cx="2651100" cy="9351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1400"/>
              <a:buFont typeface="Arial"/>
              <a:buNone/>
            </a:pPr>
            <a:r>
              <a:t/>
            </a:r>
            <a:endParaRPr b="1" i="0" sz="1400" u="none" cap="none" strike="noStrike">
              <a:solidFill>
                <a:srgbClr val="FFC800"/>
              </a:solidFill>
              <a:latin typeface="Montserrat"/>
              <a:ea typeface="Montserrat"/>
              <a:cs typeface="Montserrat"/>
              <a:sym typeface="Montserrat"/>
            </a:endParaRPr>
          </a:p>
        </p:txBody>
      </p:sp>
      <p:sp>
        <p:nvSpPr>
          <p:cNvPr id="103" name="Google Shape;103;p71"/>
          <p:cNvSpPr txBox="1"/>
          <p:nvPr>
            <p:ph type="title"/>
          </p:nvPr>
        </p:nvSpPr>
        <p:spPr>
          <a:xfrm>
            <a:off x="1094125" y="1417550"/>
            <a:ext cx="6678300" cy="1939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1"/>
                </a:solidFill>
              </a:defRPr>
            </a:lvl1pPr>
            <a:lvl2pPr lvl="1" algn="ctr">
              <a:lnSpc>
                <a:spcPct val="100000"/>
              </a:lnSpc>
              <a:spcBef>
                <a:spcPts val="0"/>
              </a:spcBef>
              <a:spcAft>
                <a:spcPts val="0"/>
              </a:spcAft>
              <a:buSzPts val="2800"/>
              <a:buNone/>
              <a:defRPr>
                <a:solidFill>
                  <a:schemeClr val="accent1"/>
                </a:solidFill>
              </a:defRPr>
            </a:lvl2pPr>
            <a:lvl3pPr lvl="2" algn="ctr">
              <a:lnSpc>
                <a:spcPct val="100000"/>
              </a:lnSpc>
              <a:spcBef>
                <a:spcPts val="0"/>
              </a:spcBef>
              <a:spcAft>
                <a:spcPts val="0"/>
              </a:spcAft>
              <a:buSzPts val="2800"/>
              <a:buNone/>
              <a:defRPr>
                <a:solidFill>
                  <a:schemeClr val="accent1"/>
                </a:solidFill>
              </a:defRPr>
            </a:lvl3pPr>
            <a:lvl4pPr lvl="3" algn="ctr">
              <a:lnSpc>
                <a:spcPct val="100000"/>
              </a:lnSpc>
              <a:spcBef>
                <a:spcPts val="0"/>
              </a:spcBef>
              <a:spcAft>
                <a:spcPts val="0"/>
              </a:spcAft>
              <a:buSzPts val="2800"/>
              <a:buNone/>
              <a:defRPr>
                <a:solidFill>
                  <a:schemeClr val="accent1"/>
                </a:solidFill>
              </a:defRPr>
            </a:lvl4pPr>
            <a:lvl5pPr lvl="4" algn="ctr">
              <a:lnSpc>
                <a:spcPct val="100000"/>
              </a:lnSpc>
              <a:spcBef>
                <a:spcPts val="0"/>
              </a:spcBef>
              <a:spcAft>
                <a:spcPts val="0"/>
              </a:spcAft>
              <a:buSzPts val="2800"/>
              <a:buNone/>
              <a:defRPr>
                <a:solidFill>
                  <a:schemeClr val="accent1"/>
                </a:solidFill>
              </a:defRPr>
            </a:lvl5pPr>
            <a:lvl6pPr lvl="5" algn="ctr">
              <a:lnSpc>
                <a:spcPct val="100000"/>
              </a:lnSpc>
              <a:spcBef>
                <a:spcPts val="0"/>
              </a:spcBef>
              <a:spcAft>
                <a:spcPts val="0"/>
              </a:spcAft>
              <a:buSzPts val="2800"/>
              <a:buNone/>
              <a:defRPr>
                <a:solidFill>
                  <a:schemeClr val="accent1"/>
                </a:solidFill>
              </a:defRPr>
            </a:lvl6pPr>
            <a:lvl7pPr lvl="6" algn="ctr">
              <a:lnSpc>
                <a:spcPct val="100000"/>
              </a:lnSpc>
              <a:spcBef>
                <a:spcPts val="0"/>
              </a:spcBef>
              <a:spcAft>
                <a:spcPts val="0"/>
              </a:spcAft>
              <a:buSzPts val="2800"/>
              <a:buNone/>
              <a:defRPr>
                <a:solidFill>
                  <a:schemeClr val="accent1"/>
                </a:solidFill>
              </a:defRPr>
            </a:lvl7pPr>
            <a:lvl8pPr lvl="7" algn="ctr">
              <a:lnSpc>
                <a:spcPct val="100000"/>
              </a:lnSpc>
              <a:spcBef>
                <a:spcPts val="0"/>
              </a:spcBef>
              <a:spcAft>
                <a:spcPts val="0"/>
              </a:spcAft>
              <a:buSzPts val="2800"/>
              <a:buNone/>
              <a:defRPr>
                <a:solidFill>
                  <a:schemeClr val="accent1"/>
                </a:solidFill>
              </a:defRPr>
            </a:lvl8pPr>
            <a:lvl9pPr lvl="8" algn="ctr">
              <a:lnSpc>
                <a:spcPct val="100000"/>
              </a:lnSpc>
              <a:spcBef>
                <a:spcPts val="0"/>
              </a:spcBef>
              <a:spcAft>
                <a:spcPts val="0"/>
              </a:spcAft>
              <a:buSzPts val="2800"/>
              <a:buNone/>
              <a:defRPr>
                <a:solidFill>
                  <a:schemeClr val="accent1"/>
                </a:solidFill>
              </a:defRPr>
            </a:lvl9pPr>
          </a:lstStyle>
          <a:p/>
        </p:txBody>
      </p:sp>
      <p:sp>
        <p:nvSpPr>
          <p:cNvPr id="104" name="Google Shape;104;p71"/>
          <p:cNvSpPr txBox="1"/>
          <p:nvPr>
            <p:ph idx="1" type="subTitle"/>
          </p:nvPr>
        </p:nvSpPr>
        <p:spPr>
          <a:xfrm>
            <a:off x="1094125" y="3504250"/>
            <a:ext cx="6635100" cy="498600"/>
          </a:xfrm>
          <a:prstGeom prst="rect">
            <a:avLst/>
          </a:prstGeom>
          <a:noFill/>
          <a:ln>
            <a:noFill/>
          </a:ln>
        </p:spPr>
        <p:txBody>
          <a:bodyPr anchorCtr="0" anchor="t" bIns="91425" lIns="91425" spcFirstLastPara="1" rIns="91425" wrap="square" tIns="91425">
            <a:noAutofit/>
          </a:bodyPr>
          <a:lstStyle>
            <a:lvl1pPr lvl="0" algn="r">
              <a:lnSpc>
                <a:spcPct val="115000"/>
              </a:lnSpc>
              <a:spcBef>
                <a:spcPts val="0"/>
              </a:spcBef>
              <a:spcAft>
                <a:spcPts val="0"/>
              </a:spcAft>
              <a:buSzPts val="1400"/>
              <a:buNone/>
              <a:defRPr b="1" sz="1600">
                <a:solidFill>
                  <a:schemeClr val="accent3"/>
                </a:solidFill>
              </a:defRPr>
            </a:lvl1pPr>
            <a:lvl2pPr lvl="1" algn="ctr">
              <a:lnSpc>
                <a:spcPct val="115000"/>
              </a:lnSpc>
              <a:spcBef>
                <a:spcPts val="1600"/>
              </a:spcBef>
              <a:spcAft>
                <a:spcPts val="0"/>
              </a:spcAft>
              <a:buSzPts val="1400"/>
              <a:buNone/>
              <a:defRPr/>
            </a:lvl2pPr>
            <a:lvl3pPr lvl="2" algn="ctr">
              <a:lnSpc>
                <a:spcPct val="115000"/>
              </a:lnSpc>
              <a:spcBef>
                <a:spcPts val="1600"/>
              </a:spcBef>
              <a:spcAft>
                <a:spcPts val="0"/>
              </a:spcAft>
              <a:buSzPts val="1400"/>
              <a:buNone/>
              <a:defRPr/>
            </a:lvl3pPr>
            <a:lvl4pPr lvl="3" algn="ctr">
              <a:lnSpc>
                <a:spcPct val="115000"/>
              </a:lnSpc>
              <a:spcBef>
                <a:spcPts val="1600"/>
              </a:spcBef>
              <a:spcAft>
                <a:spcPts val="0"/>
              </a:spcAft>
              <a:buSzPts val="1400"/>
              <a:buNone/>
              <a:defRPr/>
            </a:lvl4pPr>
            <a:lvl5pPr lvl="4" algn="ctr">
              <a:lnSpc>
                <a:spcPct val="115000"/>
              </a:lnSpc>
              <a:spcBef>
                <a:spcPts val="1600"/>
              </a:spcBef>
              <a:spcAft>
                <a:spcPts val="0"/>
              </a:spcAft>
              <a:buSzPts val="1400"/>
              <a:buNone/>
              <a:defRPr/>
            </a:lvl5pPr>
            <a:lvl6pPr lvl="5" algn="ctr">
              <a:lnSpc>
                <a:spcPct val="115000"/>
              </a:lnSpc>
              <a:spcBef>
                <a:spcPts val="1600"/>
              </a:spcBef>
              <a:spcAft>
                <a:spcPts val="0"/>
              </a:spcAft>
              <a:buSzPts val="1400"/>
              <a:buNone/>
              <a:defRPr/>
            </a:lvl6pPr>
            <a:lvl7pPr lvl="6" algn="ctr">
              <a:lnSpc>
                <a:spcPct val="115000"/>
              </a:lnSpc>
              <a:spcBef>
                <a:spcPts val="1600"/>
              </a:spcBef>
              <a:spcAft>
                <a:spcPts val="0"/>
              </a:spcAft>
              <a:buSzPts val="1400"/>
              <a:buNone/>
              <a:defRPr/>
            </a:lvl7pPr>
            <a:lvl8pPr lvl="7" algn="ctr">
              <a:lnSpc>
                <a:spcPct val="115000"/>
              </a:lnSpc>
              <a:spcBef>
                <a:spcPts val="1600"/>
              </a:spcBef>
              <a:spcAft>
                <a:spcPts val="0"/>
              </a:spcAft>
              <a:buSzPts val="1400"/>
              <a:buNone/>
              <a:defRPr/>
            </a:lvl8pPr>
            <a:lvl9pPr lvl="8" algn="ctr">
              <a:lnSpc>
                <a:spcPct val="115000"/>
              </a:lnSpc>
              <a:spcBef>
                <a:spcPts val="1600"/>
              </a:spcBef>
              <a:spcAft>
                <a:spcPts val="160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5" name="Shape 105"/>
        <p:cNvGrpSpPr/>
        <p:nvPr/>
      </p:nvGrpSpPr>
      <p:grpSpPr>
        <a:xfrm>
          <a:off x="0" y="0"/>
          <a:ext cx="0" cy="0"/>
          <a:chOff x="0" y="0"/>
          <a:chExt cx="0" cy="0"/>
        </a:xfrm>
      </p:grpSpPr>
      <p:sp>
        <p:nvSpPr>
          <p:cNvPr id="106" name="Google Shape;106;p72"/>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72"/>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108" name="Google Shape;108;p72"/>
          <p:cNvSpPr/>
          <p:nvPr/>
        </p:nvSpPr>
        <p:spPr>
          <a:xfrm>
            <a:off x="8301363" y="4271528"/>
            <a:ext cx="1705500" cy="1705500"/>
          </a:xfrm>
          <a:prstGeom prst="blockArc">
            <a:avLst>
              <a:gd fmla="val 10676778" name="adj1"/>
              <a:gd fmla="val 16322302" name="adj2"/>
              <a:gd fmla="val 11982"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72"/>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words">
  <p:cSld name="CUSTOM_4_1_1_1_1_1">
    <p:bg>
      <p:bgPr>
        <a:noFill/>
      </p:bgPr>
    </p:bg>
    <p:spTree>
      <p:nvGrpSpPr>
        <p:cNvPr id="110" name="Shape 110"/>
        <p:cNvGrpSpPr/>
        <p:nvPr/>
      </p:nvGrpSpPr>
      <p:grpSpPr>
        <a:xfrm>
          <a:off x="0" y="0"/>
          <a:ext cx="0" cy="0"/>
          <a:chOff x="0" y="0"/>
          <a:chExt cx="0" cy="0"/>
        </a:xfrm>
      </p:grpSpPr>
      <p:sp>
        <p:nvSpPr>
          <p:cNvPr id="111" name="Google Shape;111;p73"/>
          <p:cNvSpPr txBox="1"/>
          <p:nvPr>
            <p:ph type="title"/>
          </p:nvPr>
        </p:nvSpPr>
        <p:spPr>
          <a:xfrm>
            <a:off x="4858175" y="3478275"/>
            <a:ext cx="3914100" cy="1424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2400">
                <a:solidFill>
                  <a:schemeClr val="accent2"/>
                </a:solidFill>
              </a:defRPr>
            </a:lvl1pPr>
            <a:lvl2pPr lvl="1" algn="l">
              <a:lnSpc>
                <a:spcPct val="100000"/>
              </a:lnSpc>
              <a:spcBef>
                <a:spcPts val="0"/>
              </a:spcBef>
              <a:spcAft>
                <a:spcPts val="0"/>
              </a:spcAft>
              <a:buSzPts val="2800"/>
              <a:buNone/>
              <a:defRPr>
                <a:solidFill>
                  <a:schemeClr val="accent2"/>
                </a:solidFill>
              </a:defRPr>
            </a:lvl2pPr>
            <a:lvl3pPr lvl="2" algn="l">
              <a:lnSpc>
                <a:spcPct val="100000"/>
              </a:lnSpc>
              <a:spcBef>
                <a:spcPts val="0"/>
              </a:spcBef>
              <a:spcAft>
                <a:spcPts val="0"/>
              </a:spcAft>
              <a:buSzPts val="2800"/>
              <a:buNone/>
              <a:defRPr>
                <a:solidFill>
                  <a:schemeClr val="accent2"/>
                </a:solidFill>
              </a:defRPr>
            </a:lvl3pPr>
            <a:lvl4pPr lvl="3" algn="l">
              <a:lnSpc>
                <a:spcPct val="100000"/>
              </a:lnSpc>
              <a:spcBef>
                <a:spcPts val="0"/>
              </a:spcBef>
              <a:spcAft>
                <a:spcPts val="0"/>
              </a:spcAft>
              <a:buSzPts val="2800"/>
              <a:buNone/>
              <a:defRPr>
                <a:solidFill>
                  <a:schemeClr val="accent2"/>
                </a:solidFill>
              </a:defRPr>
            </a:lvl4pPr>
            <a:lvl5pPr lvl="4" algn="l">
              <a:lnSpc>
                <a:spcPct val="100000"/>
              </a:lnSpc>
              <a:spcBef>
                <a:spcPts val="0"/>
              </a:spcBef>
              <a:spcAft>
                <a:spcPts val="0"/>
              </a:spcAft>
              <a:buSzPts val="2800"/>
              <a:buNone/>
              <a:defRPr>
                <a:solidFill>
                  <a:schemeClr val="accent2"/>
                </a:solidFill>
              </a:defRPr>
            </a:lvl5pPr>
            <a:lvl6pPr lvl="5" algn="l">
              <a:lnSpc>
                <a:spcPct val="100000"/>
              </a:lnSpc>
              <a:spcBef>
                <a:spcPts val="0"/>
              </a:spcBef>
              <a:spcAft>
                <a:spcPts val="0"/>
              </a:spcAft>
              <a:buSzPts val="2800"/>
              <a:buNone/>
              <a:defRPr>
                <a:solidFill>
                  <a:schemeClr val="accent2"/>
                </a:solidFill>
              </a:defRPr>
            </a:lvl6pPr>
            <a:lvl7pPr lvl="6" algn="l">
              <a:lnSpc>
                <a:spcPct val="100000"/>
              </a:lnSpc>
              <a:spcBef>
                <a:spcPts val="0"/>
              </a:spcBef>
              <a:spcAft>
                <a:spcPts val="0"/>
              </a:spcAft>
              <a:buSzPts val="2800"/>
              <a:buNone/>
              <a:defRPr>
                <a:solidFill>
                  <a:schemeClr val="accent2"/>
                </a:solidFill>
              </a:defRPr>
            </a:lvl7pPr>
            <a:lvl8pPr lvl="7" algn="l">
              <a:lnSpc>
                <a:spcPct val="100000"/>
              </a:lnSpc>
              <a:spcBef>
                <a:spcPts val="0"/>
              </a:spcBef>
              <a:spcAft>
                <a:spcPts val="0"/>
              </a:spcAft>
              <a:buSzPts val="2800"/>
              <a:buNone/>
              <a:defRPr>
                <a:solidFill>
                  <a:schemeClr val="accent2"/>
                </a:solidFill>
              </a:defRPr>
            </a:lvl8pPr>
            <a:lvl9pPr lvl="8" algn="l">
              <a:lnSpc>
                <a:spcPct val="100000"/>
              </a:lnSpc>
              <a:spcBef>
                <a:spcPts val="0"/>
              </a:spcBef>
              <a:spcAft>
                <a:spcPts val="0"/>
              </a:spcAft>
              <a:buSzPts val="2800"/>
              <a:buNone/>
              <a:defRPr>
                <a:solidFill>
                  <a:schemeClr val="accent2"/>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s numbers">
  <p:cSld name="CUSTOM_1_1">
    <p:spTree>
      <p:nvGrpSpPr>
        <p:cNvPr id="112" name="Shape 112"/>
        <p:cNvGrpSpPr/>
        <p:nvPr/>
      </p:nvGrpSpPr>
      <p:grpSpPr>
        <a:xfrm>
          <a:off x="0" y="0"/>
          <a:ext cx="0" cy="0"/>
          <a:chOff x="0" y="0"/>
          <a:chExt cx="0" cy="0"/>
        </a:xfrm>
      </p:grpSpPr>
      <p:sp>
        <p:nvSpPr>
          <p:cNvPr id="113" name="Google Shape;113;p74"/>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74"/>
          <p:cNvSpPr/>
          <p:nvPr/>
        </p:nvSpPr>
        <p:spPr>
          <a:xfrm rot="1339804">
            <a:off x="-518444" y="4635459"/>
            <a:ext cx="1008313" cy="1008313"/>
          </a:xfrm>
          <a:prstGeom prst="blockArc">
            <a:avLst>
              <a:gd fmla="val 14875850" name="adj1"/>
              <a:gd fmla="val 20435345" name="adj2"/>
              <a:gd fmla="val 28025"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 name="Google Shape;115;p74"/>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116" name="Google Shape;116;p74"/>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7" name="Google Shape;117;p74"/>
          <p:cNvSpPr txBox="1"/>
          <p:nvPr>
            <p:ph idx="2" type="title"/>
          </p:nvPr>
        </p:nvSpPr>
        <p:spPr>
          <a:xfrm>
            <a:off x="2405950" y="1258650"/>
            <a:ext cx="2018400" cy="39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1800">
                <a:solidFill>
                  <a:schemeClr val="accent1"/>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p:txBody>
      </p:sp>
      <p:sp>
        <p:nvSpPr>
          <p:cNvPr id="118" name="Google Shape;118;p74"/>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119" name="Google Shape;119;p74"/>
          <p:cNvSpPr txBox="1"/>
          <p:nvPr>
            <p:ph idx="1" type="subTitle"/>
          </p:nvPr>
        </p:nvSpPr>
        <p:spPr>
          <a:xfrm>
            <a:off x="2405950" y="1531400"/>
            <a:ext cx="2018400" cy="393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120" name="Google Shape;120;p74"/>
          <p:cNvSpPr txBox="1"/>
          <p:nvPr>
            <p:ph idx="3" type="subTitle"/>
          </p:nvPr>
        </p:nvSpPr>
        <p:spPr>
          <a:xfrm>
            <a:off x="2405950" y="1925000"/>
            <a:ext cx="2018400" cy="90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21" name="Google Shape;121;p74"/>
          <p:cNvSpPr txBox="1"/>
          <p:nvPr>
            <p:ph idx="4" type="title"/>
          </p:nvPr>
        </p:nvSpPr>
        <p:spPr>
          <a:xfrm>
            <a:off x="2373850" y="3098650"/>
            <a:ext cx="2018400" cy="39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1800">
                <a:solidFill>
                  <a:schemeClr val="accent1"/>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p:txBody>
      </p:sp>
      <p:sp>
        <p:nvSpPr>
          <p:cNvPr id="122" name="Google Shape;122;p74"/>
          <p:cNvSpPr txBox="1"/>
          <p:nvPr>
            <p:ph idx="5" type="subTitle"/>
          </p:nvPr>
        </p:nvSpPr>
        <p:spPr>
          <a:xfrm>
            <a:off x="2373850" y="3371400"/>
            <a:ext cx="2018400" cy="393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123" name="Google Shape;123;p74"/>
          <p:cNvSpPr txBox="1"/>
          <p:nvPr>
            <p:ph idx="6" type="subTitle"/>
          </p:nvPr>
        </p:nvSpPr>
        <p:spPr>
          <a:xfrm>
            <a:off x="2373850" y="3765000"/>
            <a:ext cx="2018400" cy="90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24" name="Google Shape;124;p74"/>
          <p:cNvSpPr txBox="1"/>
          <p:nvPr>
            <p:ph idx="7" type="title"/>
          </p:nvPr>
        </p:nvSpPr>
        <p:spPr>
          <a:xfrm>
            <a:off x="6154650" y="1258650"/>
            <a:ext cx="2018400" cy="39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1800">
                <a:solidFill>
                  <a:schemeClr val="accent1"/>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p:txBody>
      </p:sp>
      <p:sp>
        <p:nvSpPr>
          <p:cNvPr id="125" name="Google Shape;125;p74"/>
          <p:cNvSpPr txBox="1"/>
          <p:nvPr>
            <p:ph idx="8" type="subTitle"/>
          </p:nvPr>
        </p:nvSpPr>
        <p:spPr>
          <a:xfrm>
            <a:off x="6154650" y="1531400"/>
            <a:ext cx="2018400" cy="393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126" name="Google Shape;126;p74"/>
          <p:cNvSpPr txBox="1"/>
          <p:nvPr>
            <p:ph idx="9" type="subTitle"/>
          </p:nvPr>
        </p:nvSpPr>
        <p:spPr>
          <a:xfrm>
            <a:off x="6154650" y="1925000"/>
            <a:ext cx="2018400" cy="90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27" name="Google Shape;127;p74"/>
          <p:cNvSpPr txBox="1"/>
          <p:nvPr>
            <p:ph idx="13" type="title"/>
          </p:nvPr>
        </p:nvSpPr>
        <p:spPr>
          <a:xfrm>
            <a:off x="6122550" y="3098650"/>
            <a:ext cx="2018400" cy="39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1800">
                <a:solidFill>
                  <a:schemeClr val="accent1"/>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p:txBody>
      </p:sp>
      <p:sp>
        <p:nvSpPr>
          <p:cNvPr id="128" name="Google Shape;128;p74"/>
          <p:cNvSpPr txBox="1"/>
          <p:nvPr>
            <p:ph idx="14" type="subTitle"/>
          </p:nvPr>
        </p:nvSpPr>
        <p:spPr>
          <a:xfrm>
            <a:off x="6122550" y="3371400"/>
            <a:ext cx="2018400" cy="393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129" name="Google Shape;129;p74"/>
          <p:cNvSpPr txBox="1"/>
          <p:nvPr>
            <p:ph idx="15" type="subTitle"/>
          </p:nvPr>
        </p:nvSpPr>
        <p:spPr>
          <a:xfrm>
            <a:off x="6122550" y="3765000"/>
            <a:ext cx="2018400" cy="90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30" name="Google Shape;130;p74"/>
          <p:cNvSpPr txBox="1"/>
          <p:nvPr>
            <p:ph idx="16"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text columns ">
  <p:cSld name="CUSTOM_4">
    <p:bg>
      <p:bgPr>
        <a:noFill/>
      </p:bgPr>
    </p:bg>
    <p:spTree>
      <p:nvGrpSpPr>
        <p:cNvPr id="131" name="Shape 131"/>
        <p:cNvGrpSpPr/>
        <p:nvPr/>
      </p:nvGrpSpPr>
      <p:grpSpPr>
        <a:xfrm>
          <a:off x="0" y="0"/>
          <a:ext cx="0" cy="0"/>
          <a:chOff x="0" y="0"/>
          <a:chExt cx="0" cy="0"/>
        </a:xfrm>
      </p:grpSpPr>
      <p:sp>
        <p:nvSpPr>
          <p:cNvPr id="132" name="Google Shape;132;p75"/>
          <p:cNvSpPr/>
          <p:nvPr/>
        </p:nvSpPr>
        <p:spPr>
          <a:xfrm>
            <a:off x="-28575" y="-82650"/>
            <a:ext cx="4600500" cy="53088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75"/>
          <p:cNvSpPr txBox="1"/>
          <p:nvPr/>
        </p:nvSpPr>
        <p:spPr>
          <a:xfrm>
            <a:off x="5298300" y="2567075"/>
            <a:ext cx="3119400" cy="14823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27316F"/>
              </a:solidFill>
              <a:latin typeface="Montserrat"/>
              <a:ea typeface="Montserrat"/>
              <a:cs typeface="Montserrat"/>
              <a:sym typeface="Montserrat"/>
            </a:endParaRPr>
          </a:p>
        </p:txBody>
      </p:sp>
      <p:sp>
        <p:nvSpPr>
          <p:cNvPr id="134" name="Google Shape;134;p75"/>
          <p:cNvSpPr txBox="1"/>
          <p:nvPr/>
        </p:nvSpPr>
        <p:spPr>
          <a:xfrm>
            <a:off x="5298300" y="4049375"/>
            <a:ext cx="3119400" cy="12351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135" name="Google Shape;135;p75"/>
          <p:cNvSpPr txBox="1"/>
          <p:nvPr/>
        </p:nvSpPr>
        <p:spPr>
          <a:xfrm>
            <a:off x="5387850" y="3299075"/>
            <a:ext cx="3119400" cy="7503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136" name="Google Shape;136;p75"/>
          <p:cNvSpPr txBox="1"/>
          <p:nvPr>
            <p:ph type="title"/>
          </p:nvPr>
        </p:nvSpPr>
        <p:spPr>
          <a:xfrm>
            <a:off x="376750" y="2660066"/>
            <a:ext cx="3994800" cy="1145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1800">
                <a:solidFill>
                  <a:schemeClr val="accent1"/>
                </a:solidFill>
              </a:defRPr>
            </a:lvl1pPr>
            <a:lvl2pPr lvl="1" algn="ctr">
              <a:lnSpc>
                <a:spcPct val="100000"/>
              </a:lnSpc>
              <a:spcBef>
                <a:spcPts val="0"/>
              </a:spcBef>
              <a:spcAft>
                <a:spcPts val="0"/>
              </a:spcAft>
              <a:buSzPts val="2800"/>
              <a:buNone/>
              <a:defRPr sz="1800"/>
            </a:lvl2pPr>
            <a:lvl3pPr lvl="2" algn="ctr">
              <a:lnSpc>
                <a:spcPct val="100000"/>
              </a:lnSpc>
              <a:spcBef>
                <a:spcPts val="0"/>
              </a:spcBef>
              <a:spcAft>
                <a:spcPts val="0"/>
              </a:spcAft>
              <a:buSzPts val="2800"/>
              <a:buNone/>
              <a:defRPr sz="1800"/>
            </a:lvl3pPr>
            <a:lvl4pPr lvl="3" algn="ctr">
              <a:lnSpc>
                <a:spcPct val="100000"/>
              </a:lnSpc>
              <a:spcBef>
                <a:spcPts val="0"/>
              </a:spcBef>
              <a:spcAft>
                <a:spcPts val="0"/>
              </a:spcAft>
              <a:buSzPts val="2800"/>
              <a:buNone/>
              <a:defRPr sz="1800"/>
            </a:lvl4pPr>
            <a:lvl5pPr lvl="4" algn="ctr">
              <a:lnSpc>
                <a:spcPct val="100000"/>
              </a:lnSpc>
              <a:spcBef>
                <a:spcPts val="0"/>
              </a:spcBef>
              <a:spcAft>
                <a:spcPts val="0"/>
              </a:spcAft>
              <a:buSzPts val="2800"/>
              <a:buNone/>
              <a:defRPr sz="1800"/>
            </a:lvl5pPr>
            <a:lvl6pPr lvl="5" algn="ctr">
              <a:lnSpc>
                <a:spcPct val="100000"/>
              </a:lnSpc>
              <a:spcBef>
                <a:spcPts val="0"/>
              </a:spcBef>
              <a:spcAft>
                <a:spcPts val="0"/>
              </a:spcAft>
              <a:buSzPts val="2800"/>
              <a:buNone/>
              <a:defRPr sz="1800"/>
            </a:lvl6pPr>
            <a:lvl7pPr lvl="6" algn="ctr">
              <a:lnSpc>
                <a:spcPct val="100000"/>
              </a:lnSpc>
              <a:spcBef>
                <a:spcPts val="0"/>
              </a:spcBef>
              <a:spcAft>
                <a:spcPts val="0"/>
              </a:spcAft>
              <a:buSzPts val="2800"/>
              <a:buNone/>
              <a:defRPr sz="1800"/>
            </a:lvl7pPr>
            <a:lvl8pPr lvl="7" algn="ctr">
              <a:lnSpc>
                <a:spcPct val="100000"/>
              </a:lnSpc>
              <a:spcBef>
                <a:spcPts val="0"/>
              </a:spcBef>
              <a:spcAft>
                <a:spcPts val="0"/>
              </a:spcAft>
              <a:buSzPts val="2800"/>
              <a:buNone/>
              <a:defRPr sz="1800"/>
            </a:lvl8pPr>
            <a:lvl9pPr lvl="8" algn="ctr">
              <a:lnSpc>
                <a:spcPct val="100000"/>
              </a:lnSpc>
              <a:spcBef>
                <a:spcPts val="0"/>
              </a:spcBef>
              <a:spcAft>
                <a:spcPts val="0"/>
              </a:spcAft>
              <a:buSzPts val="2800"/>
              <a:buNone/>
              <a:defRPr sz="1800"/>
            </a:lvl9pPr>
          </a:lstStyle>
          <a:p/>
        </p:txBody>
      </p:sp>
      <p:sp>
        <p:nvSpPr>
          <p:cNvPr id="137" name="Google Shape;137;p75"/>
          <p:cNvSpPr txBox="1"/>
          <p:nvPr>
            <p:ph idx="1" type="subTitle"/>
          </p:nvPr>
        </p:nvSpPr>
        <p:spPr>
          <a:xfrm>
            <a:off x="376750" y="3513925"/>
            <a:ext cx="4045800" cy="90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1600"/>
              </a:spcBef>
              <a:spcAft>
                <a:spcPts val="0"/>
              </a:spcAft>
              <a:buSzPts val="1400"/>
              <a:buNone/>
              <a:defRPr sz="1600"/>
            </a:lvl2pPr>
            <a:lvl3pPr lvl="2" algn="ctr">
              <a:lnSpc>
                <a:spcPct val="100000"/>
              </a:lnSpc>
              <a:spcBef>
                <a:spcPts val="1600"/>
              </a:spcBef>
              <a:spcAft>
                <a:spcPts val="0"/>
              </a:spcAft>
              <a:buSzPts val="1400"/>
              <a:buNone/>
              <a:defRPr sz="1600"/>
            </a:lvl3pPr>
            <a:lvl4pPr lvl="3" algn="ctr">
              <a:lnSpc>
                <a:spcPct val="100000"/>
              </a:lnSpc>
              <a:spcBef>
                <a:spcPts val="1600"/>
              </a:spcBef>
              <a:spcAft>
                <a:spcPts val="0"/>
              </a:spcAft>
              <a:buSzPts val="1400"/>
              <a:buNone/>
              <a:defRPr sz="1600"/>
            </a:lvl4pPr>
            <a:lvl5pPr lvl="4" algn="ctr">
              <a:lnSpc>
                <a:spcPct val="100000"/>
              </a:lnSpc>
              <a:spcBef>
                <a:spcPts val="1600"/>
              </a:spcBef>
              <a:spcAft>
                <a:spcPts val="0"/>
              </a:spcAft>
              <a:buSzPts val="1400"/>
              <a:buNone/>
              <a:defRPr sz="1600"/>
            </a:lvl5pPr>
            <a:lvl6pPr lvl="5" algn="ctr">
              <a:lnSpc>
                <a:spcPct val="100000"/>
              </a:lnSpc>
              <a:spcBef>
                <a:spcPts val="1600"/>
              </a:spcBef>
              <a:spcAft>
                <a:spcPts val="0"/>
              </a:spcAft>
              <a:buSzPts val="1400"/>
              <a:buNone/>
              <a:defRPr sz="1600"/>
            </a:lvl6pPr>
            <a:lvl7pPr lvl="6" algn="ctr">
              <a:lnSpc>
                <a:spcPct val="100000"/>
              </a:lnSpc>
              <a:spcBef>
                <a:spcPts val="1600"/>
              </a:spcBef>
              <a:spcAft>
                <a:spcPts val="0"/>
              </a:spcAft>
              <a:buSzPts val="1400"/>
              <a:buNone/>
              <a:defRPr sz="1600"/>
            </a:lvl7pPr>
            <a:lvl8pPr lvl="7" algn="ctr">
              <a:lnSpc>
                <a:spcPct val="100000"/>
              </a:lnSpc>
              <a:spcBef>
                <a:spcPts val="1600"/>
              </a:spcBef>
              <a:spcAft>
                <a:spcPts val="0"/>
              </a:spcAft>
              <a:buSzPts val="1400"/>
              <a:buNone/>
              <a:defRPr sz="1600"/>
            </a:lvl8pPr>
            <a:lvl9pPr lvl="8" algn="ctr">
              <a:lnSpc>
                <a:spcPct val="100000"/>
              </a:lnSpc>
              <a:spcBef>
                <a:spcPts val="1600"/>
              </a:spcBef>
              <a:spcAft>
                <a:spcPts val="1600"/>
              </a:spcAft>
              <a:buSzPts val="1400"/>
              <a:buNone/>
              <a:defRPr sz="1600"/>
            </a:lvl9pPr>
          </a:lstStyle>
          <a:p/>
        </p:txBody>
      </p:sp>
      <p:sp>
        <p:nvSpPr>
          <p:cNvPr id="138" name="Google Shape;138;p75"/>
          <p:cNvSpPr txBox="1"/>
          <p:nvPr>
            <p:ph idx="2" type="title"/>
          </p:nvPr>
        </p:nvSpPr>
        <p:spPr>
          <a:xfrm>
            <a:off x="4745525" y="2660066"/>
            <a:ext cx="3994800" cy="1145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1800">
                <a:solidFill>
                  <a:schemeClr val="accent1"/>
                </a:solidFill>
              </a:defRPr>
            </a:lvl1pPr>
            <a:lvl2pPr lvl="1" algn="ctr">
              <a:lnSpc>
                <a:spcPct val="100000"/>
              </a:lnSpc>
              <a:spcBef>
                <a:spcPts val="0"/>
              </a:spcBef>
              <a:spcAft>
                <a:spcPts val="0"/>
              </a:spcAft>
              <a:buSzPts val="2800"/>
              <a:buNone/>
              <a:defRPr sz="1800"/>
            </a:lvl2pPr>
            <a:lvl3pPr lvl="2" algn="ctr">
              <a:lnSpc>
                <a:spcPct val="100000"/>
              </a:lnSpc>
              <a:spcBef>
                <a:spcPts val="0"/>
              </a:spcBef>
              <a:spcAft>
                <a:spcPts val="0"/>
              </a:spcAft>
              <a:buSzPts val="2800"/>
              <a:buNone/>
              <a:defRPr sz="1800"/>
            </a:lvl3pPr>
            <a:lvl4pPr lvl="3" algn="ctr">
              <a:lnSpc>
                <a:spcPct val="100000"/>
              </a:lnSpc>
              <a:spcBef>
                <a:spcPts val="0"/>
              </a:spcBef>
              <a:spcAft>
                <a:spcPts val="0"/>
              </a:spcAft>
              <a:buSzPts val="2800"/>
              <a:buNone/>
              <a:defRPr sz="1800"/>
            </a:lvl4pPr>
            <a:lvl5pPr lvl="4" algn="ctr">
              <a:lnSpc>
                <a:spcPct val="100000"/>
              </a:lnSpc>
              <a:spcBef>
                <a:spcPts val="0"/>
              </a:spcBef>
              <a:spcAft>
                <a:spcPts val="0"/>
              </a:spcAft>
              <a:buSzPts val="2800"/>
              <a:buNone/>
              <a:defRPr sz="1800"/>
            </a:lvl5pPr>
            <a:lvl6pPr lvl="5" algn="ctr">
              <a:lnSpc>
                <a:spcPct val="100000"/>
              </a:lnSpc>
              <a:spcBef>
                <a:spcPts val="0"/>
              </a:spcBef>
              <a:spcAft>
                <a:spcPts val="0"/>
              </a:spcAft>
              <a:buSzPts val="2800"/>
              <a:buNone/>
              <a:defRPr sz="1800"/>
            </a:lvl6pPr>
            <a:lvl7pPr lvl="6" algn="ctr">
              <a:lnSpc>
                <a:spcPct val="100000"/>
              </a:lnSpc>
              <a:spcBef>
                <a:spcPts val="0"/>
              </a:spcBef>
              <a:spcAft>
                <a:spcPts val="0"/>
              </a:spcAft>
              <a:buSzPts val="2800"/>
              <a:buNone/>
              <a:defRPr sz="1800"/>
            </a:lvl7pPr>
            <a:lvl8pPr lvl="7" algn="ctr">
              <a:lnSpc>
                <a:spcPct val="100000"/>
              </a:lnSpc>
              <a:spcBef>
                <a:spcPts val="0"/>
              </a:spcBef>
              <a:spcAft>
                <a:spcPts val="0"/>
              </a:spcAft>
              <a:buSzPts val="2800"/>
              <a:buNone/>
              <a:defRPr sz="1800"/>
            </a:lvl8pPr>
            <a:lvl9pPr lvl="8" algn="ctr">
              <a:lnSpc>
                <a:spcPct val="100000"/>
              </a:lnSpc>
              <a:spcBef>
                <a:spcPts val="0"/>
              </a:spcBef>
              <a:spcAft>
                <a:spcPts val="0"/>
              </a:spcAft>
              <a:buSzPts val="2800"/>
              <a:buNone/>
              <a:defRPr sz="1800"/>
            </a:lvl9pPr>
          </a:lstStyle>
          <a:p/>
        </p:txBody>
      </p:sp>
      <p:sp>
        <p:nvSpPr>
          <p:cNvPr id="139" name="Google Shape;139;p75"/>
          <p:cNvSpPr txBox="1"/>
          <p:nvPr>
            <p:ph idx="3" type="subTitle"/>
          </p:nvPr>
        </p:nvSpPr>
        <p:spPr>
          <a:xfrm>
            <a:off x="4745525" y="3513925"/>
            <a:ext cx="4045800" cy="90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1600"/>
              </a:spcBef>
              <a:spcAft>
                <a:spcPts val="0"/>
              </a:spcAft>
              <a:buSzPts val="1400"/>
              <a:buNone/>
              <a:defRPr sz="1600"/>
            </a:lvl2pPr>
            <a:lvl3pPr lvl="2" algn="ctr">
              <a:lnSpc>
                <a:spcPct val="100000"/>
              </a:lnSpc>
              <a:spcBef>
                <a:spcPts val="1600"/>
              </a:spcBef>
              <a:spcAft>
                <a:spcPts val="0"/>
              </a:spcAft>
              <a:buSzPts val="1400"/>
              <a:buNone/>
              <a:defRPr sz="1600"/>
            </a:lvl3pPr>
            <a:lvl4pPr lvl="3" algn="ctr">
              <a:lnSpc>
                <a:spcPct val="100000"/>
              </a:lnSpc>
              <a:spcBef>
                <a:spcPts val="1600"/>
              </a:spcBef>
              <a:spcAft>
                <a:spcPts val="0"/>
              </a:spcAft>
              <a:buSzPts val="1400"/>
              <a:buNone/>
              <a:defRPr sz="1600"/>
            </a:lvl4pPr>
            <a:lvl5pPr lvl="4" algn="ctr">
              <a:lnSpc>
                <a:spcPct val="100000"/>
              </a:lnSpc>
              <a:spcBef>
                <a:spcPts val="1600"/>
              </a:spcBef>
              <a:spcAft>
                <a:spcPts val="0"/>
              </a:spcAft>
              <a:buSzPts val="1400"/>
              <a:buNone/>
              <a:defRPr sz="1600"/>
            </a:lvl5pPr>
            <a:lvl6pPr lvl="5" algn="ctr">
              <a:lnSpc>
                <a:spcPct val="100000"/>
              </a:lnSpc>
              <a:spcBef>
                <a:spcPts val="1600"/>
              </a:spcBef>
              <a:spcAft>
                <a:spcPts val="0"/>
              </a:spcAft>
              <a:buSzPts val="1400"/>
              <a:buNone/>
              <a:defRPr sz="1600"/>
            </a:lvl6pPr>
            <a:lvl7pPr lvl="6" algn="ctr">
              <a:lnSpc>
                <a:spcPct val="100000"/>
              </a:lnSpc>
              <a:spcBef>
                <a:spcPts val="1600"/>
              </a:spcBef>
              <a:spcAft>
                <a:spcPts val="0"/>
              </a:spcAft>
              <a:buSzPts val="1400"/>
              <a:buNone/>
              <a:defRPr sz="1600"/>
            </a:lvl7pPr>
            <a:lvl8pPr lvl="7" algn="ctr">
              <a:lnSpc>
                <a:spcPct val="100000"/>
              </a:lnSpc>
              <a:spcBef>
                <a:spcPts val="1600"/>
              </a:spcBef>
              <a:spcAft>
                <a:spcPts val="0"/>
              </a:spcAft>
              <a:buSzPts val="1400"/>
              <a:buNone/>
              <a:defRPr sz="1600"/>
            </a:lvl8pPr>
            <a:lvl9pPr lvl="8" algn="ctr">
              <a:lnSpc>
                <a:spcPct val="100000"/>
              </a:lnSpc>
              <a:spcBef>
                <a:spcPts val="1600"/>
              </a:spcBef>
              <a:spcAft>
                <a:spcPts val="1600"/>
              </a:spcAft>
              <a:buSzPts val="1400"/>
              <a:buNone/>
              <a:defRPr sz="16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s 2">
  <p:cSld name="CUSTOM_4_1_1_1_2">
    <p:bg>
      <p:bgPr>
        <a:noFill/>
      </p:bgPr>
    </p:bg>
    <p:spTree>
      <p:nvGrpSpPr>
        <p:cNvPr id="140" name="Shape 140"/>
        <p:cNvGrpSpPr/>
        <p:nvPr/>
      </p:nvGrpSpPr>
      <p:grpSpPr>
        <a:xfrm>
          <a:off x="0" y="0"/>
          <a:ext cx="0" cy="0"/>
          <a:chOff x="0" y="0"/>
          <a:chExt cx="0" cy="0"/>
        </a:xfrm>
      </p:grpSpPr>
      <p:sp>
        <p:nvSpPr>
          <p:cNvPr id="141" name="Google Shape;141;p76"/>
          <p:cNvSpPr/>
          <p:nvPr/>
        </p:nvSpPr>
        <p:spPr>
          <a:xfrm rot="10800000">
            <a:off x="-1180114" y="-1205300"/>
            <a:ext cx="2387700" cy="2387700"/>
          </a:xfrm>
          <a:prstGeom prst="blockArc">
            <a:avLst>
              <a:gd fmla="val 10779047" name="adj1"/>
              <a:gd fmla="val 16253876" name="adj2"/>
              <a:gd fmla="val 8905"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76"/>
          <p:cNvSpPr txBox="1"/>
          <p:nvPr>
            <p:ph type="title"/>
          </p:nvPr>
        </p:nvSpPr>
        <p:spPr>
          <a:xfrm>
            <a:off x="5469575" y="562313"/>
            <a:ext cx="2728800" cy="10077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Clr>
                <a:schemeClr val="accent1"/>
              </a:buClr>
              <a:buSzPts val="3000"/>
              <a:buNone/>
              <a:defRPr sz="3000">
                <a:solidFill>
                  <a:schemeClr val="accent1"/>
                </a:solidFill>
              </a:defRPr>
            </a:lvl1pPr>
            <a:lvl2pPr lvl="1" algn="l">
              <a:lnSpc>
                <a:spcPct val="100000"/>
              </a:lnSpc>
              <a:spcBef>
                <a:spcPts val="0"/>
              </a:spcBef>
              <a:spcAft>
                <a:spcPts val="0"/>
              </a:spcAft>
              <a:buClr>
                <a:schemeClr val="accent1"/>
              </a:buClr>
              <a:buSzPts val="2800"/>
              <a:buNone/>
              <a:defRPr>
                <a:solidFill>
                  <a:schemeClr val="accent1"/>
                </a:solidFill>
              </a:defRPr>
            </a:lvl2pPr>
            <a:lvl3pPr lvl="2" algn="l">
              <a:lnSpc>
                <a:spcPct val="100000"/>
              </a:lnSpc>
              <a:spcBef>
                <a:spcPts val="0"/>
              </a:spcBef>
              <a:spcAft>
                <a:spcPts val="0"/>
              </a:spcAft>
              <a:buClr>
                <a:schemeClr val="accent1"/>
              </a:buClr>
              <a:buSzPts val="2800"/>
              <a:buNone/>
              <a:defRPr>
                <a:solidFill>
                  <a:schemeClr val="accent1"/>
                </a:solidFill>
              </a:defRPr>
            </a:lvl3pPr>
            <a:lvl4pPr lvl="3" algn="l">
              <a:lnSpc>
                <a:spcPct val="100000"/>
              </a:lnSpc>
              <a:spcBef>
                <a:spcPts val="0"/>
              </a:spcBef>
              <a:spcAft>
                <a:spcPts val="0"/>
              </a:spcAft>
              <a:buClr>
                <a:schemeClr val="accent1"/>
              </a:buClr>
              <a:buSzPts val="2800"/>
              <a:buNone/>
              <a:defRPr>
                <a:solidFill>
                  <a:schemeClr val="accent1"/>
                </a:solidFill>
              </a:defRPr>
            </a:lvl4pPr>
            <a:lvl5pPr lvl="4" algn="l">
              <a:lnSpc>
                <a:spcPct val="100000"/>
              </a:lnSpc>
              <a:spcBef>
                <a:spcPts val="0"/>
              </a:spcBef>
              <a:spcAft>
                <a:spcPts val="0"/>
              </a:spcAft>
              <a:buClr>
                <a:schemeClr val="accent1"/>
              </a:buClr>
              <a:buSzPts val="2800"/>
              <a:buNone/>
              <a:defRPr>
                <a:solidFill>
                  <a:schemeClr val="accent1"/>
                </a:solidFill>
              </a:defRPr>
            </a:lvl5pPr>
            <a:lvl6pPr lvl="5" algn="l">
              <a:lnSpc>
                <a:spcPct val="100000"/>
              </a:lnSpc>
              <a:spcBef>
                <a:spcPts val="0"/>
              </a:spcBef>
              <a:spcAft>
                <a:spcPts val="0"/>
              </a:spcAft>
              <a:buClr>
                <a:schemeClr val="accent1"/>
              </a:buClr>
              <a:buSzPts val="2800"/>
              <a:buNone/>
              <a:defRPr>
                <a:solidFill>
                  <a:schemeClr val="accent1"/>
                </a:solidFill>
              </a:defRPr>
            </a:lvl6pPr>
            <a:lvl7pPr lvl="6" algn="l">
              <a:lnSpc>
                <a:spcPct val="100000"/>
              </a:lnSpc>
              <a:spcBef>
                <a:spcPts val="0"/>
              </a:spcBef>
              <a:spcAft>
                <a:spcPts val="0"/>
              </a:spcAft>
              <a:buClr>
                <a:schemeClr val="accent1"/>
              </a:buClr>
              <a:buSzPts val="2800"/>
              <a:buNone/>
              <a:defRPr>
                <a:solidFill>
                  <a:schemeClr val="accent1"/>
                </a:solidFill>
              </a:defRPr>
            </a:lvl7pPr>
            <a:lvl8pPr lvl="7" algn="l">
              <a:lnSpc>
                <a:spcPct val="100000"/>
              </a:lnSpc>
              <a:spcBef>
                <a:spcPts val="0"/>
              </a:spcBef>
              <a:spcAft>
                <a:spcPts val="0"/>
              </a:spcAft>
              <a:buClr>
                <a:schemeClr val="accent1"/>
              </a:buClr>
              <a:buSzPts val="2800"/>
              <a:buNone/>
              <a:defRPr>
                <a:solidFill>
                  <a:schemeClr val="accent1"/>
                </a:solidFill>
              </a:defRPr>
            </a:lvl8pPr>
            <a:lvl9pPr lvl="8" algn="l">
              <a:lnSpc>
                <a:spcPct val="100000"/>
              </a:lnSpc>
              <a:spcBef>
                <a:spcPts val="0"/>
              </a:spcBef>
              <a:spcAft>
                <a:spcPts val="0"/>
              </a:spcAft>
              <a:buClr>
                <a:schemeClr val="accent1"/>
              </a:buClr>
              <a:buSzPts val="2800"/>
              <a:buNone/>
              <a:defRPr>
                <a:solidFill>
                  <a:schemeClr val="accent1"/>
                </a:solidFill>
              </a:defRPr>
            </a:lvl9pPr>
          </a:lstStyle>
          <a:p/>
        </p:txBody>
      </p:sp>
      <p:sp>
        <p:nvSpPr>
          <p:cNvPr id="143" name="Google Shape;143;p76"/>
          <p:cNvSpPr txBox="1"/>
          <p:nvPr>
            <p:ph idx="1" type="subTitle"/>
          </p:nvPr>
        </p:nvSpPr>
        <p:spPr>
          <a:xfrm>
            <a:off x="4644581" y="1506915"/>
            <a:ext cx="2265000" cy="7572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b="1" sz="1800">
                <a:solidFill>
                  <a:schemeClr val="accent3"/>
                </a:solidFill>
              </a:defRPr>
            </a:lvl1pPr>
            <a:lvl2pPr lvl="1" algn="l">
              <a:lnSpc>
                <a:spcPct val="100000"/>
              </a:lnSpc>
              <a:spcBef>
                <a:spcPts val="0"/>
              </a:spcBef>
              <a:spcAft>
                <a:spcPts val="0"/>
              </a:spcAft>
              <a:buSzPts val="1400"/>
              <a:buNone/>
              <a:defRPr sz="1800"/>
            </a:lvl2pPr>
            <a:lvl3pPr lvl="2" algn="l">
              <a:lnSpc>
                <a:spcPct val="100000"/>
              </a:lnSpc>
              <a:spcBef>
                <a:spcPts val="0"/>
              </a:spcBef>
              <a:spcAft>
                <a:spcPts val="0"/>
              </a:spcAft>
              <a:buSzPts val="1400"/>
              <a:buNone/>
              <a:defRPr sz="1800"/>
            </a:lvl3pPr>
            <a:lvl4pPr lvl="3" algn="l">
              <a:lnSpc>
                <a:spcPct val="100000"/>
              </a:lnSpc>
              <a:spcBef>
                <a:spcPts val="0"/>
              </a:spcBef>
              <a:spcAft>
                <a:spcPts val="0"/>
              </a:spcAft>
              <a:buSzPts val="1400"/>
              <a:buNone/>
              <a:defRPr sz="1800"/>
            </a:lvl4pPr>
            <a:lvl5pPr lvl="4" algn="l">
              <a:lnSpc>
                <a:spcPct val="100000"/>
              </a:lnSpc>
              <a:spcBef>
                <a:spcPts val="0"/>
              </a:spcBef>
              <a:spcAft>
                <a:spcPts val="0"/>
              </a:spcAft>
              <a:buSzPts val="1400"/>
              <a:buNone/>
              <a:defRPr sz="1800"/>
            </a:lvl5pPr>
            <a:lvl6pPr lvl="5" algn="l">
              <a:lnSpc>
                <a:spcPct val="100000"/>
              </a:lnSpc>
              <a:spcBef>
                <a:spcPts val="0"/>
              </a:spcBef>
              <a:spcAft>
                <a:spcPts val="0"/>
              </a:spcAft>
              <a:buSzPts val="1400"/>
              <a:buNone/>
              <a:defRPr sz="1800"/>
            </a:lvl6pPr>
            <a:lvl7pPr lvl="6" algn="l">
              <a:lnSpc>
                <a:spcPct val="100000"/>
              </a:lnSpc>
              <a:spcBef>
                <a:spcPts val="0"/>
              </a:spcBef>
              <a:spcAft>
                <a:spcPts val="0"/>
              </a:spcAft>
              <a:buSzPts val="1400"/>
              <a:buNone/>
              <a:defRPr sz="1800"/>
            </a:lvl7pPr>
            <a:lvl8pPr lvl="7" algn="l">
              <a:lnSpc>
                <a:spcPct val="100000"/>
              </a:lnSpc>
              <a:spcBef>
                <a:spcPts val="0"/>
              </a:spcBef>
              <a:spcAft>
                <a:spcPts val="0"/>
              </a:spcAft>
              <a:buSzPts val="1400"/>
              <a:buNone/>
              <a:defRPr sz="1800"/>
            </a:lvl8pPr>
            <a:lvl9pPr lvl="8" algn="l">
              <a:lnSpc>
                <a:spcPct val="100000"/>
              </a:lnSpc>
              <a:spcBef>
                <a:spcPts val="0"/>
              </a:spcBef>
              <a:spcAft>
                <a:spcPts val="0"/>
              </a:spcAft>
              <a:buSzPts val="1400"/>
              <a:buNone/>
              <a:defRPr sz="1800"/>
            </a:lvl9pPr>
          </a:lstStyle>
          <a:p/>
        </p:txBody>
      </p:sp>
      <p:sp>
        <p:nvSpPr>
          <p:cNvPr id="144" name="Google Shape;144;p76"/>
          <p:cNvSpPr txBox="1"/>
          <p:nvPr>
            <p:ph idx="2" type="subTitle"/>
          </p:nvPr>
        </p:nvSpPr>
        <p:spPr>
          <a:xfrm>
            <a:off x="4639568" y="2245125"/>
            <a:ext cx="2265000" cy="8220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sz="1600"/>
            </a:lvl1pPr>
            <a:lvl2pPr lvl="1" algn="l">
              <a:lnSpc>
                <a:spcPct val="100000"/>
              </a:lnSpc>
              <a:spcBef>
                <a:spcPts val="0"/>
              </a:spcBef>
              <a:spcAft>
                <a:spcPts val="0"/>
              </a:spcAft>
              <a:buSzPts val="1400"/>
              <a:buNone/>
              <a:defRPr sz="1600"/>
            </a:lvl2pPr>
            <a:lvl3pPr lvl="2" algn="l">
              <a:lnSpc>
                <a:spcPct val="100000"/>
              </a:lnSpc>
              <a:spcBef>
                <a:spcPts val="0"/>
              </a:spcBef>
              <a:spcAft>
                <a:spcPts val="0"/>
              </a:spcAft>
              <a:buSzPts val="1400"/>
              <a:buNone/>
              <a:defRPr sz="1600"/>
            </a:lvl3pPr>
            <a:lvl4pPr lvl="3" algn="l">
              <a:lnSpc>
                <a:spcPct val="100000"/>
              </a:lnSpc>
              <a:spcBef>
                <a:spcPts val="0"/>
              </a:spcBef>
              <a:spcAft>
                <a:spcPts val="0"/>
              </a:spcAft>
              <a:buSzPts val="1400"/>
              <a:buNone/>
              <a:defRPr sz="1600"/>
            </a:lvl4pPr>
            <a:lvl5pPr lvl="4" algn="l">
              <a:lnSpc>
                <a:spcPct val="100000"/>
              </a:lnSpc>
              <a:spcBef>
                <a:spcPts val="0"/>
              </a:spcBef>
              <a:spcAft>
                <a:spcPts val="0"/>
              </a:spcAft>
              <a:buSzPts val="1400"/>
              <a:buNone/>
              <a:defRPr sz="1600"/>
            </a:lvl5pPr>
            <a:lvl6pPr lvl="5" algn="l">
              <a:lnSpc>
                <a:spcPct val="100000"/>
              </a:lnSpc>
              <a:spcBef>
                <a:spcPts val="0"/>
              </a:spcBef>
              <a:spcAft>
                <a:spcPts val="0"/>
              </a:spcAft>
              <a:buSzPts val="1400"/>
              <a:buNone/>
              <a:defRPr sz="1600"/>
            </a:lvl6pPr>
            <a:lvl7pPr lvl="6" algn="l">
              <a:lnSpc>
                <a:spcPct val="100000"/>
              </a:lnSpc>
              <a:spcBef>
                <a:spcPts val="0"/>
              </a:spcBef>
              <a:spcAft>
                <a:spcPts val="0"/>
              </a:spcAft>
              <a:buSzPts val="1400"/>
              <a:buNone/>
              <a:defRPr sz="1600"/>
            </a:lvl7pPr>
            <a:lvl8pPr lvl="7" algn="l">
              <a:lnSpc>
                <a:spcPct val="100000"/>
              </a:lnSpc>
              <a:spcBef>
                <a:spcPts val="0"/>
              </a:spcBef>
              <a:spcAft>
                <a:spcPts val="0"/>
              </a:spcAft>
              <a:buSzPts val="1400"/>
              <a:buNone/>
              <a:defRPr sz="1600"/>
            </a:lvl8pPr>
            <a:lvl9pPr lvl="8" algn="l">
              <a:lnSpc>
                <a:spcPct val="100000"/>
              </a:lnSpc>
              <a:spcBef>
                <a:spcPts val="0"/>
              </a:spcBef>
              <a:spcAft>
                <a:spcPts val="0"/>
              </a:spcAft>
              <a:buSzPts val="1400"/>
              <a:buNone/>
              <a:defRPr sz="1600"/>
            </a:lvl9pPr>
          </a:lstStyle>
          <a:p/>
        </p:txBody>
      </p:sp>
      <p:sp>
        <p:nvSpPr>
          <p:cNvPr id="145" name="Google Shape;145;p76"/>
          <p:cNvSpPr txBox="1"/>
          <p:nvPr>
            <p:ph idx="3" type="subTitle"/>
          </p:nvPr>
        </p:nvSpPr>
        <p:spPr>
          <a:xfrm>
            <a:off x="4634550" y="3038165"/>
            <a:ext cx="2265000" cy="7572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b="1" sz="1800">
                <a:solidFill>
                  <a:schemeClr val="accent3"/>
                </a:solidFill>
              </a:defRPr>
            </a:lvl1pPr>
            <a:lvl2pPr lvl="1" algn="l">
              <a:lnSpc>
                <a:spcPct val="100000"/>
              </a:lnSpc>
              <a:spcBef>
                <a:spcPts val="0"/>
              </a:spcBef>
              <a:spcAft>
                <a:spcPts val="0"/>
              </a:spcAft>
              <a:buSzPts val="1400"/>
              <a:buNone/>
              <a:defRPr sz="1800"/>
            </a:lvl2pPr>
            <a:lvl3pPr lvl="2" algn="l">
              <a:lnSpc>
                <a:spcPct val="100000"/>
              </a:lnSpc>
              <a:spcBef>
                <a:spcPts val="0"/>
              </a:spcBef>
              <a:spcAft>
                <a:spcPts val="0"/>
              </a:spcAft>
              <a:buSzPts val="1400"/>
              <a:buNone/>
              <a:defRPr sz="1800"/>
            </a:lvl3pPr>
            <a:lvl4pPr lvl="3" algn="l">
              <a:lnSpc>
                <a:spcPct val="100000"/>
              </a:lnSpc>
              <a:spcBef>
                <a:spcPts val="0"/>
              </a:spcBef>
              <a:spcAft>
                <a:spcPts val="0"/>
              </a:spcAft>
              <a:buSzPts val="1400"/>
              <a:buNone/>
              <a:defRPr sz="1800"/>
            </a:lvl4pPr>
            <a:lvl5pPr lvl="4" algn="l">
              <a:lnSpc>
                <a:spcPct val="100000"/>
              </a:lnSpc>
              <a:spcBef>
                <a:spcPts val="0"/>
              </a:spcBef>
              <a:spcAft>
                <a:spcPts val="0"/>
              </a:spcAft>
              <a:buSzPts val="1400"/>
              <a:buNone/>
              <a:defRPr sz="1800"/>
            </a:lvl5pPr>
            <a:lvl6pPr lvl="5" algn="l">
              <a:lnSpc>
                <a:spcPct val="100000"/>
              </a:lnSpc>
              <a:spcBef>
                <a:spcPts val="0"/>
              </a:spcBef>
              <a:spcAft>
                <a:spcPts val="0"/>
              </a:spcAft>
              <a:buSzPts val="1400"/>
              <a:buNone/>
              <a:defRPr sz="1800"/>
            </a:lvl6pPr>
            <a:lvl7pPr lvl="6" algn="l">
              <a:lnSpc>
                <a:spcPct val="100000"/>
              </a:lnSpc>
              <a:spcBef>
                <a:spcPts val="0"/>
              </a:spcBef>
              <a:spcAft>
                <a:spcPts val="0"/>
              </a:spcAft>
              <a:buSzPts val="1400"/>
              <a:buNone/>
              <a:defRPr sz="1800"/>
            </a:lvl7pPr>
            <a:lvl8pPr lvl="7" algn="l">
              <a:lnSpc>
                <a:spcPct val="100000"/>
              </a:lnSpc>
              <a:spcBef>
                <a:spcPts val="0"/>
              </a:spcBef>
              <a:spcAft>
                <a:spcPts val="0"/>
              </a:spcAft>
              <a:buSzPts val="1400"/>
              <a:buNone/>
              <a:defRPr sz="1800"/>
            </a:lvl8pPr>
            <a:lvl9pPr lvl="8" algn="l">
              <a:lnSpc>
                <a:spcPct val="100000"/>
              </a:lnSpc>
              <a:spcBef>
                <a:spcPts val="0"/>
              </a:spcBef>
              <a:spcAft>
                <a:spcPts val="0"/>
              </a:spcAft>
              <a:buSzPts val="1400"/>
              <a:buNone/>
              <a:defRPr sz="1800"/>
            </a:lvl9pPr>
          </a:lstStyle>
          <a:p/>
        </p:txBody>
      </p:sp>
      <p:sp>
        <p:nvSpPr>
          <p:cNvPr id="146" name="Google Shape;146;p76"/>
          <p:cNvSpPr txBox="1"/>
          <p:nvPr>
            <p:ph idx="4" type="subTitle"/>
          </p:nvPr>
        </p:nvSpPr>
        <p:spPr>
          <a:xfrm>
            <a:off x="4644581" y="3776474"/>
            <a:ext cx="2265000" cy="8220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sz="1600"/>
            </a:lvl1pPr>
            <a:lvl2pPr lvl="1" algn="l">
              <a:lnSpc>
                <a:spcPct val="100000"/>
              </a:lnSpc>
              <a:spcBef>
                <a:spcPts val="0"/>
              </a:spcBef>
              <a:spcAft>
                <a:spcPts val="0"/>
              </a:spcAft>
              <a:buSzPts val="1400"/>
              <a:buNone/>
              <a:defRPr sz="1600"/>
            </a:lvl2pPr>
            <a:lvl3pPr lvl="2" algn="l">
              <a:lnSpc>
                <a:spcPct val="100000"/>
              </a:lnSpc>
              <a:spcBef>
                <a:spcPts val="0"/>
              </a:spcBef>
              <a:spcAft>
                <a:spcPts val="0"/>
              </a:spcAft>
              <a:buSzPts val="1400"/>
              <a:buNone/>
              <a:defRPr sz="1600"/>
            </a:lvl3pPr>
            <a:lvl4pPr lvl="3" algn="l">
              <a:lnSpc>
                <a:spcPct val="100000"/>
              </a:lnSpc>
              <a:spcBef>
                <a:spcPts val="0"/>
              </a:spcBef>
              <a:spcAft>
                <a:spcPts val="0"/>
              </a:spcAft>
              <a:buSzPts val="1400"/>
              <a:buNone/>
              <a:defRPr sz="1600"/>
            </a:lvl4pPr>
            <a:lvl5pPr lvl="4" algn="l">
              <a:lnSpc>
                <a:spcPct val="100000"/>
              </a:lnSpc>
              <a:spcBef>
                <a:spcPts val="0"/>
              </a:spcBef>
              <a:spcAft>
                <a:spcPts val="0"/>
              </a:spcAft>
              <a:buSzPts val="1400"/>
              <a:buNone/>
              <a:defRPr sz="1600"/>
            </a:lvl5pPr>
            <a:lvl6pPr lvl="5" algn="l">
              <a:lnSpc>
                <a:spcPct val="100000"/>
              </a:lnSpc>
              <a:spcBef>
                <a:spcPts val="0"/>
              </a:spcBef>
              <a:spcAft>
                <a:spcPts val="0"/>
              </a:spcAft>
              <a:buSzPts val="1400"/>
              <a:buNone/>
              <a:defRPr sz="1600"/>
            </a:lvl6pPr>
            <a:lvl7pPr lvl="6" algn="l">
              <a:lnSpc>
                <a:spcPct val="100000"/>
              </a:lnSpc>
              <a:spcBef>
                <a:spcPts val="0"/>
              </a:spcBef>
              <a:spcAft>
                <a:spcPts val="0"/>
              </a:spcAft>
              <a:buSzPts val="1400"/>
              <a:buNone/>
              <a:defRPr sz="1600"/>
            </a:lvl7pPr>
            <a:lvl8pPr lvl="7" algn="l">
              <a:lnSpc>
                <a:spcPct val="100000"/>
              </a:lnSpc>
              <a:spcBef>
                <a:spcPts val="0"/>
              </a:spcBef>
              <a:spcAft>
                <a:spcPts val="0"/>
              </a:spcAft>
              <a:buSzPts val="1400"/>
              <a:buNone/>
              <a:defRPr sz="1600"/>
            </a:lvl8pPr>
            <a:lvl9pPr lvl="8" algn="l">
              <a:lnSpc>
                <a:spcPct val="100000"/>
              </a:lnSpc>
              <a:spcBef>
                <a:spcPts val="0"/>
              </a:spcBef>
              <a:spcAft>
                <a:spcPts val="0"/>
              </a:spcAft>
              <a:buSzPts val="1400"/>
              <a:buNone/>
              <a:defRPr sz="16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bg>
      <p:bgPr>
        <a:solidFill>
          <a:schemeClr val="accent2"/>
        </a:solidFill>
      </p:bgPr>
    </p:bg>
    <p:spTree>
      <p:nvGrpSpPr>
        <p:cNvPr id="147" name="Shape 147"/>
        <p:cNvGrpSpPr/>
        <p:nvPr/>
      </p:nvGrpSpPr>
      <p:grpSpPr>
        <a:xfrm>
          <a:off x="0" y="0"/>
          <a:ext cx="0" cy="0"/>
          <a:chOff x="0" y="0"/>
          <a:chExt cx="0" cy="0"/>
        </a:xfrm>
      </p:grpSpPr>
      <p:sp>
        <p:nvSpPr>
          <p:cNvPr id="148" name="Google Shape;148;p77"/>
          <p:cNvSpPr/>
          <p:nvPr/>
        </p:nvSpPr>
        <p:spPr>
          <a:xfrm rot="7715609">
            <a:off x="-783378" y="-1062364"/>
            <a:ext cx="2387820" cy="2387820"/>
          </a:xfrm>
          <a:prstGeom prst="blockArc">
            <a:avLst>
              <a:gd fmla="val 11751713" name="adj1"/>
              <a:gd fmla="val 837016" name="adj2"/>
              <a:gd fmla="val 9209"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77"/>
          <p:cNvSpPr/>
          <p:nvPr/>
        </p:nvSpPr>
        <p:spPr>
          <a:xfrm>
            <a:off x="7517550" y="3698650"/>
            <a:ext cx="3133200" cy="3133200"/>
          </a:xfrm>
          <a:prstGeom prst="donut">
            <a:avLst>
              <a:gd fmla="val 8720" name="adj"/>
            </a:avLst>
          </a:prstGeom>
          <a:solidFill>
            <a:srgbClr val="FBBC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77"/>
          <p:cNvSpPr/>
          <p:nvPr/>
        </p:nvSpPr>
        <p:spPr>
          <a:xfrm rot="10800000">
            <a:off x="708000" y="399750"/>
            <a:ext cx="7728000" cy="4344000"/>
          </a:xfrm>
          <a:prstGeom prst="round1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77"/>
          <p:cNvSpPr txBox="1"/>
          <p:nvPr/>
        </p:nvSpPr>
        <p:spPr>
          <a:xfrm>
            <a:off x="1087725" y="3566925"/>
            <a:ext cx="4959600" cy="6978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300"/>
              </a:spcBef>
              <a:spcAft>
                <a:spcPts val="0"/>
              </a:spcAft>
              <a:buClr>
                <a:srgbClr val="000000"/>
              </a:buClr>
              <a:buSzPts val="1000"/>
              <a:buFont typeface="Arial"/>
              <a:buNone/>
            </a:pPr>
            <a:r>
              <a:rPr b="0" i="0" lang="en" sz="1000" u="none" cap="none" strike="noStrike">
                <a:solidFill>
                  <a:schemeClr val="accent1"/>
                </a:solidFill>
                <a:latin typeface="Montserrat"/>
                <a:ea typeface="Montserrat"/>
                <a:cs typeface="Montserrat"/>
                <a:sym typeface="Montserrat"/>
              </a:rPr>
              <a:t>CREDITS: This presentation template was created by </a:t>
            </a:r>
            <a:r>
              <a:rPr b="1" i="0" lang="en" sz="1000" u="none" cap="none" strike="noStrike">
                <a:solidFill>
                  <a:schemeClr val="accent1"/>
                </a:solidFill>
                <a:uFill>
                  <a:noFill/>
                </a:uFill>
                <a:latin typeface="Montserrat"/>
                <a:ea typeface="Montserrat"/>
                <a:cs typeface="Montserrat"/>
                <a:sym typeface="Montserrat"/>
                <a:hlinkClick r:id="rId2">
                  <a:extLst>
                    <a:ext uri="{A12FA001-AC4F-418D-AE19-62706E023703}">
                      <ahyp:hlinkClr val="tx"/>
                    </a:ext>
                  </a:extLst>
                </a:hlinkClick>
              </a:rPr>
              <a:t>Slidesgo</a:t>
            </a:r>
            <a:r>
              <a:rPr b="0" i="0" lang="en" sz="1000" u="none" cap="none" strike="noStrike">
                <a:solidFill>
                  <a:schemeClr val="accent1"/>
                </a:solidFill>
                <a:latin typeface="Montserrat"/>
                <a:ea typeface="Montserrat"/>
                <a:cs typeface="Montserrat"/>
                <a:sym typeface="Montserrat"/>
              </a:rPr>
              <a:t>, including icons by </a:t>
            </a:r>
            <a:r>
              <a:rPr b="1" i="0" lang="en" sz="1000" u="none" cap="none" strike="noStrike">
                <a:solidFill>
                  <a:schemeClr val="accent1"/>
                </a:solidFill>
                <a:uFill>
                  <a:noFill/>
                </a:uFill>
                <a:latin typeface="Montserrat"/>
                <a:ea typeface="Montserrat"/>
                <a:cs typeface="Montserrat"/>
                <a:sym typeface="Montserrat"/>
                <a:hlinkClick r:id="rId3">
                  <a:extLst>
                    <a:ext uri="{A12FA001-AC4F-418D-AE19-62706E023703}">
                      <ahyp:hlinkClr val="tx"/>
                    </a:ext>
                  </a:extLst>
                </a:hlinkClick>
              </a:rPr>
              <a:t>Flaticon</a:t>
            </a:r>
            <a:r>
              <a:rPr b="0" i="0" lang="en" sz="1000" u="none" cap="none" strike="noStrike">
                <a:solidFill>
                  <a:schemeClr val="accent1"/>
                </a:solidFill>
                <a:latin typeface="Montserrat"/>
                <a:ea typeface="Montserrat"/>
                <a:cs typeface="Montserrat"/>
                <a:sym typeface="Montserrat"/>
              </a:rPr>
              <a:t>, and infographics &amp; images by </a:t>
            </a:r>
            <a:r>
              <a:rPr b="1" i="0" lang="en" sz="1000" u="none" cap="none" strike="noStrike">
                <a:solidFill>
                  <a:schemeClr val="accent1"/>
                </a:solidFill>
                <a:uFill>
                  <a:noFill/>
                </a:uFill>
                <a:latin typeface="Montserrat"/>
                <a:ea typeface="Montserrat"/>
                <a:cs typeface="Montserrat"/>
                <a:sym typeface="Montserrat"/>
                <a:hlinkClick r:id="rId4">
                  <a:extLst>
                    <a:ext uri="{A12FA001-AC4F-418D-AE19-62706E023703}">
                      <ahyp:hlinkClr val="tx"/>
                    </a:ext>
                  </a:extLst>
                </a:hlinkClick>
              </a:rPr>
              <a:t>Freepik</a:t>
            </a:r>
            <a:endParaRPr b="0" i="0" sz="1000" u="none" cap="none" strike="noStrike">
              <a:solidFill>
                <a:schemeClr val="accent1"/>
              </a:solidFill>
              <a:latin typeface="Montserrat"/>
              <a:ea typeface="Montserrat"/>
              <a:cs typeface="Montserrat"/>
              <a:sym typeface="Montserrat"/>
            </a:endParaRPr>
          </a:p>
        </p:txBody>
      </p:sp>
      <p:sp>
        <p:nvSpPr>
          <p:cNvPr id="152" name="Google Shape;152;p77"/>
          <p:cNvSpPr txBox="1"/>
          <p:nvPr/>
        </p:nvSpPr>
        <p:spPr>
          <a:xfrm>
            <a:off x="1094125" y="1417550"/>
            <a:ext cx="4959600" cy="1108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800"/>
              <a:buFont typeface="Arial"/>
              <a:buNone/>
            </a:pPr>
            <a:r>
              <a:t/>
            </a:r>
            <a:endParaRPr b="1" i="0" sz="2800" u="none" cap="none" strike="noStrike">
              <a:solidFill>
                <a:srgbClr val="27316F"/>
              </a:solidFill>
              <a:latin typeface="Montserrat"/>
              <a:ea typeface="Montserrat"/>
              <a:cs typeface="Montserrat"/>
              <a:sym typeface="Montserrat"/>
            </a:endParaRPr>
          </a:p>
        </p:txBody>
      </p:sp>
      <p:sp>
        <p:nvSpPr>
          <p:cNvPr id="153" name="Google Shape;153;p77"/>
          <p:cNvSpPr txBox="1"/>
          <p:nvPr>
            <p:ph type="title"/>
          </p:nvPr>
        </p:nvSpPr>
        <p:spPr>
          <a:xfrm>
            <a:off x="1094125" y="558925"/>
            <a:ext cx="6830100" cy="109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6000">
                <a:solidFill>
                  <a:schemeClr val="accent1"/>
                </a:solidFill>
              </a:defRPr>
            </a:lvl1pPr>
            <a:lvl2pPr lvl="1" algn="l">
              <a:lnSpc>
                <a:spcPct val="100000"/>
              </a:lnSpc>
              <a:spcBef>
                <a:spcPts val="0"/>
              </a:spcBef>
              <a:spcAft>
                <a:spcPts val="0"/>
              </a:spcAft>
              <a:buSzPts val="2800"/>
              <a:buNone/>
              <a:defRPr sz="4800">
                <a:solidFill>
                  <a:schemeClr val="accent1"/>
                </a:solidFill>
              </a:defRPr>
            </a:lvl2pPr>
            <a:lvl3pPr lvl="2" algn="l">
              <a:lnSpc>
                <a:spcPct val="100000"/>
              </a:lnSpc>
              <a:spcBef>
                <a:spcPts val="0"/>
              </a:spcBef>
              <a:spcAft>
                <a:spcPts val="0"/>
              </a:spcAft>
              <a:buSzPts val="2800"/>
              <a:buNone/>
              <a:defRPr sz="4800">
                <a:solidFill>
                  <a:schemeClr val="accent1"/>
                </a:solidFill>
              </a:defRPr>
            </a:lvl3pPr>
            <a:lvl4pPr lvl="3" algn="l">
              <a:lnSpc>
                <a:spcPct val="100000"/>
              </a:lnSpc>
              <a:spcBef>
                <a:spcPts val="0"/>
              </a:spcBef>
              <a:spcAft>
                <a:spcPts val="0"/>
              </a:spcAft>
              <a:buSzPts val="2800"/>
              <a:buNone/>
              <a:defRPr sz="4800">
                <a:solidFill>
                  <a:schemeClr val="accent1"/>
                </a:solidFill>
              </a:defRPr>
            </a:lvl4pPr>
            <a:lvl5pPr lvl="4" algn="l">
              <a:lnSpc>
                <a:spcPct val="100000"/>
              </a:lnSpc>
              <a:spcBef>
                <a:spcPts val="0"/>
              </a:spcBef>
              <a:spcAft>
                <a:spcPts val="0"/>
              </a:spcAft>
              <a:buSzPts val="2800"/>
              <a:buNone/>
              <a:defRPr sz="4800">
                <a:solidFill>
                  <a:schemeClr val="accent1"/>
                </a:solidFill>
              </a:defRPr>
            </a:lvl5pPr>
            <a:lvl6pPr lvl="5" algn="l">
              <a:lnSpc>
                <a:spcPct val="100000"/>
              </a:lnSpc>
              <a:spcBef>
                <a:spcPts val="0"/>
              </a:spcBef>
              <a:spcAft>
                <a:spcPts val="0"/>
              </a:spcAft>
              <a:buSzPts val="2800"/>
              <a:buNone/>
              <a:defRPr sz="4800">
                <a:solidFill>
                  <a:schemeClr val="accent1"/>
                </a:solidFill>
              </a:defRPr>
            </a:lvl6pPr>
            <a:lvl7pPr lvl="6" algn="l">
              <a:lnSpc>
                <a:spcPct val="100000"/>
              </a:lnSpc>
              <a:spcBef>
                <a:spcPts val="0"/>
              </a:spcBef>
              <a:spcAft>
                <a:spcPts val="0"/>
              </a:spcAft>
              <a:buSzPts val="2800"/>
              <a:buNone/>
              <a:defRPr sz="4800">
                <a:solidFill>
                  <a:schemeClr val="accent1"/>
                </a:solidFill>
              </a:defRPr>
            </a:lvl7pPr>
            <a:lvl8pPr lvl="7" algn="l">
              <a:lnSpc>
                <a:spcPct val="100000"/>
              </a:lnSpc>
              <a:spcBef>
                <a:spcPts val="0"/>
              </a:spcBef>
              <a:spcAft>
                <a:spcPts val="0"/>
              </a:spcAft>
              <a:buSzPts val="2800"/>
              <a:buNone/>
              <a:defRPr sz="4800">
                <a:solidFill>
                  <a:schemeClr val="accent1"/>
                </a:solidFill>
              </a:defRPr>
            </a:lvl8pPr>
            <a:lvl9pPr lvl="8" algn="l">
              <a:lnSpc>
                <a:spcPct val="100000"/>
              </a:lnSpc>
              <a:spcBef>
                <a:spcPts val="0"/>
              </a:spcBef>
              <a:spcAft>
                <a:spcPts val="0"/>
              </a:spcAft>
              <a:buSzPts val="2800"/>
              <a:buNone/>
              <a:defRPr sz="4800">
                <a:solidFill>
                  <a:schemeClr val="accent1"/>
                </a:solidFill>
              </a:defRPr>
            </a:lvl9pPr>
          </a:lstStyle>
          <a:p/>
        </p:txBody>
      </p:sp>
      <p:sp>
        <p:nvSpPr>
          <p:cNvPr id="154" name="Google Shape;154;p77"/>
          <p:cNvSpPr txBox="1"/>
          <p:nvPr>
            <p:ph idx="1" type="subTitle"/>
          </p:nvPr>
        </p:nvSpPr>
        <p:spPr>
          <a:xfrm>
            <a:off x="1094125" y="1618900"/>
            <a:ext cx="6429900" cy="14103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600"/>
            </a:lvl1pPr>
            <a:lvl2pPr lvl="1" algn="l">
              <a:lnSpc>
                <a:spcPct val="115000"/>
              </a:lnSpc>
              <a:spcBef>
                <a:spcPts val="1600"/>
              </a:spcBef>
              <a:spcAft>
                <a:spcPts val="0"/>
              </a:spcAft>
              <a:buSzPts val="1400"/>
              <a:buNone/>
              <a:defRPr sz="1600"/>
            </a:lvl2pPr>
            <a:lvl3pPr lvl="2" algn="l">
              <a:lnSpc>
                <a:spcPct val="115000"/>
              </a:lnSpc>
              <a:spcBef>
                <a:spcPts val="1600"/>
              </a:spcBef>
              <a:spcAft>
                <a:spcPts val="0"/>
              </a:spcAft>
              <a:buSzPts val="1400"/>
              <a:buNone/>
              <a:defRPr sz="1600"/>
            </a:lvl3pPr>
            <a:lvl4pPr lvl="3" algn="l">
              <a:lnSpc>
                <a:spcPct val="115000"/>
              </a:lnSpc>
              <a:spcBef>
                <a:spcPts val="1600"/>
              </a:spcBef>
              <a:spcAft>
                <a:spcPts val="0"/>
              </a:spcAft>
              <a:buSzPts val="1400"/>
              <a:buNone/>
              <a:defRPr sz="1600"/>
            </a:lvl4pPr>
            <a:lvl5pPr lvl="4" algn="l">
              <a:lnSpc>
                <a:spcPct val="115000"/>
              </a:lnSpc>
              <a:spcBef>
                <a:spcPts val="1600"/>
              </a:spcBef>
              <a:spcAft>
                <a:spcPts val="0"/>
              </a:spcAft>
              <a:buSzPts val="1400"/>
              <a:buNone/>
              <a:defRPr sz="1600"/>
            </a:lvl5pPr>
            <a:lvl6pPr lvl="5" algn="l">
              <a:lnSpc>
                <a:spcPct val="115000"/>
              </a:lnSpc>
              <a:spcBef>
                <a:spcPts val="1600"/>
              </a:spcBef>
              <a:spcAft>
                <a:spcPts val="0"/>
              </a:spcAft>
              <a:buSzPts val="1400"/>
              <a:buNone/>
              <a:defRPr sz="1600"/>
            </a:lvl6pPr>
            <a:lvl7pPr lvl="6" algn="l">
              <a:lnSpc>
                <a:spcPct val="115000"/>
              </a:lnSpc>
              <a:spcBef>
                <a:spcPts val="1600"/>
              </a:spcBef>
              <a:spcAft>
                <a:spcPts val="0"/>
              </a:spcAft>
              <a:buSzPts val="1400"/>
              <a:buNone/>
              <a:defRPr sz="1600"/>
            </a:lvl7pPr>
            <a:lvl8pPr lvl="7" algn="l">
              <a:lnSpc>
                <a:spcPct val="115000"/>
              </a:lnSpc>
              <a:spcBef>
                <a:spcPts val="1600"/>
              </a:spcBef>
              <a:spcAft>
                <a:spcPts val="0"/>
              </a:spcAft>
              <a:buSzPts val="1400"/>
              <a:buNone/>
              <a:defRPr sz="1600"/>
            </a:lvl8pPr>
            <a:lvl9pPr lvl="8" algn="l">
              <a:lnSpc>
                <a:spcPct val="115000"/>
              </a:lnSpc>
              <a:spcBef>
                <a:spcPts val="1600"/>
              </a:spcBef>
              <a:spcAft>
                <a:spcPts val="1600"/>
              </a:spcAft>
              <a:buSzPts val="1400"/>
              <a:buNone/>
              <a:defRPr sz="1600"/>
            </a:lvl9pPr>
          </a:lstStyle>
          <a:p/>
        </p:txBody>
      </p:sp>
      <p:sp>
        <p:nvSpPr>
          <p:cNvPr id="155" name="Google Shape;155;p77"/>
          <p:cNvSpPr/>
          <p:nvPr/>
        </p:nvSpPr>
        <p:spPr>
          <a:xfrm flipH="1" rot="-3224087">
            <a:off x="7590735" y="764028"/>
            <a:ext cx="1705595" cy="1705595"/>
          </a:xfrm>
          <a:prstGeom prst="blockArc">
            <a:avLst>
              <a:gd fmla="val 13003178" name="adj1"/>
              <a:gd fmla="val 2121832" name="adj2"/>
              <a:gd fmla="val 2502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ist">
  <p:cSld name="CUSTOM_4_1_1_3">
    <p:bg>
      <p:bgPr>
        <a:noFill/>
      </p:bgPr>
    </p:bg>
    <p:spTree>
      <p:nvGrpSpPr>
        <p:cNvPr id="156" name="Shape 156"/>
        <p:cNvGrpSpPr/>
        <p:nvPr/>
      </p:nvGrpSpPr>
      <p:grpSpPr>
        <a:xfrm>
          <a:off x="0" y="0"/>
          <a:ext cx="0" cy="0"/>
          <a:chOff x="0" y="0"/>
          <a:chExt cx="0" cy="0"/>
        </a:xfrm>
      </p:grpSpPr>
      <p:sp>
        <p:nvSpPr>
          <p:cNvPr id="157" name="Google Shape;157;p78"/>
          <p:cNvSpPr/>
          <p:nvPr/>
        </p:nvSpPr>
        <p:spPr>
          <a:xfrm rot="-5400000">
            <a:off x="7965010" y="-1097203"/>
            <a:ext cx="2387700" cy="2387700"/>
          </a:xfrm>
          <a:prstGeom prst="blockArc">
            <a:avLst>
              <a:gd fmla="val 10820796" name="adj1"/>
              <a:gd fmla="val 16556050" name="adj2"/>
              <a:gd fmla="val 1084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78"/>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78"/>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160" name="Google Shape;160;p78"/>
          <p:cNvSpPr/>
          <p:nvPr/>
        </p:nvSpPr>
        <p:spPr>
          <a:xfrm rot="-900003">
            <a:off x="-1468002" y="4320800"/>
            <a:ext cx="2387761" cy="2387761"/>
          </a:xfrm>
          <a:prstGeom prst="blockArc">
            <a:avLst>
              <a:gd fmla="val 17506725" name="adj1"/>
              <a:gd fmla="val 21555750" name="adj2"/>
              <a:gd fmla="val 9524"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78"/>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62" name="Google Shape;162;p78"/>
          <p:cNvSpPr txBox="1"/>
          <p:nvPr>
            <p:ph idx="1" type="body"/>
          </p:nvPr>
        </p:nvSpPr>
        <p:spPr>
          <a:xfrm>
            <a:off x="702900" y="1152475"/>
            <a:ext cx="5339400" cy="3416400"/>
          </a:xfrm>
          <a:prstGeom prst="rect">
            <a:avLst/>
          </a:prstGeom>
          <a:noFill/>
          <a:ln>
            <a:noFill/>
          </a:ln>
        </p:spPr>
        <p:txBody>
          <a:bodyPr anchorCtr="0" anchor="t" bIns="91425" lIns="91425" spcFirstLastPara="1" rIns="91425" wrap="square" tIns="91425">
            <a:noAutofit/>
          </a:bodyPr>
          <a:lstStyle>
            <a:lvl1pPr indent="-317500" lvl="0" marL="457200" algn="l">
              <a:lnSpc>
                <a:spcPct val="115000"/>
              </a:lnSpc>
              <a:spcBef>
                <a:spcPts val="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1pPr>
            <a:lvl2pPr indent="-317500" lvl="1" marL="9144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2pPr>
            <a:lvl3pPr indent="-317500" lvl="2" marL="13716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3pPr>
            <a:lvl4pPr indent="-317500" lvl="3" marL="18288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4pPr>
            <a:lvl5pPr indent="-317500" lvl="4" marL="22860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5pPr>
            <a:lvl6pPr indent="-317500" lvl="5" marL="27432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6pPr>
            <a:lvl7pPr indent="-317500" lvl="6" marL="32004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7pPr>
            <a:lvl8pPr indent="-317500" lvl="7" marL="36576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8pPr>
            <a:lvl9pPr indent="-317500" lvl="8" marL="4114800" algn="l">
              <a:lnSpc>
                <a:spcPct val="115000"/>
              </a:lnSpc>
              <a:spcBef>
                <a:spcPts val="1600"/>
              </a:spcBef>
              <a:spcAft>
                <a:spcPts val="1600"/>
              </a:spcAft>
              <a:buClr>
                <a:schemeClr val="accent1"/>
              </a:buClr>
              <a:buSzPts val="1400"/>
              <a:buFont typeface="Montserrat"/>
              <a:buChar char="■"/>
              <a:defRPr>
                <a:solidFill>
                  <a:schemeClr val="accent1"/>
                </a:solidFill>
                <a:latin typeface="Montserrat"/>
                <a:ea typeface="Montserrat"/>
                <a:cs typeface="Montserrat"/>
                <a:sym typeface="Montserrat"/>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63" name="Shape 163"/>
        <p:cNvGrpSpPr/>
        <p:nvPr/>
      </p:nvGrpSpPr>
      <p:grpSpPr>
        <a:xfrm>
          <a:off x="0" y="0"/>
          <a:ext cx="0" cy="0"/>
          <a:chOff x="0" y="0"/>
          <a:chExt cx="0" cy="0"/>
        </a:xfrm>
      </p:grpSpPr>
      <p:sp>
        <p:nvSpPr>
          <p:cNvPr id="164" name="Google Shape;164;p83"/>
          <p:cNvSpPr/>
          <p:nvPr/>
        </p:nvSpPr>
        <p:spPr>
          <a:xfrm rot="5400000">
            <a:off x="-1062873" y="-1049951"/>
            <a:ext cx="1957800" cy="1957800"/>
          </a:xfrm>
          <a:prstGeom prst="blockArc">
            <a:avLst>
              <a:gd fmla="val 16339879" name="adj1"/>
              <a:gd fmla="val 21412310" name="adj2"/>
              <a:gd fmla="val 12046"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83"/>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 name="Google Shape;166;p83"/>
          <p:cNvSpPr txBox="1"/>
          <p:nvPr>
            <p:ph idx="1" type="subTitle"/>
          </p:nvPr>
        </p:nvSpPr>
        <p:spPr>
          <a:xfrm>
            <a:off x="1086359" y="2562701"/>
            <a:ext cx="3552000" cy="1596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67" name="Google Shape;167;p83"/>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168" name="Google Shape;168;p83"/>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69" name="Shape 169"/>
        <p:cNvGrpSpPr/>
        <p:nvPr/>
      </p:nvGrpSpPr>
      <p:grpSpPr>
        <a:xfrm>
          <a:off x="0" y="0"/>
          <a:ext cx="0" cy="0"/>
          <a:chOff x="0" y="0"/>
          <a:chExt cx="0" cy="0"/>
        </a:xfrm>
      </p:grpSpPr>
      <p:sp>
        <p:nvSpPr>
          <p:cNvPr id="170" name="Google Shape;170;p8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indent="0" lvl="0"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1pPr>
            <a:lvl2pPr indent="0" lvl="1"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2pPr>
            <a:lvl3pPr indent="0" lvl="2"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3pPr>
            <a:lvl4pPr indent="0" lvl="3"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4pPr>
            <a:lvl5pPr indent="0" lvl="4"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5pPr>
            <a:lvl6pPr indent="0" lvl="5"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6pPr>
            <a:lvl7pPr indent="0" lvl="6"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7pPr>
            <a:lvl8pPr indent="0" lvl="7"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8pPr>
            <a:lvl9pPr indent="0" lvl="8"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9pPr>
          </a:lstStyle>
          <a:p>
            <a:pPr indent="0" lvl="0" marL="0" rtl="0" algn="l">
              <a:spcBef>
                <a:spcPts val="0"/>
              </a:spcBef>
              <a:spcAft>
                <a:spcPts val="0"/>
              </a:spcAft>
              <a:buNone/>
            </a:pPr>
            <a:fld id="{00000000-1234-1234-1234-123412341234}" type="slidenum">
              <a:rPr lang="en"/>
              <a:t>‹#›</a:t>
            </a:fld>
            <a:endParaRPr/>
          </a:p>
        </p:txBody>
      </p:sp>
      <p:sp>
        <p:nvSpPr>
          <p:cNvPr id="171" name="Google Shape;171;p84"/>
          <p:cNvSpPr txBox="1"/>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000"/>
              <a:buFont typeface="Arial"/>
              <a:buNone/>
            </a:pPr>
            <a:fld id="{00000000-1234-1234-1234-123412341234}" type="slidenum">
              <a:rPr b="0" i="0" lang="en" sz="1000" u="none" cap="none" strike="noStrike">
                <a:solidFill>
                  <a:srgbClr val="595959"/>
                </a:solidFill>
                <a:latin typeface="Arial"/>
                <a:ea typeface="Arial"/>
                <a:cs typeface="Arial"/>
                <a:sym typeface="Arial"/>
              </a:rPr>
              <a:t>‹#›</a:t>
            </a:fld>
            <a:endParaRPr b="0" i="0" sz="1000" u="none" cap="none" strike="noStrike">
              <a:solidFill>
                <a:srgbClr val="595959"/>
              </a:solidFill>
              <a:latin typeface="Arial"/>
              <a:ea typeface="Arial"/>
              <a:cs typeface="Arial"/>
              <a:sym typeface="Arial"/>
            </a:endParaRPr>
          </a:p>
        </p:txBody>
      </p:sp>
      <p:sp>
        <p:nvSpPr>
          <p:cNvPr id="172" name="Google Shape;172;p84"/>
          <p:cNvSpPr/>
          <p:nvPr/>
        </p:nvSpPr>
        <p:spPr>
          <a:xfrm rot="-900094">
            <a:off x="3798381" y="4368678"/>
            <a:ext cx="1783690" cy="1783980"/>
          </a:xfrm>
          <a:prstGeom prst="blockArc">
            <a:avLst>
              <a:gd fmla="val 12085351" name="adj1"/>
              <a:gd fmla="val 16819483" name="adj2"/>
              <a:gd fmla="val 17550"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84"/>
          <p:cNvSpPr/>
          <p:nvPr/>
        </p:nvSpPr>
        <p:spPr>
          <a:xfrm>
            <a:off x="4572000" y="-73925"/>
            <a:ext cx="4572000" cy="53088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84"/>
          <p:cNvSpPr txBox="1"/>
          <p:nvPr/>
        </p:nvSpPr>
        <p:spPr>
          <a:xfrm>
            <a:off x="5298300" y="2567075"/>
            <a:ext cx="3119400" cy="14823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27316F"/>
              </a:solidFill>
              <a:latin typeface="Montserrat"/>
              <a:ea typeface="Montserrat"/>
              <a:cs typeface="Montserrat"/>
              <a:sym typeface="Montserrat"/>
            </a:endParaRPr>
          </a:p>
        </p:txBody>
      </p:sp>
      <p:sp>
        <p:nvSpPr>
          <p:cNvPr id="175" name="Google Shape;175;p84"/>
          <p:cNvSpPr txBox="1"/>
          <p:nvPr/>
        </p:nvSpPr>
        <p:spPr>
          <a:xfrm>
            <a:off x="5298300" y="4049375"/>
            <a:ext cx="3119400" cy="12351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176" name="Google Shape;176;p84"/>
          <p:cNvSpPr txBox="1"/>
          <p:nvPr/>
        </p:nvSpPr>
        <p:spPr>
          <a:xfrm>
            <a:off x="5208725" y="4049375"/>
            <a:ext cx="3119400" cy="12351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Montserrat"/>
              <a:ea typeface="Montserrat"/>
              <a:cs typeface="Montserrat"/>
              <a:sym typeface="Montserrat"/>
            </a:endParaRPr>
          </a:p>
        </p:txBody>
      </p:sp>
      <p:sp>
        <p:nvSpPr>
          <p:cNvPr id="177" name="Google Shape;177;p84"/>
          <p:cNvSpPr txBox="1"/>
          <p:nvPr/>
        </p:nvSpPr>
        <p:spPr>
          <a:xfrm>
            <a:off x="5387850" y="3299075"/>
            <a:ext cx="3119400" cy="7503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178" name="Google Shape;178;p84"/>
          <p:cNvSpPr txBox="1"/>
          <p:nvPr>
            <p:ph idx="1" type="subTitle"/>
          </p:nvPr>
        </p:nvSpPr>
        <p:spPr>
          <a:xfrm>
            <a:off x="5021275" y="810000"/>
            <a:ext cx="3549600" cy="3856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79" name="Google Shape;179;p84"/>
          <p:cNvSpPr txBox="1"/>
          <p:nvPr>
            <p:ph type="title"/>
          </p:nvPr>
        </p:nvSpPr>
        <p:spPr>
          <a:xfrm>
            <a:off x="602400" y="862850"/>
            <a:ext cx="3549600" cy="3186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600">
                <a:solidFill>
                  <a:schemeClr val="accent1"/>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80" name="Shape 180"/>
        <p:cNvGrpSpPr/>
        <p:nvPr/>
      </p:nvGrpSpPr>
      <p:grpSpPr>
        <a:xfrm>
          <a:off x="0" y="0"/>
          <a:ext cx="0" cy="0"/>
          <a:chOff x="0" y="0"/>
          <a:chExt cx="0" cy="0"/>
        </a:xfrm>
      </p:grpSpPr>
      <p:sp>
        <p:nvSpPr>
          <p:cNvPr id="181" name="Google Shape;181;p85"/>
          <p:cNvSpPr txBox="1"/>
          <p:nvPr>
            <p:ph idx="1" type="body"/>
          </p:nvPr>
        </p:nvSpPr>
        <p:spPr>
          <a:xfrm>
            <a:off x="933325" y="4230575"/>
            <a:ext cx="5377200" cy="605100"/>
          </a:xfrm>
          <a:prstGeom prst="rect">
            <a:avLst/>
          </a:prstGeom>
          <a:noFill/>
          <a:ln>
            <a:noFill/>
          </a:ln>
        </p:spPr>
        <p:txBody>
          <a:bodyPr anchorCtr="0" anchor="ctr" bIns="91425" lIns="91425" spcFirstLastPara="1" rIns="91425" wrap="square" tIns="91425">
            <a:noAutofit/>
          </a:bodyPr>
          <a:lstStyle>
            <a:lvl1pPr indent="-228600" lvl="0" marL="457200" algn="l">
              <a:lnSpc>
                <a:spcPct val="100000"/>
              </a:lnSpc>
              <a:spcBef>
                <a:spcPts val="0"/>
              </a:spcBef>
              <a:spcAft>
                <a:spcPts val="0"/>
              </a:spcAft>
              <a:buSzPts val="1400"/>
              <a:buNone/>
              <a:defRPr/>
            </a:lvl1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
    <p:spTree>
      <p:nvGrpSpPr>
        <p:cNvPr id="182" name="Shape 182"/>
        <p:cNvGrpSpPr/>
        <p:nvPr/>
      </p:nvGrpSpPr>
      <p:grpSpPr>
        <a:xfrm>
          <a:off x="0" y="0"/>
          <a:ext cx="0" cy="0"/>
          <a:chOff x="0" y="0"/>
          <a:chExt cx="0" cy="0"/>
        </a:xfrm>
      </p:grpSpPr>
      <p:sp>
        <p:nvSpPr>
          <p:cNvPr id="183" name="Google Shape;183;p86"/>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86"/>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185" name="Google Shape;185;p86"/>
          <p:cNvSpPr txBox="1"/>
          <p:nvPr>
            <p:ph idx="1" type="subTitle"/>
          </p:nvPr>
        </p:nvSpPr>
        <p:spPr>
          <a:xfrm>
            <a:off x="1030775" y="3087275"/>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sz="1600"/>
            </a:lvl2pPr>
            <a:lvl3pPr lvl="2" algn="ctr">
              <a:lnSpc>
                <a:spcPct val="100000"/>
              </a:lnSpc>
              <a:spcBef>
                <a:spcPts val="1600"/>
              </a:spcBef>
              <a:spcAft>
                <a:spcPts val="0"/>
              </a:spcAft>
              <a:buSzPts val="1400"/>
              <a:buNone/>
              <a:defRPr sz="1600"/>
            </a:lvl3pPr>
            <a:lvl4pPr lvl="3" algn="ctr">
              <a:lnSpc>
                <a:spcPct val="100000"/>
              </a:lnSpc>
              <a:spcBef>
                <a:spcPts val="1600"/>
              </a:spcBef>
              <a:spcAft>
                <a:spcPts val="0"/>
              </a:spcAft>
              <a:buSzPts val="1400"/>
              <a:buNone/>
              <a:defRPr sz="1600"/>
            </a:lvl4pPr>
            <a:lvl5pPr lvl="4" algn="ctr">
              <a:lnSpc>
                <a:spcPct val="100000"/>
              </a:lnSpc>
              <a:spcBef>
                <a:spcPts val="1600"/>
              </a:spcBef>
              <a:spcAft>
                <a:spcPts val="0"/>
              </a:spcAft>
              <a:buSzPts val="1400"/>
              <a:buNone/>
              <a:defRPr sz="1600"/>
            </a:lvl5pPr>
            <a:lvl6pPr lvl="5" algn="ctr">
              <a:lnSpc>
                <a:spcPct val="100000"/>
              </a:lnSpc>
              <a:spcBef>
                <a:spcPts val="1600"/>
              </a:spcBef>
              <a:spcAft>
                <a:spcPts val="0"/>
              </a:spcAft>
              <a:buSzPts val="1400"/>
              <a:buNone/>
              <a:defRPr sz="1600"/>
            </a:lvl6pPr>
            <a:lvl7pPr lvl="6" algn="ctr">
              <a:lnSpc>
                <a:spcPct val="100000"/>
              </a:lnSpc>
              <a:spcBef>
                <a:spcPts val="1600"/>
              </a:spcBef>
              <a:spcAft>
                <a:spcPts val="0"/>
              </a:spcAft>
              <a:buSzPts val="1400"/>
              <a:buNone/>
              <a:defRPr sz="1600"/>
            </a:lvl7pPr>
            <a:lvl8pPr lvl="7" algn="ctr">
              <a:lnSpc>
                <a:spcPct val="100000"/>
              </a:lnSpc>
              <a:spcBef>
                <a:spcPts val="1600"/>
              </a:spcBef>
              <a:spcAft>
                <a:spcPts val="0"/>
              </a:spcAft>
              <a:buSzPts val="1400"/>
              <a:buNone/>
              <a:defRPr sz="1600"/>
            </a:lvl8pPr>
            <a:lvl9pPr lvl="8" algn="ctr">
              <a:lnSpc>
                <a:spcPct val="100000"/>
              </a:lnSpc>
              <a:spcBef>
                <a:spcPts val="1600"/>
              </a:spcBef>
              <a:spcAft>
                <a:spcPts val="1600"/>
              </a:spcAft>
              <a:buSzPts val="1400"/>
              <a:buNone/>
              <a:defRPr sz="1600"/>
            </a:lvl9pPr>
          </a:lstStyle>
          <a:p/>
        </p:txBody>
      </p:sp>
      <p:sp>
        <p:nvSpPr>
          <p:cNvPr id="186" name="Google Shape;186;p86"/>
          <p:cNvSpPr txBox="1"/>
          <p:nvPr>
            <p:ph idx="2" type="subTitle"/>
          </p:nvPr>
        </p:nvSpPr>
        <p:spPr>
          <a:xfrm>
            <a:off x="1030775" y="3404675"/>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87" name="Google Shape;187;p86"/>
          <p:cNvSpPr txBox="1"/>
          <p:nvPr>
            <p:ph idx="3" type="subTitle"/>
          </p:nvPr>
        </p:nvSpPr>
        <p:spPr>
          <a:xfrm>
            <a:off x="3445500" y="3087275"/>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88" name="Google Shape;188;p86"/>
          <p:cNvSpPr txBox="1"/>
          <p:nvPr>
            <p:ph idx="4" type="subTitle"/>
          </p:nvPr>
        </p:nvSpPr>
        <p:spPr>
          <a:xfrm>
            <a:off x="3445500" y="3404675"/>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89" name="Google Shape;189;p86"/>
          <p:cNvSpPr txBox="1"/>
          <p:nvPr>
            <p:ph idx="5" type="subTitle"/>
          </p:nvPr>
        </p:nvSpPr>
        <p:spPr>
          <a:xfrm>
            <a:off x="5860225" y="3087275"/>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90" name="Google Shape;190;p86"/>
          <p:cNvSpPr txBox="1"/>
          <p:nvPr>
            <p:ph idx="6" type="subTitle"/>
          </p:nvPr>
        </p:nvSpPr>
        <p:spPr>
          <a:xfrm>
            <a:off x="5860225" y="3404675"/>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91" name="Google Shape;191;p86"/>
          <p:cNvSpPr/>
          <p:nvPr/>
        </p:nvSpPr>
        <p:spPr>
          <a:xfrm>
            <a:off x="-879187" y="4312178"/>
            <a:ext cx="1705500" cy="1705500"/>
          </a:xfrm>
          <a:prstGeom prst="blockArc">
            <a:avLst>
              <a:gd fmla="val 16164733" name="adj1"/>
              <a:gd fmla="val 104114" name="adj2"/>
              <a:gd fmla="val 12778" name="adj3"/>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 name="Google Shape;192;p86"/>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CUSTOM_2">
    <p:spTree>
      <p:nvGrpSpPr>
        <p:cNvPr id="193" name="Shape 193"/>
        <p:cNvGrpSpPr/>
        <p:nvPr/>
      </p:nvGrpSpPr>
      <p:grpSpPr>
        <a:xfrm>
          <a:off x="0" y="0"/>
          <a:ext cx="0" cy="0"/>
          <a:chOff x="0" y="0"/>
          <a:chExt cx="0" cy="0"/>
        </a:xfrm>
      </p:grpSpPr>
      <p:sp>
        <p:nvSpPr>
          <p:cNvPr id="194" name="Google Shape;194;p87"/>
          <p:cNvSpPr/>
          <p:nvPr/>
        </p:nvSpPr>
        <p:spPr>
          <a:xfrm>
            <a:off x="-76800" y="-76500"/>
            <a:ext cx="4638900" cy="52773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87"/>
          <p:cNvSpPr/>
          <p:nvPr/>
        </p:nvSpPr>
        <p:spPr>
          <a:xfrm rot="10800000">
            <a:off x="735300" y="724075"/>
            <a:ext cx="3241500" cy="3945900"/>
          </a:xfrm>
          <a:prstGeom prst="round1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87"/>
          <p:cNvSpPr txBox="1"/>
          <p:nvPr/>
        </p:nvSpPr>
        <p:spPr>
          <a:xfrm>
            <a:off x="750000" y="717175"/>
            <a:ext cx="3226800" cy="3945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600"/>
              <a:buFont typeface="Arial"/>
              <a:buNone/>
            </a:pPr>
            <a:r>
              <a:t/>
            </a:r>
            <a:endParaRPr b="1" i="0" sz="3600" u="none" cap="none" strike="noStrike">
              <a:solidFill>
                <a:srgbClr val="27316F"/>
              </a:solidFill>
              <a:latin typeface="Montserrat"/>
              <a:ea typeface="Montserrat"/>
              <a:cs typeface="Montserrat"/>
              <a:sym typeface="Montserrat"/>
            </a:endParaRPr>
          </a:p>
        </p:txBody>
      </p:sp>
      <p:sp>
        <p:nvSpPr>
          <p:cNvPr id="197" name="Google Shape;197;p87"/>
          <p:cNvSpPr txBox="1"/>
          <p:nvPr>
            <p:ph idx="1" type="subTitle"/>
          </p:nvPr>
        </p:nvSpPr>
        <p:spPr>
          <a:xfrm>
            <a:off x="5909000" y="599974"/>
            <a:ext cx="24480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198" name="Google Shape;198;p87"/>
          <p:cNvSpPr txBox="1"/>
          <p:nvPr>
            <p:ph idx="2" type="subTitle"/>
          </p:nvPr>
        </p:nvSpPr>
        <p:spPr>
          <a:xfrm>
            <a:off x="5909000" y="1035316"/>
            <a:ext cx="24480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99" name="Google Shape;199;p87"/>
          <p:cNvSpPr txBox="1"/>
          <p:nvPr>
            <p:ph idx="3" type="subTitle"/>
          </p:nvPr>
        </p:nvSpPr>
        <p:spPr>
          <a:xfrm>
            <a:off x="5909000" y="2028524"/>
            <a:ext cx="24480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0" name="Google Shape;200;p87"/>
          <p:cNvSpPr txBox="1"/>
          <p:nvPr>
            <p:ph idx="4" type="subTitle"/>
          </p:nvPr>
        </p:nvSpPr>
        <p:spPr>
          <a:xfrm>
            <a:off x="5909000" y="2445016"/>
            <a:ext cx="24480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01" name="Google Shape;201;p87"/>
          <p:cNvSpPr txBox="1"/>
          <p:nvPr>
            <p:ph idx="5" type="subTitle"/>
          </p:nvPr>
        </p:nvSpPr>
        <p:spPr>
          <a:xfrm>
            <a:off x="5909000" y="3457074"/>
            <a:ext cx="24480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0"/>
              </a:spcBef>
              <a:spcAft>
                <a:spcPts val="0"/>
              </a:spcAft>
              <a:buSzPts val="1400"/>
              <a:buNone/>
              <a:defRPr sz="1600"/>
            </a:lvl2pPr>
            <a:lvl3pPr lvl="2" algn="l">
              <a:lnSpc>
                <a:spcPct val="100000"/>
              </a:lnSpc>
              <a:spcBef>
                <a:spcPts val="0"/>
              </a:spcBef>
              <a:spcAft>
                <a:spcPts val="0"/>
              </a:spcAft>
              <a:buSzPts val="1400"/>
              <a:buNone/>
              <a:defRPr sz="1600"/>
            </a:lvl3pPr>
            <a:lvl4pPr lvl="3" algn="l">
              <a:lnSpc>
                <a:spcPct val="100000"/>
              </a:lnSpc>
              <a:spcBef>
                <a:spcPts val="0"/>
              </a:spcBef>
              <a:spcAft>
                <a:spcPts val="0"/>
              </a:spcAft>
              <a:buSzPts val="1400"/>
              <a:buNone/>
              <a:defRPr sz="1600"/>
            </a:lvl4pPr>
            <a:lvl5pPr lvl="4" algn="l">
              <a:lnSpc>
                <a:spcPct val="100000"/>
              </a:lnSpc>
              <a:spcBef>
                <a:spcPts val="0"/>
              </a:spcBef>
              <a:spcAft>
                <a:spcPts val="0"/>
              </a:spcAft>
              <a:buSzPts val="1400"/>
              <a:buNone/>
              <a:defRPr sz="1600"/>
            </a:lvl5pPr>
            <a:lvl6pPr lvl="5" algn="l">
              <a:lnSpc>
                <a:spcPct val="100000"/>
              </a:lnSpc>
              <a:spcBef>
                <a:spcPts val="0"/>
              </a:spcBef>
              <a:spcAft>
                <a:spcPts val="0"/>
              </a:spcAft>
              <a:buSzPts val="1400"/>
              <a:buNone/>
              <a:defRPr sz="1600"/>
            </a:lvl6pPr>
            <a:lvl7pPr lvl="6" algn="l">
              <a:lnSpc>
                <a:spcPct val="100000"/>
              </a:lnSpc>
              <a:spcBef>
                <a:spcPts val="0"/>
              </a:spcBef>
              <a:spcAft>
                <a:spcPts val="0"/>
              </a:spcAft>
              <a:buSzPts val="1400"/>
              <a:buNone/>
              <a:defRPr sz="1600"/>
            </a:lvl7pPr>
            <a:lvl8pPr lvl="7" algn="l">
              <a:lnSpc>
                <a:spcPct val="100000"/>
              </a:lnSpc>
              <a:spcBef>
                <a:spcPts val="0"/>
              </a:spcBef>
              <a:spcAft>
                <a:spcPts val="0"/>
              </a:spcAft>
              <a:buSzPts val="1400"/>
              <a:buNone/>
              <a:defRPr sz="1600"/>
            </a:lvl8pPr>
            <a:lvl9pPr lvl="8" algn="l">
              <a:lnSpc>
                <a:spcPct val="100000"/>
              </a:lnSpc>
              <a:spcBef>
                <a:spcPts val="0"/>
              </a:spcBef>
              <a:spcAft>
                <a:spcPts val="0"/>
              </a:spcAft>
              <a:buSzPts val="1400"/>
              <a:buNone/>
              <a:defRPr sz="1600"/>
            </a:lvl9pPr>
          </a:lstStyle>
          <a:p/>
        </p:txBody>
      </p:sp>
      <p:sp>
        <p:nvSpPr>
          <p:cNvPr id="202" name="Google Shape;202;p87"/>
          <p:cNvSpPr txBox="1"/>
          <p:nvPr>
            <p:ph idx="6" type="subTitle"/>
          </p:nvPr>
        </p:nvSpPr>
        <p:spPr>
          <a:xfrm>
            <a:off x="5909000" y="3854716"/>
            <a:ext cx="24480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03" name="Google Shape;203;p87"/>
          <p:cNvSpPr txBox="1"/>
          <p:nvPr>
            <p:ph type="title"/>
          </p:nvPr>
        </p:nvSpPr>
        <p:spPr>
          <a:xfrm>
            <a:off x="831900" y="717175"/>
            <a:ext cx="3144900" cy="3945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1"/>
                </a:solidFill>
              </a:defRPr>
            </a:lvl1pPr>
            <a:lvl2pPr lvl="1" algn="r">
              <a:lnSpc>
                <a:spcPct val="100000"/>
              </a:lnSpc>
              <a:spcBef>
                <a:spcPts val="0"/>
              </a:spcBef>
              <a:spcAft>
                <a:spcPts val="0"/>
              </a:spcAft>
              <a:buSzPts val="2800"/>
              <a:buNone/>
              <a:defRPr/>
            </a:lvl2pPr>
            <a:lvl3pPr lvl="2" algn="r">
              <a:lnSpc>
                <a:spcPct val="100000"/>
              </a:lnSpc>
              <a:spcBef>
                <a:spcPts val="0"/>
              </a:spcBef>
              <a:spcAft>
                <a:spcPts val="0"/>
              </a:spcAft>
              <a:buSzPts val="2800"/>
              <a:buNone/>
              <a:defRPr/>
            </a:lvl3pPr>
            <a:lvl4pPr lvl="3" algn="r">
              <a:lnSpc>
                <a:spcPct val="100000"/>
              </a:lnSpc>
              <a:spcBef>
                <a:spcPts val="0"/>
              </a:spcBef>
              <a:spcAft>
                <a:spcPts val="0"/>
              </a:spcAft>
              <a:buSzPts val="2800"/>
              <a:buNone/>
              <a:defRPr/>
            </a:lvl4pPr>
            <a:lvl5pPr lvl="4" algn="r">
              <a:lnSpc>
                <a:spcPct val="100000"/>
              </a:lnSpc>
              <a:spcBef>
                <a:spcPts val="0"/>
              </a:spcBef>
              <a:spcAft>
                <a:spcPts val="0"/>
              </a:spcAft>
              <a:buSzPts val="2800"/>
              <a:buNone/>
              <a:defRPr/>
            </a:lvl5pPr>
            <a:lvl6pPr lvl="5" algn="r">
              <a:lnSpc>
                <a:spcPct val="100000"/>
              </a:lnSpc>
              <a:spcBef>
                <a:spcPts val="0"/>
              </a:spcBef>
              <a:spcAft>
                <a:spcPts val="0"/>
              </a:spcAft>
              <a:buSzPts val="2800"/>
              <a:buNone/>
              <a:defRPr/>
            </a:lvl6pPr>
            <a:lvl7pPr lvl="6" algn="r">
              <a:lnSpc>
                <a:spcPct val="100000"/>
              </a:lnSpc>
              <a:spcBef>
                <a:spcPts val="0"/>
              </a:spcBef>
              <a:spcAft>
                <a:spcPts val="0"/>
              </a:spcAft>
              <a:buSzPts val="2800"/>
              <a:buNone/>
              <a:defRPr/>
            </a:lvl7pPr>
            <a:lvl8pPr lvl="7" algn="r">
              <a:lnSpc>
                <a:spcPct val="100000"/>
              </a:lnSpc>
              <a:spcBef>
                <a:spcPts val="0"/>
              </a:spcBef>
              <a:spcAft>
                <a:spcPts val="0"/>
              </a:spcAft>
              <a:buSzPts val="2800"/>
              <a:buNone/>
              <a:defRPr/>
            </a:lvl8pPr>
            <a:lvl9pPr lvl="8" algn="r">
              <a:lnSpc>
                <a:spcPct val="100000"/>
              </a:lnSpc>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4_1_1_1_1">
    <p:bg>
      <p:bgPr>
        <a:solidFill>
          <a:schemeClr val="accent2"/>
        </a:solidFill>
      </p:bgPr>
    </p:bg>
    <p:spTree>
      <p:nvGrpSpPr>
        <p:cNvPr id="204" name="Shape 204"/>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8" name="Shape 208"/>
        <p:cNvGrpSpPr/>
        <p:nvPr/>
      </p:nvGrpSpPr>
      <p:grpSpPr>
        <a:xfrm>
          <a:off x="0" y="0"/>
          <a:ext cx="0" cy="0"/>
          <a:chOff x="0" y="0"/>
          <a:chExt cx="0" cy="0"/>
        </a:xfrm>
      </p:grpSpPr>
      <p:sp>
        <p:nvSpPr>
          <p:cNvPr id="209" name="Google Shape;209;p64"/>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64"/>
          <p:cNvSpPr txBox="1"/>
          <p:nvPr/>
        </p:nvSpPr>
        <p:spPr>
          <a:xfrm>
            <a:off x="1094125" y="389075"/>
            <a:ext cx="39903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211" name="Google Shape;211;p64"/>
          <p:cNvSpPr/>
          <p:nvPr/>
        </p:nvSpPr>
        <p:spPr>
          <a:xfrm>
            <a:off x="-848712" y="4342678"/>
            <a:ext cx="1705500" cy="1705500"/>
          </a:xfrm>
          <a:prstGeom prst="blockArc">
            <a:avLst>
              <a:gd fmla="val 16164733" name="adj1"/>
              <a:gd fmla="val 69283" name="adj2"/>
              <a:gd fmla="val 23676"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64"/>
          <p:cNvSpPr txBox="1"/>
          <p:nvPr>
            <p:ph idx="1" type="subTitle"/>
          </p:nvPr>
        </p:nvSpPr>
        <p:spPr>
          <a:xfrm>
            <a:off x="1117650" y="3062625"/>
            <a:ext cx="2918400" cy="6594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13" name="Google Shape;213;p64"/>
          <p:cNvSpPr txBox="1"/>
          <p:nvPr>
            <p:ph idx="2" type="subTitle"/>
          </p:nvPr>
        </p:nvSpPr>
        <p:spPr>
          <a:xfrm>
            <a:off x="1117650" y="3440007"/>
            <a:ext cx="2918400" cy="1570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14" name="Google Shape;214;p64"/>
          <p:cNvSpPr txBox="1"/>
          <p:nvPr>
            <p:ph idx="3" type="subTitle"/>
          </p:nvPr>
        </p:nvSpPr>
        <p:spPr>
          <a:xfrm>
            <a:off x="5107950" y="3062613"/>
            <a:ext cx="2918400" cy="6594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5" name="Google Shape;215;p64"/>
          <p:cNvSpPr txBox="1"/>
          <p:nvPr>
            <p:ph idx="4" type="subTitle"/>
          </p:nvPr>
        </p:nvSpPr>
        <p:spPr>
          <a:xfrm>
            <a:off x="5107950" y="3439998"/>
            <a:ext cx="2918400" cy="1570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6" name="Google Shape;216;p64"/>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217" name="Shape 217"/>
        <p:cNvGrpSpPr/>
        <p:nvPr/>
      </p:nvGrpSpPr>
      <p:grpSpPr>
        <a:xfrm>
          <a:off x="0" y="0"/>
          <a:ext cx="0" cy="0"/>
          <a:chOff x="0" y="0"/>
          <a:chExt cx="0" cy="0"/>
        </a:xfrm>
      </p:grpSpPr>
      <p:sp>
        <p:nvSpPr>
          <p:cNvPr id="218" name="Google Shape;218;p65"/>
          <p:cNvSpPr/>
          <p:nvPr/>
        </p:nvSpPr>
        <p:spPr>
          <a:xfrm rot="4458820">
            <a:off x="-1366688" y="4266321"/>
            <a:ext cx="2387832" cy="2387832"/>
          </a:xfrm>
          <a:prstGeom prst="blockArc">
            <a:avLst>
              <a:gd fmla="val 12020406" name="adj1"/>
              <a:gd fmla="val 16274686" name="adj2"/>
              <a:gd fmla="val 10157" name="adj3"/>
            </a:avLst>
          </a:prstGeom>
          <a:solidFill>
            <a:srgbClr val="C2C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65"/>
          <p:cNvSpPr/>
          <p:nvPr/>
        </p:nvSpPr>
        <p:spPr>
          <a:xfrm rot="10800000">
            <a:off x="2493150" y="1026650"/>
            <a:ext cx="4157700" cy="2669100"/>
          </a:xfrm>
          <a:prstGeom prst="round1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65"/>
          <p:cNvSpPr txBox="1"/>
          <p:nvPr>
            <p:ph hasCustomPrompt="1" type="title"/>
          </p:nvPr>
        </p:nvSpPr>
        <p:spPr>
          <a:xfrm>
            <a:off x="2493150" y="987600"/>
            <a:ext cx="4157700" cy="2669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1"/>
              </a:buClr>
              <a:buSzPts val="12000"/>
              <a:buNone/>
              <a:defRPr sz="120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221" name="Google Shape;221;p65"/>
          <p:cNvSpPr txBox="1"/>
          <p:nvPr>
            <p:ph idx="2" type="title"/>
          </p:nvPr>
        </p:nvSpPr>
        <p:spPr>
          <a:xfrm>
            <a:off x="2999550" y="3695750"/>
            <a:ext cx="3144900" cy="874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1600">
                <a:solidFill>
                  <a:schemeClr val="accent1"/>
                </a:solidFill>
              </a:defRPr>
            </a:lvl1pPr>
            <a:lvl2pPr lvl="1" algn="r">
              <a:lnSpc>
                <a:spcPct val="100000"/>
              </a:lnSpc>
              <a:spcBef>
                <a:spcPts val="0"/>
              </a:spcBef>
              <a:spcAft>
                <a:spcPts val="0"/>
              </a:spcAft>
              <a:buSzPts val="2800"/>
              <a:buNone/>
              <a:defRPr/>
            </a:lvl2pPr>
            <a:lvl3pPr lvl="2" algn="r">
              <a:lnSpc>
                <a:spcPct val="100000"/>
              </a:lnSpc>
              <a:spcBef>
                <a:spcPts val="0"/>
              </a:spcBef>
              <a:spcAft>
                <a:spcPts val="0"/>
              </a:spcAft>
              <a:buSzPts val="2800"/>
              <a:buNone/>
              <a:defRPr/>
            </a:lvl3pPr>
            <a:lvl4pPr lvl="3" algn="r">
              <a:lnSpc>
                <a:spcPct val="100000"/>
              </a:lnSpc>
              <a:spcBef>
                <a:spcPts val="0"/>
              </a:spcBef>
              <a:spcAft>
                <a:spcPts val="0"/>
              </a:spcAft>
              <a:buSzPts val="2800"/>
              <a:buNone/>
              <a:defRPr/>
            </a:lvl4pPr>
            <a:lvl5pPr lvl="4" algn="r">
              <a:lnSpc>
                <a:spcPct val="100000"/>
              </a:lnSpc>
              <a:spcBef>
                <a:spcPts val="0"/>
              </a:spcBef>
              <a:spcAft>
                <a:spcPts val="0"/>
              </a:spcAft>
              <a:buSzPts val="2800"/>
              <a:buNone/>
              <a:defRPr/>
            </a:lvl5pPr>
            <a:lvl6pPr lvl="5" algn="r">
              <a:lnSpc>
                <a:spcPct val="100000"/>
              </a:lnSpc>
              <a:spcBef>
                <a:spcPts val="0"/>
              </a:spcBef>
              <a:spcAft>
                <a:spcPts val="0"/>
              </a:spcAft>
              <a:buSzPts val="2800"/>
              <a:buNone/>
              <a:defRPr/>
            </a:lvl6pPr>
            <a:lvl7pPr lvl="6" algn="r">
              <a:lnSpc>
                <a:spcPct val="100000"/>
              </a:lnSpc>
              <a:spcBef>
                <a:spcPts val="0"/>
              </a:spcBef>
              <a:spcAft>
                <a:spcPts val="0"/>
              </a:spcAft>
              <a:buSzPts val="2800"/>
              <a:buNone/>
              <a:defRPr/>
            </a:lvl7pPr>
            <a:lvl8pPr lvl="7" algn="r">
              <a:lnSpc>
                <a:spcPct val="100000"/>
              </a:lnSpc>
              <a:spcBef>
                <a:spcPts val="0"/>
              </a:spcBef>
              <a:spcAft>
                <a:spcPts val="0"/>
              </a:spcAft>
              <a:buSzPts val="2800"/>
              <a:buNone/>
              <a:defRPr/>
            </a:lvl8pPr>
            <a:lvl9pPr lvl="8" algn="r">
              <a:lnSpc>
                <a:spcPct val="100000"/>
              </a:lnSpc>
              <a:spcBef>
                <a:spcPts val="0"/>
              </a:spcBef>
              <a:spcAft>
                <a:spcPts val="0"/>
              </a:spcAft>
              <a:buSzPts val="2800"/>
              <a:buNone/>
              <a:defRPr/>
            </a:lvl9pPr>
          </a:lstStyle>
          <a:p/>
        </p:txBody>
      </p:sp>
      <p:sp>
        <p:nvSpPr>
          <p:cNvPr id="222" name="Google Shape;222;p65"/>
          <p:cNvSpPr/>
          <p:nvPr/>
        </p:nvSpPr>
        <p:spPr>
          <a:xfrm rot="10800000">
            <a:off x="7185416" y="-1943003"/>
            <a:ext cx="3679200" cy="3679200"/>
          </a:xfrm>
          <a:prstGeom prst="blockArc">
            <a:avLst>
              <a:gd fmla="val 15904124" name="adj1"/>
              <a:gd fmla="val 21548879" name="adj2"/>
              <a:gd fmla="val 9599"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2"/>
        </a:solidFill>
      </p:bgPr>
    </p:bg>
    <p:spTree>
      <p:nvGrpSpPr>
        <p:cNvPr id="223" name="Shape 223"/>
        <p:cNvGrpSpPr/>
        <p:nvPr/>
      </p:nvGrpSpPr>
      <p:grpSpPr>
        <a:xfrm>
          <a:off x="0" y="0"/>
          <a:ext cx="0" cy="0"/>
          <a:chOff x="0" y="0"/>
          <a:chExt cx="0" cy="0"/>
        </a:xfrm>
      </p:grpSpPr>
      <p:sp>
        <p:nvSpPr>
          <p:cNvPr id="224" name="Google Shape;224;p89"/>
          <p:cNvSpPr/>
          <p:nvPr/>
        </p:nvSpPr>
        <p:spPr>
          <a:xfrm rot="5400000">
            <a:off x="-1515884" y="-1719378"/>
            <a:ext cx="3679200" cy="3679200"/>
          </a:xfrm>
          <a:prstGeom prst="blockArc">
            <a:avLst>
              <a:gd fmla="val 15904124" name="adj1"/>
              <a:gd fmla="val 722519" name="adj2"/>
              <a:gd fmla="val 727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89"/>
          <p:cNvSpPr/>
          <p:nvPr/>
        </p:nvSpPr>
        <p:spPr>
          <a:xfrm rot="10800000">
            <a:off x="708000" y="399750"/>
            <a:ext cx="7728000" cy="4344000"/>
          </a:xfrm>
          <a:prstGeom prst="round1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89"/>
          <p:cNvSpPr/>
          <p:nvPr/>
        </p:nvSpPr>
        <p:spPr>
          <a:xfrm rot="-2175913">
            <a:off x="6501213" y="3908853"/>
            <a:ext cx="1705595" cy="1705595"/>
          </a:xfrm>
          <a:prstGeom prst="blockArc">
            <a:avLst>
              <a:gd fmla="val 13003178" name="adj1"/>
              <a:gd fmla="val 2121832" name="adj2"/>
              <a:gd fmla="val 2502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 name="Google Shape;227;p89"/>
          <p:cNvSpPr txBox="1"/>
          <p:nvPr/>
        </p:nvSpPr>
        <p:spPr>
          <a:xfrm>
            <a:off x="1355650" y="744575"/>
            <a:ext cx="6261600" cy="23955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4800"/>
              <a:buFont typeface="Arial"/>
              <a:buNone/>
            </a:pPr>
            <a:r>
              <a:t/>
            </a:r>
            <a:endParaRPr b="1" i="0" sz="4800" u="none" cap="none" strike="noStrike">
              <a:solidFill>
                <a:srgbClr val="27316F"/>
              </a:solidFill>
              <a:latin typeface="Montserrat"/>
              <a:ea typeface="Montserrat"/>
              <a:cs typeface="Montserrat"/>
              <a:sym typeface="Montserrat"/>
            </a:endParaRPr>
          </a:p>
        </p:txBody>
      </p:sp>
      <p:sp>
        <p:nvSpPr>
          <p:cNvPr id="228" name="Google Shape;228;p89"/>
          <p:cNvSpPr txBox="1"/>
          <p:nvPr/>
        </p:nvSpPr>
        <p:spPr>
          <a:xfrm>
            <a:off x="1355650" y="3396875"/>
            <a:ext cx="4048500" cy="5358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229" name="Google Shape;229;p89"/>
          <p:cNvSpPr txBox="1"/>
          <p:nvPr/>
        </p:nvSpPr>
        <p:spPr>
          <a:xfrm>
            <a:off x="1080000" y="2834125"/>
            <a:ext cx="6840000" cy="1485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230" name="Google Shape;230;p89"/>
          <p:cNvSpPr txBox="1"/>
          <p:nvPr>
            <p:ph type="title"/>
          </p:nvPr>
        </p:nvSpPr>
        <p:spPr>
          <a:xfrm>
            <a:off x="1441200" y="1455663"/>
            <a:ext cx="6261600" cy="136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6000">
                <a:solidFill>
                  <a:schemeClr val="accent1"/>
                </a:solidFill>
              </a:defRPr>
            </a:lvl1pPr>
            <a:lvl2pPr lvl="1" algn="l">
              <a:lnSpc>
                <a:spcPct val="100000"/>
              </a:lnSpc>
              <a:spcBef>
                <a:spcPts val="0"/>
              </a:spcBef>
              <a:spcAft>
                <a:spcPts val="0"/>
              </a:spcAft>
              <a:buSzPts val="2800"/>
              <a:buNone/>
              <a:defRPr sz="6000"/>
            </a:lvl2pPr>
            <a:lvl3pPr lvl="2" algn="l">
              <a:lnSpc>
                <a:spcPct val="100000"/>
              </a:lnSpc>
              <a:spcBef>
                <a:spcPts val="0"/>
              </a:spcBef>
              <a:spcAft>
                <a:spcPts val="0"/>
              </a:spcAft>
              <a:buSzPts val="2800"/>
              <a:buNone/>
              <a:defRPr sz="6000"/>
            </a:lvl3pPr>
            <a:lvl4pPr lvl="3" algn="l">
              <a:lnSpc>
                <a:spcPct val="100000"/>
              </a:lnSpc>
              <a:spcBef>
                <a:spcPts val="0"/>
              </a:spcBef>
              <a:spcAft>
                <a:spcPts val="0"/>
              </a:spcAft>
              <a:buSzPts val="2800"/>
              <a:buNone/>
              <a:defRPr sz="6000"/>
            </a:lvl4pPr>
            <a:lvl5pPr lvl="4" algn="l">
              <a:lnSpc>
                <a:spcPct val="100000"/>
              </a:lnSpc>
              <a:spcBef>
                <a:spcPts val="0"/>
              </a:spcBef>
              <a:spcAft>
                <a:spcPts val="0"/>
              </a:spcAft>
              <a:buSzPts val="2800"/>
              <a:buNone/>
              <a:defRPr sz="6000"/>
            </a:lvl5pPr>
            <a:lvl6pPr lvl="5" algn="l">
              <a:lnSpc>
                <a:spcPct val="100000"/>
              </a:lnSpc>
              <a:spcBef>
                <a:spcPts val="0"/>
              </a:spcBef>
              <a:spcAft>
                <a:spcPts val="0"/>
              </a:spcAft>
              <a:buSzPts val="2800"/>
              <a:buNone/>
              <a:defRPr sz="6000"/>
            </a:lvl6pPr>
            <a:lvl7pPr lvl="6" algn="l">
              <a:lnSpc>
                <a:spcPct val="100000"/>
              </a:lnSpc>
              <a:spcBef>
                <a:spcPts val="0"/>
              </a:spcBef>
              <a:spcAft>
                <a:spcPts val="0"/>
              </a:spcAft>
              <a:buSzPts val="2800"/>
              <a:buNone/>
              <a:defRPr sz="6000"/>
            </a:lvl7pPr>
            <a:lvl8pPr lvl="7" algn="l">
              <a:lnSpc>
                <a:spcPct val="100000"/>
              </a:lnSpc>
              <a:spcBef>
                <a:spcPts val="0"/>
              </a:spcBef>
              <a:spcAft>
                <a:spcPts val="0"/>
              </a:spcAft>
              <a:buSzPts val="2800"/>
              <a:buNone/>
              <a:defRPr sz="6000"/>
            </a:lvl8pPr>
            <a:lvl9pPr lvl="8" algn="l">
              <a:lnSpc>
                <a:spcPct val="100000"/>
              </a:lnSpc>
              <a:spcBef>
                <a:spcPts val="0"/>
              </a:spcBef>
              <a:spcAft>
                <a:spcPts val="0"/>
              </a:spcAft>
              <a:buSzPts val="2800"/>
              <a:buNone/>
              <a:defRPr sz="6000"/>
            </a:lvl9pPr>
          </a:lstStyle>
          <a:p/>
        </p:txBody>
      </p:sp>
      <p:sp>
        <p:nvSpPr>
          <p:cNvPr id="231" name="Google Shape;231;p89"/>
          <p:cNvSpPr txBox="1"/>
          <p:nvPr>
            <p:ph idx="1" type="subTitle"/>
          </p:nvPr>
        </p:nvSpPr>
        <p:spPr>
          <a:xfrm>
            <a:off x="2649875" y="3207913"/>
            <a:ext cx="3823800" cy="620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2000"/>
            </a:lvl1pPr>
            <a:lvl2pPr lvl="1" algn="l">
              <a:lnSpc>
                <a:spcPct val="100000"/>
              </a:lnSpc>
              <a:spcBef>
                <a:spcPts val="0"/>
              </a:spcBef>
              <a:spcAft>
                <a:spcPts val="0"/>
              </a:spcAft>
              <a:buSzPts val="1400"/>
              <a:buNone/>
              <a:defRPr sz="2000"/>
            </a:lvl2pPr>
            <a:lvl3pPr lvl="2" algn="l">
              <a:lnSpc>
                <a:spcPct val="100000"/>
              </a:lnSpc>
              <a:spcBef>
                <a:spcPts val="0"/>
              </a:spcBef>
              <a:spcAft>
                <a:spcPts val="0"/>
              </a:spcAft>
              <a:buSzPts val="1400"/>
              <a:buNone/>
              <a:defRPr sz="2000"/>
            </a:lvl3pPr>
            <a:lvl4pPr lvl="3" algn="l">
              <a:lnSpc>
                <a:spcPct val="100000"/>
              </a:lnSpc>
              <a:spcBef>
                <a:spcPts val="0"/>
              </a:spcBef>
              <a:spcAft>
                <a:spcPts val="0"/>
              </a:spcAft>
              <a:buSzPts val="1400"/>
              <a:buNone/>
              <a:defRPr sz="2000"/>
            </a:lvl4pPr>
            <a:lvl5pPr lvl="4" algn="l">
              <a:lnSpc>
                <a:spcPct val="100000"/>
              </a:lnSpc>
              <a:spcBef>
                <a:spcPts val="0"/>
              </a:spcBef>
              <a:spcAft>
                <a:spcPts val="0"/>
              </a:spcAft>
              <a:buSzPts val="1400"/>
              <a:buNone/>
              <a:defRPr sz="2000"/>
            </a:lvl5pPr>
            <a:lvl6pPr lvl="5" algn="l">
              <a:lnSpc>
                <a:spcPct val="100000"/>
              </a:lnSpc>
              <a:spcBef>
                <a:spcPts val="0"/>
              </a:spcBef>
              <a:spcAft>
                <a:spcPts val="0"/>
              </a:spcAft>
              <a:buSzPts val="1400"/>
              <a:buNone/>
              <a:defRPr sz="2000"/>
            </a:lvl6pPr>
            <a:lvl7pPr lvl="6" algn="l">
              <a:lnSpc>
                <a:spcPct val="100000"/>
              </a:lnSpc>
              <a:spcBef>
                <a:spcPts val="0"/>
              </a:spcBef>
              <a:spcAft>
                <a:spcPts val="0"/>
              </a:spcAft>
              <a:buSzPts val="1400"/>
              <a:buNone/>
              <a:defRPr sz="2000"/>
            </a:lvl7pPr>
            <a:lvl8pPr lvl="7" algn="l">
              <a:lnSpc>
                <a:spcPct val="100000"/>
              </a:lnSpc>
              <a:spcBef>
                <a:spcPts val="0"/>
              </a:spcBef>
              <a:spcAft>
                <a:spcPts val="0"/>
              </a:spcAft>
              <a:buSzPts val="1400"/>
              <a:buNone/>
              <a:defRPr sz="2000"/>
            </a:lvl8pPr>
            <a:lvl9pPr lvl="8" algn="l">
              <a:lnSpc>
                <a:spcPct val="100000"/>
              </a:lnSpc>
              <a:spcBef>
                <a:spcPts val="0"/>
              </a:spcBef>
              <a:spcAft>
                <a:spcPts val="0"/>
              </a:spcAft>
              <a:buSzPts val="1400"/>
              <a:buNone/>
              <a:defRPr sz="2000"/>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32" name="Shape 232"/>
        <p:cNvGrpSpPr/>
        <p:nvPr/>
      </p:nvGrpSpPr>
      <p:grpSpPr>
        <a:xfrm>
          <a:off x="0" y="0"/>
          <a:ext cx="0" cy="0"/>
          <a:chOff x="0" y="0"/>
          <a:chExt cx="0" cy="0"/>
        </a:xfrm>
      </p:grpSpPr>
      <p:sp>
        <p:nvSpPr>
          <p:cNvPr id="233" name="Google Shape;233;p90"/>
          <p:cNvSpPr/>
          <p:nvPr/>
        </p:nvSpPr>
        <p:spPr>
          <a:xfrm>
            <a:off x="-1709009" y="2992597"/>
            <a:ext cx="3679200" cy="3679200"/>
          </a:xfrm>
          <a:prstGeom prst="blockArc">
            <a:avLst>
              <a:gd fmla="val 15904124" name="adj1"/>
              <a:gd fmla="val 722519" name="adj2"/>
              <a:gd fmla="val 727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 name="Google Shape;234;p90"/>
          <p:cNvSpPr/>
          <p:nvPr/>
        </p:nvSpPr>
        <p:spPr>
          <a:xfrm rot="10800000">
            <a:off x="708000" y="399750"/>
            <a:ext cx="7728000" cy="4344000"/>
          </a:xfrm>
          <a:prstGeom prst="round1Rect">
            <a:avLst>
              <a:gd fmla="val 16667" name="adj"/>
            </a:avLst>
          </a:pr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90"/>
          <p:cNvSpPr/>
          <p:nvPr/>
        </p:nvSpPr>
        <p:spPr>
          <a:xfrm rot="9899997">
            <a:off x="7214620" y="-688760"/>
            <a:ext cx="2387761" cy="2387761"/>
          </a:xfrm>
          <a:prstGeom prst="blockArc">
            <a:avLst>
              <a:gd fmla="val 17023199" name="adj1"/>
              <a:gd fmla="val 920811" name="adj2"/>
              <a:gd fmla="val 9035"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90"/>
          <p:cNvSpPr txBox="1"/>
          <p:nvPr/>
        </p:nvSpPr>
        <p:spPr>
          <a:xfrm>
            <a:off x="4576375" y="2150850"/>
            <a:ext cx="3363300" cy="8418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600"/>
              <a:buFont typeface="Arial"/>
              <a:buNone/>
            </a:pPr>
            <a:r>
              <a:t/>
            </a:r>
            <a:endParaRPr b="1" i="0" sz="3600" u="none" cap="none" strike="noStrike">
              <a:solidFill>
                <a:srgbClr val="27316F"/>
              </a:solidFill>
              <a:latin typeface="Montserrat"/>
              <a:ea typeface="Montserrat"/>
              <a:cs typeface="Montserrat"/>
              <a:sym typeface="Montserrat"/>
            </a:endParaRPr>
          </a:p>
        </p:txBody>
      </p:sp>
      <p:sp>
        <p:nvSpPr>
          <p:cNvPr id="237" name="Google Shape;237;p90"/>
          <p:cNvSpPr txBox="1"/>
          <p:nvPr>
            <p:ph type="title"/>
          </p:nvPr>
        </p:nvSpPr>
        <p:spPr>
          <a:xfrm>
            <a:off x="4576375" y="1388825"/>
            <a:ext cx="3363300" cy="13038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accent1"/>
              </a:buClr>
              <a:buSzPts val="3600"/>
              <a:buFont typeface="Montserrat"/>
              <a:buNone/>
              <a:defRPr b="1" sz="4800">
                <a:solidFill>
                  <a:schemeClr val="accent1"/>
                </a:solidFill>
                <a:latin typeface="Montserrat"/>
                <a:ea typeface="Montserrat"/>
                <a:cs typeface="Montserrat"/>
                <a:sym typeface="Montserrat"/>
              </a:defRPr>
            </a:lvl1pPr>
            <a:lvl2pPr lvl="1" algn="l">
              <a:lnSpc>
                <a:spcPct val="100000"/>
              </a:lnSpc>
              <a:spcBef>
                <a:spcPts val="0"/>
              </a:spcBef>
              <a:spcAft>
                <a:spcPts val="0"/>
              </a:spcAft>
              <a:buClr>
                <a:schemeClr val="dk1"/>
              </a:buClr>
              <a:buSzPts val="2800"/>
              <a:buNone/>
              <a:defRPr sz="2800">
                <a:solidFill>
                  <a:schemeClr val="dk1"/>
                </a:solidFill>
              </a:defRPr>
            </a:lvl2pPr>
            <a:lvl3pPr lvl="2" algn="l">
              <a:lnSpc>
                <a:spcPct val="100000"/>
              </a:lnSpc>
              <a:spcBef>
                <a:spcPts val="0"/>
              </a:spcBef>
              <a:spcAft>
                <a:spcPts val="0"/>
              </a:spcAft>
              <a:buClr>
                <a:schemeClr val="dk1"/>
              </a:buClr>
              <a:buSzPts val="2800"/>
              <a:buNone/>
              <a:defRPr sz="2800">
                <a:solidFill>
                  <a:schemeClr val="dk1"/>
                </a:solidFill>
              </a:defRPr>
            </a:lvl3pPr>
            <a:lvl4pPr lvl="3" algn="l">
              <a:lnSpc>
                <a:spcPct val="100000"/>
              </a:lnSpc>
              <a:spcBef>
                <a:spcPts val="0"/>
              </a:spcBef>
              <a:spcAft>
                <a:spcPts val="0"/>
              </a:spcAft>
              <a:buClr>
                <a:schemeClr val="dk1"/>
              </a:buClr>
              <a:buSzPts val="2800"/>
              <a:buNone/>
              <a:defRPr sz="2800">
                <a:solidFill>
                  <a:schemeClr val="dk1"/>
                </a:solidFill>
              </a:defRPr>
            </a:lvl4pPr>
            <a:lvl5pPr lvl="4" algn="l">
              <a:lnSpc>
                <a:spcPct val="100000"/>
              </a:lnSpc>
              <a:spcBef>
                <a:spcPts val="0"/>
              </a:spcBef>
              <a:spcAft>
                <a:spcPts val="0"/>
              </a:spcAft>
              <a:buClr>
                <a:schemeClr val="dk1"/>
              </a:buClr>
              <a:buSzPts val="2800"/>
              <a:buNone/>
              <a:defRPr sz="2800">
                <a:solidFill>
                  <a:schemeClr val="dk1"/>
                </a:solidFill>
              </a:defRPr>
            </a:lvl5pPr>
            <a:lvl6pPr lvl="5" algn="l">
              <a:lnSpc>
                <a:spcPct val="100000"/>
              </a:lnSpc>
              <a:spcBef>
                <a:spcPts val="0"/>
              </a:spcBef>
              <a:spcAft>
                <a:spcPts val="0"/>
              </a:spcAft>
              <a:buClr>
                <a:schemeClr val="dk1"/>
              </a:buClr>
              <a:buSzPts val="2800"/>
              <a:buNone/>
              <a:defRPr sz="2800">
                <a:solidFill>
                  <a:schemeClr val="dk1"/>
                </a:solidFill>
              </a:defRPr>
            </a:lvl6pPr>
            <a:lvl7pPr lvl="6" algn="l">
              <a:lnSpc>
                <a:spcPct val="100000"/>
              </a:lnSpc>
              <a:spcBef>
                <a:spcPts val="0"/>
              </a:spcBef>
              <a:spcAft>
                <a:spcPts val="0"/>
              </a:spcAft>
              <a:buClr>
                <a:schemeClr val="dk1"/>
              </a:buClr>
              <a:buSzPts val="2800"/>
              <a:buNone/>
              <a:defRPr sz="2800">
                <a:solidFill>
                  <a:schemeClr val="dk1"/>
                </a:solidFill>
              </a:defRPr>
            </a:lvl7pPr>
            <a:lvl8pPr lvl="7" algn="l">
              <a:lnSpc>
                <a:spcPct val="100000"/>
              </a:lnSpc>
              <a:spcBef>
                <a:spcPts val="0"/>
              </a:spcBef>
              <a:spcAft>
                <a:spcPts val="0"/>
              </a:spcAft>
              <a:buClr>
                <a:schemeClr val="dk1"/>
              </a:buClr>
              <a:buSzPts val="2800"/>
              <a:buNone/>
              <a:defRPr sz="2800">
                <a:solidFill>
                  <a:schemeClr val="dk1"/>
                </a:solidFill>
              </a:defRPr>
            </a:lvl8pPr>
            <a:lvl9pPr lvl="8" algn="l">
              <a:lnSpc>
                <a:spcPct val="100000"/>
              </a:lnSpc>
              <a:spcBef>
                <a:spcPts val="0"/>
              </a:spcBef>
              <a:spcAft>
                <a:spcPts val="0"/>
              </a:spcAft>
              <a:buClr>
                <a:schemeClr val="dk1"/>
              </a:buClr>
              <a:buSzPts val="2800"/>
              <a:buNone/>
              <a:defRPr sz="2800">
                <a:solidFill>
                  <a:schemeClr val="dk1"/>
                </a:solidFill>
              </a:defRPr>
            </a:lvl9pPr>
          </a:lstStyle>
          <a:p/>
        </p:txBody>
      </p:sp>
      <p:sp>
        <p:nvSpPr>
          <p:cNvPr id="238" name="Google Shape;238;p90"/>
          <p:cNvSpPr txBox="1"/>
          <p:nvPr>
            <p:ph idx="1" type="subTitle"/>
          </p:nvPr>
        </p:nvSpPr>
        <p:spPr>
          <a:xfrm>
            <a:off x="4576375" y="2710825"/>
            <a:ext cx="3363300" cy="702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239" name="Google Shape;239;p90"/>
          <p:cNvSpPr/>
          <p:nvPr/>
        </p:nvSpPr>
        <p:spPr>
          <a:xfrm rot="10800000">
            <a:off x="1056100" y="1337250"/>
            <a:ext cx="2595000" cy="2500500"/>
          </a:xfrm>
          <a:prstGeom prst="round1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90"/>
          <p:cNvSpPr txBox="1"/>
          <p:nvPr>
            <p:ph idx="2" type="title"/>
          </p:nvPr>
        </p:nvSpPr>
        <p:spPr>
          <a:xfrm>
            <a:off x="1056100" y="1337300"/>
            <a:ext cx="2595000" cy="2299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12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41" name="Shape 241"/>
        <p:cNvGrpSpPr/>
        <p:nvPr/>
      </p:nvGrpSpPr>
      <p:grpSpPr>
        <a:xfrm>
          <a:off x="0" y="0"/>
          <a:ext cx="0" cy="0"/>
          <a:chOff x="0" y="0"/>
          <a:chExt cx="0" cy="0"/>
        </a:xfrm>
      </p:grpSpPr>
      <p:sp>
        <p:nvSpPr>
          <p:cNvPr id="242" name="Google Shape;242;p91"/>
          <p:cNvSpPr/>
          <p:nvPr/>
        </p:nvSpPr>
        <p:spPr>
          <a:xfrm rot="10800000">
            <a:off x="7843922" y="-1058801"/>
            <a:ext cx="2481900" cy="2481900"/>
          </a:xfrm>
          <a:prstGeom prst="blockArc">
            <a:avLst>
              <a:gd fmla="val 15904124" name="adj1"/>
              <a:gd fmla="val 722519" name="adj2"/>
              <a:gd fmla="val 727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91"/>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91"/>
          <p:cNvSpPr/>
          <p:nvPr/>
        </p:nvSpPr>
        <p:spPr>
          <a:xfrm rot="4458820">
            <a:off x="-1488663" y="4124021"/>
            <a:ext cx="2387832" cy="2387832"/>
          </a:xfrm>
          <a:prstGeom prst="blockArc">
            <a:avLst>
              <a:gd fmla="val 12582103" name="adj1"/>
              <a:gd fmla="val 16685375" name="adj2"/>
              <a:gd fmla="val 10255" name="adj3"/>
            </a:avLst>
          </a:pr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91"/>
          <p:cNvSpPr txBox="1"/>
          <p:nvPr/>
        </p:nvSpPr>
        <p:spPr>
          <a:xfrm>
            <a:off x="909825" y="1507250"/>
            <a:ext cx="7315200" cy="33582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160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246" name="Google Shape;246;p91"/>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247" name="Google Shape;247;p91"/>
          <p:cNvSpPr txBox="1"/>
          <p:nvPr>
            <p:ph type="title"/>
          </p:nvPr>
        </p:nvSpPr>
        <p:spPr>
          <a:xfrm>
            <a:off x="1094125" y="281670"/>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48" name="Google Shape;248;p91"/>
          <p:cNvSpPr txBox="1"/>
          <p:nvPr>
            <p:ph idx="1" type="subTitle"/>
          </p:nvPr>
        </p:nvSpPr>
        <p:spPr>
          <a:xfrm>
            <a:off x="963450" y="1133350"/>
            <a:ext cx="7217100" cy="3024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200"/>
            </a:lvl1pPr>
            <a:lvl2pPr lvl="1" algn="l">
              <a:lnSpc>
                <a:spcPct val="100000"/>
              </a:lnSpc>
              <a:spcBef>
                <a:spcPts val="1600"/>
              </a:spcBef>
              <a:spcAft>
                <a:spcPts val="0"/>
              </a:spcAft>
              <a:buSzPts val="1400"/>
              <a:buNone/>
              <a:defRPr sz="1200"/>
            </a:lvl2pPr>
            <a:lvl3pPr lvl="2" algn="l">
              <a:lnSpc>
                <a:spcPct val="100000"/>
              </a:lnSpc>
              <a:spcBef>
                <a:spcPts val="1600"/>
              </a:spcBef>
              <a:spcAft>
                <a:spcPts val="0"/>
              </a:spcAft>
              <a:buSzPts val="1400"/>
              <a:buNone/>
              <a:defRPr sz="1200"/>
            </a:lvl3pPr>
            <a:lvl4pPr lvl="3" algn="l">
              <a:lnSpc>
                <a:spcPct val="100000"/>
              </a:lnSpc>
              <a:spcBef>
                <a:spcPts val="1600"/>
              </a:spcBef>
              <a:spcAft>
                <a:spcPts val="0"/>
              </a:spcAft>
              <a:buSzPts val="1400"/>
              <a:buNone/>
              <a:defRPr sz="1200"/>
            </a:lvl4pPr>
            <a:lvl5pPr lvl="4" algn="l">
              <a:lnSpc>
                <a:spcPct val="100000"/>
              </a:lnSpc>
              <a:spcBef>
                <a:spcPts val="1600"/>
              </a:spcBef>
              <a:spcAft>
                <a:spcPts val="0"/>
              </a:spcAft>
              <a:buSzPts val="1400"/>
              <a:buNone/>
              <a:defRPr sz="1200"/>
            </a:lvl5pPr>
            <a:lvl6pPr lvl="5" algn="l">
              <a:lnSpc>
                <a:spcPct val="100000"/>
              </a:lnSpc>
              <a:spcBef>
                <a:spcPts val="1600"/>
              </a:spcBef>
              <a:spcAft>
                <a:spcPts val="0"/>
              </a:spcAft>
              <a:buSzPts val="1400"/>
              <a:buNone/>
              <a:defRPr sz="1200"/>
            </a:lvl6pPr>
            <a:lvl7pPr lvl="6" algn="l">
              <a:lnSpc>
                <a:spcPct val="100000"/>
              </a:lnSpc>
              <a:spcBef>
                <a:spcPts val="1600"/>
              </a:spcBef>
              <a:spcAft>
                <a:spcPts val="0"/>
              </a:spcAft>
              <a:buSzPts val="1400"/>
              <a:buNone/>
              <a:defRPr sz="1200"/>
            </a:lvl7pPr>
            <a:lvl8pPr lvl="7" algn="l">
              <a:lnSpc>
                <a:spcPct val="100000"/>
              </a:lnSpc>
              <a:spcBef>
                <a:spcPts val="1600"/>
              </a:spcBef>
              <a:spcAft>
                <a:spcPts val="0"/>
              </a:spcAft>
              <a:buSzPts val="1400"/>
              <a:buNone/>
              <a:defRPr sz="1200"/>
            </a:lvl8pPr>
            <a:lvl9pPr lvl="8" algn="l">
              <a:lnSpc>
                <a:spcPct val="100000"/>
              </a:lnSpc>
              <a:spcBef>
                <a:spcPts val="1600"/>
              </a:spcBef>
              <a:spcAft>
                <a:spcPts val="1600"/>
              </a:spcAft>
              <a:buSzPts val="1400"/>
              <a:buNone/>
              <a:defRPr sz="1200"/>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9" name="Shape 249"/>
        <p:cNvGrpSpPr/>
        <p:nvPr/>
      </p:nvGrpSpPr>
      <p:grpSpPr>
        <a:xfrm>
          <a:off x="0" y="0"/>
          <a:ext cx="0" cy="0"/>
          <a:chOff x="0" y="0"/>
          <a:chExt cx="0" cy="0"/>
        </a:xfrm>
      </p:grpSpPr>
      <p:sp>
        <p:nvSpPr>
          <p:cNvPr id="250" name="Google Shape;250;p92"/>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92"/>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252" name="Google Shape;252;p92"/>
          <p:cNvSpPr/>
          <p:nvPr/>
        </p:nvSpPr>
        <p:spPr>
          <a:xfrm>
            <a:off x="8301363" y="4271528"/>
            <a:ext cx="1705500" cy="1705500"/>
          </a:xfrm>
          <a:prstGeom prst="blockArc">
            <a:avLst>
              <a:gd fmla="val 10676778" name="adj1"/>
              <a:gd fmla="val 16322302" name="adj2"/>
              <a:gd fmla="val 11982"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92"/>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54" name="Shape 254"/>
        <p:cNvGrpSpPr/>
        <p:nvPr/>
      </p:nvGrpSpPr>
      <p:grpSpPr>
        <a:xfrm>
          <a:off x="0" y="0"/>
          <a:ext cx="0" cy="0"/>
          <a:chOff x="0" y="0"/>
          <a:chExt cx="0" cy="0"/>
        </a:xfrm>
      </p:grpSpPr>
      <p:sp>
        <p:nvSpPr>
          <p:cNvPr id="255" name="Google Shape;255;p93"/>
          <p:cNvSpPr/>
          <p:nvPr/>
        </p:nvSpPr>
        <p:spPr>
          <a:xfrm rot="5400000">
            <a:off x="-1062873" y="-1049951"/>
            <a:ext cx="1957800" cy="1957800"/>
          </a:xfrm>
          <a:prstGeom prst="blockArc">
            <a:avLst>
              <a:gd fmla="val 16339879" name="adj1"/>
              <a:gd fmla="val 21412310" name="adj2"/>
              <a:gd fmla="val 12046"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93"/>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93"/>
          <p:cNvSpPr txBox="1"/>
          <p:nvPr>
            <p:ph idx="1" type="subTitle"/>
          </p:nvPr>
        </p:nvSpPr>
        <p:spPr>
          <a:xfrm>
            <a:off x="1086359" y="2562701"/>
            <a:ext cx="3552000" cy="1596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258" name="Google Shape;258;p93"/>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259" name="Google Shape;259;p93"/>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260" name="Shape 260"/>
        <p:cNvGrpSpPr/>
        <p:nvPr/>
      </p:nvGrpSpPr>
      <p:grpSpPr>
        <a:xfrm>
          <a:off x="0" y="0"/>
          <a:ext cx="0" cy="0"/>
          <a:chOff x="0" y="0"/>
          <a:chExt cx="0" cy="0"/>
        </a:xfrm>
      </p:grpSpPr>
      <p:sp>
        <p:nvSpPr>
          <p:cNvPr id="261" name="Google Shape;261;p94"/>
          <p:cNvSpPr/>
          <p:nvPr/>
        </p:nvSpPr>
        <p:spPr>
          <a:xfrm rot="10800000">
            <a:off x="708000" y="399750"/>
            <a:ext cx="7728000" cy="4344000"/>
          </a:xfrm>
          <a:prstGeom prst="round1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94"/>
          <p:cNvSpPr/>
          <p:nvPr/>
        </p:nvSpPr>
        <p:spPr>
          <a:xfrm rot="8605101">
            <a:off x="6426768" y="-465210"/>
            <a:ext cx="1705462" cy="1705462"/>
          </a:xfrm>
          <a:prstGeom prst="blockArc">
            <a:avLst>
              <a:gd fmla="val 13003178" name="adj1"/>
              <a:gd fmla="val 2121832" name="adj2"/>
              <a:gd fmla="val 2502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94"/>
          <p:cNvSpPr txBox="1"/>
          <p:nvPr>
            <p:ph type="title"/>
          </p:nvPr>
        </p:nvSpPr>
        <p:spPr>
          <a:xfrm>
            <a:off x="1167450" y="1168250"/>
            <a:ext cx="6809100" cy="2612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1"/>
              </a:buClr>
              <a:buSzPts val="7200"/>
              <a:buNone/>
              <a:defRPr sz="7200">
                <a:solidFill>
                  <a:schemeClr val="accent1"/>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264" name="Google Shape;264;p94"/>
          <p:cNvSpPr/>
          <p:nvPr/>
        </p:nvSpPr>
        <p:spPr>
          <a:xfrm rot="-899996">
            <a:off x="-1303250" y="3960928"/>
            <a:ext cx="2504850" cy="2504850"/>
          </a:xfrm>
          <a:prstGeom prst="blockArc">
            <a:avLst>
              <a:gd fmla="val 17160890" name="adj1"/>
              <a:gd fmla="val 722519" name="adj2"/>
              <a:gd fmla="val 727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65" name="Shape 265"/>
        <p:cNvGrpSpPr/>
        <p:nvPr/>
      </p:nvGrpSpPr>
      <p:grpSpPr>
        <a:xfrm>
          <a:off x="0" y="0"/>
          <a:ext cx="0" cy="0"/>
          <a:chOff x="0" y="0"/>
          <a:chExt cx="0" cy="0"/>
        </a:xfrm>
      </p:grpSpPr>
      <p:sp>
        <p:nvSpPr>
          <p:cNvPr id="266" name="Google Shape;266;p9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indent="0" lvl="0"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1pPr>
            <a:lvl2pPr indent="0" lvl="1"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2pPr>
            <a:lvl3pPr indent="0" lvl="2"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3pPr>
            <a:lvl4pPr indent="0" lvl="3"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4pPr>
            <a:lvl5pPr indent="0" lvl="4"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5pPr>
            <a:lvl6pPr indent="0" lvl="5"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6pPr>
            <a:lvl7pPr indent="0" lvl="6"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7pPr>
            <a:lvl8pPr indent="0" lvl="7"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8pPr>
            <a:lvl9pPr indent="0" lvl="8"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9pPr>
          </a:lstStyle>
          <a:p>
            <a:pPr indent="0" lvl="0" marL="0" rtl="0" algn="l">
              <a:spcBef>
                <a:spcPts val="0"/>
              </a:spcBef>
              <a:spcAft>
                <a:spcPts val="0"/>
              </a:spcAft>
              <a:buNone/>
            </a:pPr>
            <a:fld id="{00000000-1234-1234-1234-123412341234}" type="slidenum">
              <a:rPr lang="en"/>
              <a:t>‹#›</a:t>
            </a:fld>
            <a:endParaRPr/>
          </a:p>
        </p:txBody>
      </p:sp>
      <p:sp>
        <p:nvSpPr>
          <p:cNvPr id="267" name="Google Shape;267;p95"/>
          <p:cNvSpPr txBox="1"/>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000"/>
              <a:buFont typeface="Arial"/>
              <a:buNone/>
            </a:pPr>
            <a:fld id="{00000000-1234-1234-1234-123412341234}" type="slidenum">
              <a:rPr b="0" i="0" lang="en" sz="1000" u="none" cap="none" strike="noStrike">
                <a:solidFill>
                  <a:srgbClr val="595959"/>
                </a:solidFill>
                <a:latin typeface="Arial"/>
                <a:ea typeface="Arial"/>
                <a:cs typeface="Arial"/>
                <a:sym typeface="Arial"/>
              </a:rPr>
              <a:t>‹#›</a:t>
            </a:fld>
            <a:endParaRPr b="0" i="0" sz="1000" u="none" cap="none" strike="noStrike">
              <a:solidFill>
                <a:srgbClr val="595959"/>
              </a:solidFill>
              <a:latin typeface="Arial"/>
              <a:ea typeface="Arial"/>
              <a:cs typeface="Arial"/>
              <a:sym typeface="Arial"/>
            </a:endParaRPr>
          </a:p>
        </p:txBody>
      </p:sp>
      <p:sp>
        <p:nvSpPr>
          <p:cNvPr id="268" name="Google Shape;268;p95"/>
          <p:cNvSpPr/>
          <p:nvPr/>
        </p:nvSpPr>
        <p:spPr>
          <a:xfrm rot="-900094">
            <a:off x="3798381" y="4368678"/>
            <a:ext cx="1783690" cy="1783980"/>
          </a:xfrm>
          <a:prstGeom prst="blockArc">
            <a:avLst>
              <a:gd fmla="val 12085351" name="adj1"/>
              <a:gd fmla="val 16819483" name="adj2"/>
              <a:gd fmla="val 17550"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 name="Google Shape;269;p95"/>
          <p:cNvSpPr/>
          <p:nvPr/>
        </p:nvSpPr>
        <p:spPr>
          <a:xfrm>
            <a:off x="4572000" y="-73925"/>
            <a:ext cx="4572000" cy="53088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95"/>
          <p:cNvSpPr txBox="1"/>
          <p:nvPr/>
        </p:nvSpPr>
        <p:spPr>
          <a:xfrm>
            <a:off x="5298300" y="2567075"/>
            <a:ext cx="3119400" cy="14823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27316F"/>
              </a:solidFill>
              <a:latin typeface="Montserrat"/>
              <a:ea typeface="Montserrat"/>
              <a:cs typeface="Montserrat"/>
              <a:sym typeface="Montserrat"/>
            </a:endParaRPr>
          </a:p>
        </p:txBody>
      </p:sp>
      <p:sp>
        <p:nvSpPr>
          <p:cNvPr id="271" name="Google Shape;271;p95"/>
          <p:cNvSpPr txBox="1"/>
          <p:nvPr/>
        </p:nvSpPr>
        <p:spPr>
          <a:xfrm>
            <a:off x="5298300" y="4049375"/>
            <a:ext cx="3119400" cy="12351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272" name="Google Shape;272;p95"/>
          <p:cNvSpPr txBox="1"/>
          <p:nvPr/>
        </p:nvSpPr>
        <p:spPr>
          <a:xfrm>
            <a:off x="5208725" y="4049375"/>
            <a:ext cx="3119400" cy="12351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Montserrat"/>
              <a:ea typeface="Montserrat"/>
              <a:cs typeface="Montserrat"/>
              <a:sym typeface="Montserrat"/>
            </a:endParaRPr>
          </a:p>
        </p:txBody>
      </p:sp>
      <p:sp>
        <p:nvSpPr>
          <p:cNvPr id="273" name="Google Shape;273;p95"/>
          <p:cNvSpPr txBox="1"/>
          <p:nvPr/>
        </p:nvSpPr>
        <p:spPr>
          <a:xfrm>
            <a:off x="5387850" y="3299075"/>
            <a:ext cx="3119400" cy="7503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274" name="Google Shape;274;p95"/>
          <p:cNvSpPr txBox="1"/>
          <p:nvPr>
            <p:ph idx="1" type="subTitle"/>
          </p:nvPr>
        </p:nvSpPr>
        <p:spPr>
          <a:xfrm>
            <a:off x="5021275" y="810000"/>
            <a:ext cx="3549600" cy="3856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75" name="Google Shape;275;p95"/>
          <p:cNvSpPr txBox="1"/>
          <p:nvPr>
            <p:ph type="title"/>
          </p:nvPr>
        </p:nvSpPr>
        <p:spPr>
          <a:xfrm>
            <a:off x="602400" y="862850"/>
            <a:ext cx="3549600" cy="3186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600">
                <a:solidFill>
                  <a:schemeClr val="accent1"/>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6" name="Shape 276"/>
        <p:cNvGrpSpPr/>
        <p:nvPr/>
      </p:nvGrpSpPr>
      <p:grpSpPr>
        <a:xfrm>
          <a:off x="0" y="0"/>
          <a:ext cx="0" cy="0"/>
          <a:chOff x="0" y="0"/>
          <a:chExt cx="0" cy="0"/>
        </a:xfrm>
      </p:grpSpPr>
      <p:sp>
        <p:nvSpPr>
          <p:cNvPr id="277" name="Google Shape;277;p96"/>
          <p:cNvSpPr txBox="1"/>
          <p:nvPr>
            <p:ph idx="1" type="body"/>
          </p:nvPr>
        </p:nvSpPr>
        <p:spPr>
          <a:xfrm>
            <a:off x="933325" y="4230575"/>
            <a:ext cx="5377200" cy="605100"/>
          </a:xfrm>
          <a:prstGeom prst="rect">
            <a:avLst/>
          </a:prstGeom>
          <a:noFill/>
          <a:ln>
            <a:noFill/>
          </a:ln>
        </p:spPr>
        <p:txBody>
          <a:bodyPr anchorCtr="0" anchor="ctr" bIns="91425" lIns="91425" spcFirstLastPara="1" rIns="91425" wrap="square" tIns="91425">
            <a:noAutofit/>
          </a:bodyPr>
          <a:lstStyle>
            <a:lvl1pPr indent="-228600" lvl="0" marL="457200" algn="l">
              <a:lnSpc>
                <a:spcPct val="100000"/>
              </a:lnSpc>
              <a:spcBef>
                <a:spcPts val="0"/>
              </a:spcBef>
              <a:spcAft>
                <a:spcPts val="0"/>
              </a:spcAft>
              <a:buSzPts val="1400"/>
              <a:buNone/>
              <a:defRPr/>
            </a:lvl1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78" name="Shape 278"/>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
    <p:spTree>
      <p:nvGrpSpPr>
        <p:cNvPr id="279" name="Shape 279"/>
        <p:cNvGrpSpPr/>
        <p:nvPr/>
      </p:nvGrpSpPr>
      <p:grpSpPr>
        <a:xfrm>
          <a:off x="0" y="0"/>
          <a:ext cx="0" cy="0"/>
          <a:chOff x="0" y="0"/>
          <a:chExt cx="0" cy="0"/>
        </a:xfrm>
      </p:grpSpPr>
      <p:sp>
        <p:nvSpPr>
          <p:cNvPr id="280" name="Google Shape;280;p98"/>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98"/>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282" name="Google Shape;282;p98"/>
          <p:cNvSpPr txBox="1"/>
          <p:nvPr>
            <p:ph idx="1" type="subTitle"/>
          </p:nvPr>
        </p:nvSpPr>
        <p:spPr>
          <a:xfrm>
            <a:off x="1030775" y="3087275"/>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sz="1600"/>
            </a:lvl2pPr>
            <a:lvl3pPr lvl="2" algn="ctr">
              <a:lnSpc>
                <a:spcPct val="100000"/>
              </a:lnSpc>
              <a:spcBef>
                <a:spcPts val="1600"/>
              </a:spcBef>
              <a:spcAft>
                <a:spcPts val="0"/>
              </a:spcAft>
              <a:buSzPts val="1400"/>
              <a:buNone/>
              <a:defRPr sz="1600"/>
            </a:lvl3pPr>
            <a:lvl4pPr lvl="3" algn="ctr">
              <a:lnSpc>
                <a:spcPct val="100000"/>
              </a:lnSpc>
              <a:spcBef>
                <a:spcPts val="1600"/>
              </a:spcBef>
              <a:spcAft>
                <a:spcPts val="0"/>
              </a:spcAft>
              <a:buSzPts val="1400"/>
              <a:buNone/>
              <a:defRPr sz="1600"/>
            </a:lvl4pPr>
            <a:lvl5pPr lvl="4" algn="ctr">
              <a:lnSpc>
                <a:spcPct val="100000"/>
              </a:lnSpc>
              <a:spcBef>
                <a:spcPts val="1600"/>
              </a:spcBef>
              <a:spcAft>
                <a:spcPts val="0"/>
              </a:spcAft>
              <a:buSzPts val="1400"/>
              <a:buNone/>
              <a:defRPr sz="1600"/>
            </a:lvl5pPr>
            <a:lvl6pPr lvl="5" algn="ctr">
              <a:lnSpc>
                <a:spcPct val="100000"/>
              </a:lnSpc>
              <a:spcBef>
                <a:spcPts val="1600"/>
              </a:spcBef>
              <a:spcAft>
                <a:spcPts val="0"/>
              </a:spcAft>
              <a:buSzPts val="1400"/>
              <a:buNone/>
              <a:defRPr sz="1600"/>
            </a:lvl6pPr>
            <a:lvl7pPr lvl="6" algn="ctr">
              <a:lnSpc>
                <a:spcPct val="100000"/>
              </a:lnSpc>
              <a:spcBef>
                <a:spcPts val="1600"/>
              </a:spcBef>
              <a:spcAft>
                <a:spcPts val="0"/>
              </a:spcAft>
              <a:buSzPts val="1400"/>
              <a:buNone/>
              <a:defRPr sz="1600"/>
            </a:lvl7pPr>
            <a:lvl8pPr lvl="7" algn="ctr">
              <a:lnSpc>
                <a:spcPct val="100000"/>
              </a:lnSpc>
              <a:spcBef>
                <a:spcPts val="1600"/>
              </a:spcBef>
              <a:spcAft>
                <a:spcPts val="0"/>
              </a:spcAft>
              <a:buSzPts val="1400"/>
              <a:buNone/>
              <a:defRPr sz="1600"/>
            </a:lvl8pPr>
            <a:lvl9pPr lvl="8" algn="ctr">
              <a:lnSpc>
                <a:spcPct val="100000"/>
              </a:lnSpc>
              <a:spcBef>
                <a:spcPts val="1600"/>
              </a:spcBef>
              <a:spcAft>
                <a:spcPts val="1600"/>
              </a:spcAft>
              <a:buSzPts val="1400"/>
              <a:buNone/>
              <a:defRPr sz="1600"/>
            </a:lvl9pPr>
          </a:lstStyle>
          <a:p/>
        </p:txBody>
      </p:sp>
      <p:sp>
        <p:nvSpPr>
          <p:cNvPr id="283" name="Google Shape;283;p98"/>
          <p:cNvSpPr txBox="1"/>
          <p:nvPr>
            <p:ph idx="2" type="subTitle"/>
          </p:nvPr>
        </p:nvSpPr>
        <p:spPr>
          <a:xfrm>
            <a:off x="1030775" y="3404675"/>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84" name="Google Shape;284;p98"/>
          <p:cNvSpPr txBox="1"/>
          <p:nvPr>
            <p:ph idx="3" type="subTitle"/>
          </p:nvPr>
        </p:nvSpPr>
        <p:spPr>
          <a:xfrm>
            <a:off x="3445500" y="3087275"/>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85" name="Google Shape;285;p98"/>
          <p:cNvSpPr txBox="1"/>
          <p:nvPr>
            <p:ph idx="4" type="subTitle"/>
          </p:nvPr>
        </p:nvSpPr>
        <p:spPr>
          <a:xfrm>
            <a:off x="3445500" y="3404675"/>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86" name="Google Shape;286;p98"/>
          <p:cNvSpPr txBox="1"/>
          <p:nvPr>
            <p:ph idx="5" type="subTitle"/>
          </p:nvPr>
        </p:nvSpPr>
        <p:spPr>
          <a:xfrm>
            <a:off x="5860225" y="3087275"/>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87" name="Google Shape;287;p98"/>
          <p:cNvSpPr txBox="1"/>
          <p:nvPr>
            <p:ph idx="6" type="subTitle"/>
          </p:nvPr>
        </p:nvSpPr>
        <p:spPr>
          <a:xfrm>
            <a:off x="5860225" y="3404675"/>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88" name="Google Shape;288;p98"/>
          <p:cNvSpPr/>
          <p:nvPr/>
        </p:nvSpPr>
        <p:spPr>
          <a:xfrm>
            <a:off x="-879187" y="4312178"/>
            <a:ext cx="1705500" cy="1705500"/>
          </a:xfrm>
          <a:prstGeom prst="blockArc">
            <a:avLst>
              <a:gd fmla="val 16164733" name="adj1"/>
              <a:gd fmla="val 104114" name="adj2"/>
              <a:gd fmla="val 12778" name="adj3"/>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98"/>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5">
    <p:spTree>
      <p:nvGrpSpPr>
        <p:cNvPr id="290" name="Shape 290"/>
        <p:cNvGrpSpPr/>
        <p:nvPr/>
      </p:nvGrpSpPr>
      <p:grpSpPr>
        <a:xfrm>
          <a:off x="0" y="0"/>
          <a:ext cx="0" cy="0"/>
          <a:chOff x="0" y="0"/>
          <a:chExt cx="0" cy="0"/>
        </a:xfrm>
      </p:grpSpPr>
      <p:sp>
        <p:nvSpPr>
          <p:cNvPr id="291" name="Google Shape;291;p99"/>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99"/>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293" name="Google Shape;293;p99"/>
          <p:cNvSpPr txBox="1"/>
          <p:nvPr>
            <p:ph idx="1" type="subTitle"/>
          </p:nvPr>
        </p:nvSpPr>
        <p:spPr>
          <a:xfrm>
            <a:off x="1030775" y="34124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94" name="Google Shape;294;p99"/>
          <p:cNvSpPr txBox="1"/>
          <p:nvPr>
            <p:ph idx="2" type="subTitle"/>
          </p:nvPr>
        </p:nvSpPr>
        <p:spPr>
          <a:xfrm>
            <a:off x="1030775" y="37298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95" name="Google Shape;295;p99"/>
          <p:cNvSpPr txBox="1"/>
          <p:nvPr>
            <p:ph idx="3" type="subTitle"/>
          </p:nvPr>
        </p:nvSpPr>
        <p:spPr>
          <a:xfrm>
            <a:off x="3445500" y="34124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96" name="Google Shape;296;p99"/>
          <p:cNvSpPr txBox="1"/>
          <p:nvPr>
            <p:ph idx="4" type="subTitle"/>
          </p:nvPr>
        </p:nvSpPr>
        <p:spPr>
          <a:xfrm>
            <a:off x="3445500" y="37298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97" name="Google Shape;297;p99"/>
          <p:cNvSpPr txBox="1"/>
          <p:nvPr>
            <p:ph idx="5" type="subTitle"/>
          </p:nvPr>
        </p:nvSpPr>
        <p:spPr>
          <a:xfrm>
            <a:off x="5860225" y="34124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98" name="Google Shape;298;p99"/>
          <p:cNvSpPr txBox="1"/>
          <p:nvPr>
            <p:ph idx="6" type="subTitle"/>
          </p:nvPr>
        </p:nvSpPr>
        <p:spPr>
          <a:xfrm>
            <a:off x="5860225" y="37298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99" name="Google Shape;299;p99"/>
          <p:cNvSpPr txBox="1"/>
          <p:nvPr>
            <p:ph idx="7" type="subTitle"/>
          </p:nvPr>
        </p:nvSpPr>
        <p:spPr>
          <a:xfrm>
            <a:off x="1030775" y="18646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00" name="Google Shape;300;p99"/>
          <p:cNvSpPr txBox="1"/>
          <p:nvPr>
            <p:ph idx="8" type="subTitle"/>
          </p:nvPr>
        </p:nvSpPr>
        <p:spPr>
          <a:xfrm>
            <a:off x="1030775" y="21820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01" name="Google Shape;301;p99"/>
          <p:cNvSpPr txBox="1"/>
          <p:nvPr>
            <p:ph idx="9" type="subTitle"/>
          </p:nvPr>
        </p:nvSpPr>
        <p:spPr>
          <a:xfrm>
            <a:off x="3445500" y="18646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02" name="Google Shape;302;p99"/>
          <p:cNvSpPr txBox="1"/>
          <p:nvPr>
            <p:ph idx="13" type="subTitle"/>
          </p:nvPr>
        </p:nvSpPr>
        <p:spPr>
          <a:xfrm>
            <a:off x="3445500" y="21820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03" name="Google Shape;303;p99"/>
          <p:cNvSpPr txBox="1"/>
          <p:nvPr>
            <p:ph idx="14" type="subTitle"/>
          </p:nvPr>
        </p:nvSpPr>
        <p:spPr>
          <a:xfrm>
            <a:off x="5860225" y="1864600"/>
            <a:ext cx="2253000" cy="393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1" sz="1600">
                <a:solidFill>
                  <a:schemeClr val="accent3"/>
                </a:solidFill>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04" name="Google Shape;304;p99"/>
          <p:cNvSpPr txBox="1"/>
          <p:nvPr>
            <p:ph idx="15" type="subTitle"/>
          </p:nvPr>
        </p:nvSpPr>
        <p:spPr>
          <a:xfrm>
            <a:off x="5860225" y="2182000"/>
            <a:ext cx="2253000" cy="90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05" name="Google Shape;305;p99"/>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06" name="Google Shape;306;p99"/>
          <p:cNvSpPr/>
          <p:nvPr/>
        </p:nvSpPr>
        <p:spPr>
          <a:xfrm>
            <a:off x="8301363" y="4271528"/>
            <a:ext cx="1705500" cy="1705500"/>
          </a:xfrm>
          <a:prstGeom prst="blockArc">
            <a:avLst>
              <a:gd fmla="val 10676778" name="adj1"/>
              <a:gd fmla="val 16322302" name="adj2"/>
              <a:gd fmla="val 11982"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spTree>
      <p:nvGrpSpPr>
        <p:cNvPr id="307" name="Shape 307"/>
        <p:cNvGrpSpPr/>
        <p:nvPr/>
      </p:nvGrpSpPr>
      <p:grpSpPr>
        <a:xfrm>
          <a:off x="0" y="0"/>
          <a:ext cx="0" cy="0"/>
          <a:chOff x="0" y="0"/>
          <a:chExt cx="0" cy="0"/>
        </a:xfrm>
      </p:grpSpPr>
      <p:sp>
        <p:nvSpPr>
          <p:cNvPr id="308" name="Google Shape;308;p100"/>
          <p:cNvSpPr/>
          <p:nvPr/>
        </p:nvSpPr>
        <p:spPr>
          <a:xfrm rot="5400000">
            <a:off x="-1048428" y="-1119626"/>
            <a:ext cx="2390400" cy="2390400"/>
          </a:xfrm>
          <a:prstGeom prst="blockArc">
            <a:avLst>
              <a:gd fmla="val 15904124" name="adj1"/>
              <a:gd fmla="val 472041" name="adj2"/>
              <a:gd fmla="val 7686" name="adj3"/>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100"/>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100"/>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311" name="Google Shape;311;p100"/>
          <p:cNvSpPr/>
          <p:nvPr/>
        </p:nvSpPr>
        <p:spPr>
          <a:xfrm rot="-2700000">
            <a:off x="8681313" y="4641162"/>
            <a:ext cx="1008476" cy="1008476"/>
          </a:xfrm>
          <a:prstGeom prst="blockArc">
            <a:avLst>
              <a:gd fmla="val 13339976" name="adj1"/>
              <a:gd fmla="val 19973339" name="adj2"/>
              <a:gd fmla="val 27944"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 name="Google Shape;312;p100"/>
          <p:cNvSpPr txBox="1"/>
          <p:nvPr>
            <p:ph idx="1" type="subTitle"/>
          </p:nvPr>
        </p:nvSpPr>
        <p:spPr>
          <a:xfrm>
            <a:off x="1652425" y="1371625"/>
            <a:ext cx="27552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13" name="Google Shape;313;p100"/>
          <p:cNvSpPr txBox="1"/>
          <p:nvPr>
            <p:ph idx="2" type="subTitle"/>
          </p:nvPr>
        </p:nvSpPr>
        <p:spPr>
          <a:xfrm>
            <a:off x="1652425" y="1730768"/>
            <a:ext cx="27552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14" name="Google Shape;314;p100"/>
          <p:cNvSpPr txBox="1"/>
          <p:nvPr>
            <p:ph idx="3" type="subTitle"/>
          </p:nvPr>
        </p:nvSpPr>
        <p:spPr>
          <a:xfrm>
            <a:off x="1652425" y="3024381"/>
            <a:ext cx="27552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15" name="Google Shape;315;p100"/>
          <p:cNvSpPr txBox="1"/>
          <p:nvPr>
            <p:ph idx="4" type="subTitle"/>
          </p:nvPr>
        </p:nvSpPr>
        <p:spPr>
          <a:xfrm>
            <a:off x="1652425" y="3383524"/>
            <a:ext cx="27552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16" name="Google Shape;316;p100"/>
          <p:cNvSpPr txBox="1"/>
          <p:nvPr>
            <p:ph idx="5" type="subTitle"/>
          </p:nvPr>
        </p:nvSpPr>
        <p:spPr>
          <a:xfrm>
            <a:off x="5573675" y="1371625"/>
            <a:ext cx="27552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17" name="Google Shape;317;p100"/>
          <p:cNvSpPr txBox="1"/>
          <p:nvPr>
            <p:ph idx="6" type="subTitle"/>
          </p:nvPr>
        </p:nvSpPr>
        <p:spPr>
          <a:xfrm>
            <a:off x="5573675" y="1730768"/>
            <a:ext cx="27552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18" name="Google Shape;318;p100"/>
          <p:cNvSpPr txBox="1"/>
          <p:nvPr>
            <p:ph idx="7" type="subTitle"/>
          </p:nvPr>
        </p:nvSpPr>
        <p:spPr>
          <a:xfrm>
            <a:off x="5573675" y="3024380"/>
            <a:ext cx="27552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19" name="Google Shape;319;p100"/>
          <p:cNvSpPr txBox="1"/>
          <p:nvPr>
            <p:ph idx="8" type="subTitle"/>
          </p:nvPr>
        </p:nvSpPr>
        <p:spPr>
          <a:xfrm>
            <a:off x="5573675" y="3383522"/>
            <a:ext cx="27552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20" name="Google Shape;320;p100"/>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s numbers">
  <p:cSld name="CUSTOM_1_1">
    <p:spTree>
      <p:nvGrpSpPr>
        <p:cNvPr id="321" name="Shape 321"/>
        <p:cNvGrpSpPr/>
        <p:nvPr/>
      </p:nvGrpSpPr>
      <p:grpSpPr>
        <a:xfrm>
          <a:off x="0" y="0"/>
          <a:ext cx="0" cy="0"/>
          <a:chOff x="0" y="0"/>
          <a:chExt cx="0" cy="0"/>
        </a:xfrm>
      </p:grpSpPr>
      <p:sp>
        <p:nvSpPr>
          <p:cNvPr id="322" name="Google Shape;322;p101"/>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 name="Google Shape;323;p101"/>
          <p:cNvSpPr/>
          <p:nvPr/>
        </p:nvSpPr>
        <p:spPr>
          <a:xfrm rot="1339804">
            <a:off x="-518444" y="4635459"/>
            <a:ext cx="1008313" cy="1008313"/>
          </a:xfrm>
          <a:prstGeom prst="blockArc">
            <a:avLst>
              <a:gd fmla="val 14875850" name="adj1"/>
              <a:gd fmla="val 20435345" name="adj2"/>
              <a:gd fmla="val 28025"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101"/>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325" name="Google Shape;325;p101"/>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26" name="Google Shape;326;p101"/>
          <p:cNvSpPr txBox="1"/>
          <p:nvPr>
            <p:ph idx="2" type="title"/>
          </p:nvPr>
        </p:nvSpPr>
        <p:spPr>
          <a:xfrm>
            <a:off x="2405950" y="1258650"/>
            <a:ext cx="2018400" cy="39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1800">
                <a:solidFill>
                  <a:schemeClr val="accent1"/>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p:txBody>
      </p:sp>
      <p:sp>
        <p:nvSpPr>
          <p:cNvPr id="327" name="Google Shape;327;p101"/>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328" name="Google Shape;328;p101"/>
          <p:cNvSpPr txBox="1"/>
          <p:nvPr>
            <p:ph idx="1" type="subTitle"/>
          </p:nvPr>
        </p:nvSpPr>
        <p:spPr>
          <a:xfrm>
            <a:off x="2405950" y="1531400"/>
            <a:ext cx="2018400" cy="393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329" name="Google Shape;329;p101"/>
          <p:cNvSpPr txBox="1"/>
          <p:nvPr>
            <p:ph idx="3" type="subTitle"/>
          </p:nvPr>
        </p:nvSpPr>
        <p:spPr>
          <a:xfrm>
            <a:off x="2405950" y="1925000"/>
            <a:ext cx="2018400" cy="90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30" name="Google Shape;330;p101"/>
          <p:cNvSpPr txBox="1"/>
          <p:nvPr>
            <p:ph idx="4" type="title"/>
          </p:nvPr>
        </p:nvSpPr>
        <p:spPr>
          <a:xfrm>
            <a:off x="2373850" y="3098650"/>
            <a:ext cx="2018400" cy="39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1800">
                <a:solidFill>
                  <a:schemeClr val="accent1"/>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p:txBody>
      </p:sp>
      <p:sp>
        <p:nvSpPr>
          <p:cNvPr id="331" name="Google Shape;331;p101"/>
          <p:cNvSpPr txBox="1"/>
          <p:nvPr>
            <p:ph idx="5" type="subTitle"/>
          </p:nvPr>
        </p:nvSpPr>
        <p:spPr>
          <a:xfrm>
            <a:off x="2373850" y="3371400"/>
            <a:ext cx="2018400" cy="393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332" name="Google Shape;332;p101"/>
          <p:cNvSpPr txBox="1"/>
          <p:nvPr>
            <p:ph idx="6" type="subTitle"/>
          </p:nvPr>
        </p:nvSpPr>
        <p:spPr>
          <a:xfrm>
            <a:off x="2373850" y="3765000"/>
            <a:ext cx="2018400" cy="90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33" name="Google Shape;333;p101"/>
          <p:cNvSpPr txBox="1"/>
          <p:nvPr>
            <p:ph idx="7" type="title"/>
          </p:nvPr>
        </p:nvSpPr>
        <p:spPr>
          <a:xfrm>
            <a:off x="6154650" y="1258650"/>
            <a:ext cx="2018400" cy="39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1800">
                <a:solidFill>
                  <a:schemeClr val="accent1"/>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p:txBody>
      </p:sp>
      <p:sp>
        <p:nvSpPr>
          <p:cNvPr id="334" name="Google Shape;334;p101"/>
          <p:cNvSpPr txBox="1"/>
          <p:nvPr>
            <p:ph idx="8" type="subTitle"/>
          </p:nvPr>
        </p:nvSpPr>
        <p:spPr>
          <a:xfrm>
            <a:off x="6154650" y="1531400"/>
            <a:ext cx="2018400" cy="393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335" name="Google Shape;335;p101"/>
          <p:cNvSpPr txBox="1"/>
          <p:nvPr>
            <p:ph idx="9" type="subTitle"/>
          </p:nvPr>
        </p:nvSpPr>
        <p:spPr>
          <a:xfrm>
            <a:off x="6154650" y="1925000"/>
            <a:ext cx="2018400" cy="90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36" name="Google Shape;336;p101"/>
          <p:cNvSpPr txBox="1"/>
          <p:nvPr>
            <p:ph idx="13" type="title"/>
          </p:nvPr>
        </p:nvSpPr>
        <p:spPr>
          <a:xfrm>
            <a:off x="6122550" y="3098650"/>
            <a:ext cx="2018400" cy="39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1800">
                <a:solidFill>
                  <a:schemeClr val="accent1"/>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p:txBody>
      </p:sp>
      <p:sp>
        <p:nvSpPr>
          <p:cNvPr id="337" name="Google Shape;337;p101"/>
          <p:cNvSpPr txBox="1"/>
          <p:nvPr>
            <p:ph idx="14" type="subTitle"/>
          </p:nvPr>
        </p:nvSpPr>
        <p:spPr>
          <a:xfrm>
            <a:off x="6122550" y="3371400"/>
            <a:ext cx="2018400" cy="393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338" name="Google Shape;338;p101"/>
          <p:cNvSpPr txBox="1"/>
          <p:nvPr>
            <p:ph idx="15" type="subTitle"/>
          </p:nvPr>
        </p:nvSpPr>
        <p:spPr>
          <a:xfrm>
            <a:off x="6122550" y="3765000"/>
            <a:ext cx="2018400" cy="90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39" name="Google Shape;339;p101"/>
          <p:cNvSpPr txBox="1"/>
          <p:nvPr>
            <p:ph idx="16"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CUSTOM_2">
    <p:spTree>
      <p:nvGrpSpPr>
        <p:cNvPr id="340" name="Shape 340"/>
        <p:cNvGrpSpPr/>
        <p:nvPr/>
      </p:nvGrpSpPr>
      <p:grpSpPr>
        <a:xfrm>
          <a:off x="0" y="0"/>
          <a:ext cx="0" cy="0"/>
          <a:chOff x="0" y="0"/>
          <a:chExt cx="0" cy="0"/>
        </a:xfrm>
      </p:grpSpPr>
      <p:sp>
        <p:nvSpPr>
          <p:cNvPr id="341" name="Google Shape;341;p102"/>
          <p:cNvSpPr/>
          <p:nvPr/>
        </p:nvSpPr>
        <p:spPr>
          <a:xfrm>
            <a:off x="-76800" y="-76500"/>
            <a:ext cx="4638900" cy="52773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102"/>
          <p:cNvSpPr/>
          <p:nvPr/>
        </p:nvSpPr>
        <p:spPr>
          <a:xfrm rot="10800000">
            <a:off x="735300" y="724075"/>
            <a:ext cx="3241500" cy="3945900"/>
          </a:xfrm>
          <a:prstGeom prst="round1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102"/>
          <p:cNvSpPr txBox="1"/>
          <p:nvPr/>
        </p:nvSpPr>
        <p:spPr>
          <a:xfrm>
            <a:off x="750000" y="717175"/>
            <a:ext cx="3226800" cy="3945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600"/>
              <a:buFont typeface="Arial"/>
              <a:buNone/>
            </a:pPr>
            <a:r>
              <a:t/>
            </a:r>
            <a:endParaRPr b="1" i="0" sz="3600" u="none" cap="none" strike="noStrike">
              <a:solidFill>
                <a:srgbClr val="27316F"/>
              </a:solidFill>
              <a:latin typeface="Montserrat"/>
              <a:ea typeface="Montserrat"/>
              <a:cs typeface="Montserrat"/>
              <a:sym typeface="Montserrat"/>
            </a:endParaRPr>
          </a:p>
        </p:txBody>
      </p:sp>
      <p:sp>
        <p:nvSpPr>
          <p:cNvPr id="344" name="Google Shape;344;p102"/>
          <p:cNvSpPr txBox="1"/>
          <p:nvPr>
            <p:ph idx="1" type="subTitle"/>
          </p:nvPr>
        </p:nvSpPr>
        <p:spPr>
          <a:xfrm>
            <a:off x="5909000" y="599974"/>
            <a:ext cx="24480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1600"/>
              </a:spcBef>
              <a:spcAft>
                <a:spcPts val="0"/>
              </a:spcAft>
              <a:buSzPts val="1400"/>
              <a:buNone/>
              <a:defRPr sz="1600"/>
            </a:lvl2pPr>
            <a:lvl3pPr lvl="2" algn="l">
              <a:lnSpc>
                <a:spcPct val="100000"/>
              </a:lnSpc>
              <a:spcBef>
                <a:spcPts val="1600"/>
              </a:spcBef>
              <a:spcAft>
                <a:spcPts val="0"/>
              </a:spcAft>
              <a:buSzPts val="1400"/>
              <a:buNone/>
              <a:defRPr sz="1600"/>
            </a:lvl3pPr>
            <a:lvl4pPr lvl="3" algn="l">
              <a:lnSpc>
                <a:spcPct val="100000"/>
              </a:lnSpc>
              <a:spcBef>
                <a:spcPts val="1600"/>
              </a:spcBef>
              <a:spcAft>
                <a:spcPts val="0"/>
              </a:spcAft>
              <a:buSzPts val="1400"/>
              <a:buNone/>
              <a:defRPr sz="1600"/>
            </a:lvl4pPr>
            <a:lvl5pPr lvl="4" algn="l">
              <a:lnSpc>
                <a:spcPct val="100000"/>
              </a:lnSpc>
              <a:spcBef>
                <a:spcPts val="1600"/>
              </a:spcBef>
              <a:spcAft>
                <a:spcPts val="0"/>
              </a:spcAft>
              <a:buSzPts val="1400"/>
              <a:buNone/>
              <a:defRPr sz="1600"/>
            </a:lvl5pPr>
            <a:lvl6pPr lvl="5" algn="l">
              <a:lnSpc>
                <a:spcPct val="100000"/>
              </a:lnSpc>
              <a:spcBef>
                <a:spcPts val="1600"/>
              </a:spcBef>
              <a:spcAft>
                <a:spcPts val="0"/>
              </a:spcAft>
              <a:buSzPts val="1400"/>
              <a:buNone/>
              <a:defRPr sz="1600"/>
            </a:lvl6pPr>
            <a:lvl7pPr lvl="6" algn="l">
              <a:lnSpc>
                <a:spcPct val="100000"/>
              </a:lnSpc>
              <a:spcBef>
                <a:spcPts val="1600"/>
              </a:spcBef>
              <a:spcAft>
                <a:spcPts val="0"/>
              </a:spcAft>
              <a:buSzPts val="1400"/>
              <a:buNone/>
              <a:defRPr sz="1600"/>
            </a:lvl7pPr>
            <a:lvl8pPr lvl="7" algn="l">
              <a:lnSpc>
                <a:spcPct val="100000"/>
              </a:lnSpc>
              <a:spcBef>
                <a:spcPts val="1600"/>
              </a:spcBef>
              <a:spcAft>
                <a:spcPts val="0"/>
              </a:spcAft>
              <a:buSzPts val="1400"/>
              <a:buNone/>
              <a:defRPr sz="1600"/>
            </a:lvl8pPr>
            <a:lvl9pPr lvl="8" algn="l">
              <a:lnSpc>
                <a:spcPct val="100000"/>
              </a:lnSpc>
              <a:spcBef>
                <a:spcPts val="1600"/>
              </a:spcBef>
              <a:spcAft>
                <a:spcPts val="1600"/>
              </a:spcAft>
              <a:buSzPts val="1400"/>
              <a:buNone/>
              <a:defRPr sz="1600"/>
            </a:lvl9pPr>
          </a:lstStyle>
          <a:p/>
        </p:txBody>
      </p:sp>
      <p:sp>
        <p:nvSpPr>
          <p:cNvPr id="345" name="Google Shape;345;p102"/>
          <p:cNvSpPr txBox="1"/>
          <p:nvPr>
            <p:ph idx="2" type="subTitle"/>
          </p:nvPr>
        </p:nvSpPr>
        <p:spPr>
          <a:xfrm>
            <a:off x="5909000" y="1035316"/>
            <a:ext cx="24480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46" name="Google Shape;346;p102"/>
          <p:cNvSpPr txBox="1"/>
          <p:nvPr>
            <p:ph idx="3" type="subTitle"/>
          </p:nvPr>
        </p:nvSpPr>
        <p:spPr>
          <a:xfrm>
            <a:off x="5909000" y="2028524"/>
            <a:ext cx="24480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7" name="Google Shape;347;p102"/>
          <p:cNvSpPr txBox="1"/>
          <p:nvPr>
            <p:ph idx="4" type="subTitle"/>
          </p:nvPr>
        </p:nvSpPr>
        <p:spPr>
          <a:xfrm>
            <a:off x="5909000" y="2445016"/>
            <a:ext cx="24480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48" name="Google Shape;348;p102"/>
          <p:cNvSpPr txBox="1"/>
          <p:nvPr>
            <p:ph idx="5" type="subTitle"/>
          </p:nvPr>
        </p:nvSpPr>
        <p:spPr>
          <a:xfrm>
            <a:off x="5909000" y="3457074"/>
            <a:ext cx="2448000" cy="359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b="1" sz="1600">
                <a:solidFill>
                  <a:schemeClr val="accent3"/>
                </a:solidFill>
              </a:defRPr>
            </a:lvl1pPr>
            <a:lvl2pPr lvl="1" algn="l">
              <a:lnSpc>
                <a:spcPct val="100000"/>
              </a:lnSpc>
              <a:spcBef>
                <a:spcPts val="0"/>
              </a:spcBef>
              <a:spcAft>
                <a:spcPts val="0"/>
              </a:spcAft>
              <a:buSzPts val="1400"/>
              <a:buNone/>
              <a:defRPr sz="1600"/>
            </a:lvl2pPr>
            <a:lvl3pPr lvl="2" algn="l">
              <a:lnSpc>
                <a:spcPct val="100000"/>
              </a:lnSpc>
              <a:spcBef>
                <a:spcPts val="0"/>
              </a:spcBef>
              <a:spcAft>
                <a:spcPts val="0"/>
              </a:spcAft>
              <a:buSzPts val="1400"/>
              <a:buNone/>
              <a:defRPr sz="1600"/>
            </a:lvl3pPr>
            <a:lvl4pPr lvl="3" algn="l">
              <a:lnSpc>
                <a:spcPct val="100000"/>
              </a:lnSpc>
              <a:spcBef>
                <a:spcPts val="0"/>
              </a:spcBef>
              <a:spcAft>
                <a:spcPts val="0"/>
              </a:spcAft>
              <a:buSzPts val="1400"/>
              <a:buNone/>
              <a:defRPr sz="1600"/>
            </a:lvl4pPr>
            <a:lvl5pPr lvl="4" algn="l">
              <a:lnSpc>
                <a:spcPct val="100000"/>
              </a:lnSpc>
              <a:spcBef>
                <a:spcPts val="0"/>
              </a:spcBef>
              <a:spcAft>
                <a:spcPts val="0"/>
              </a:spcAft>
              <a:buSzPts val="1400"/>
              <a:buNone/>
              <a:defRPr sz="1600"/>
            </a:lvl5pPr>
            <a:lvl6pPr lvl="5" algn="l">
              <a:lnSpc>
                <a:spcPct val="100000"/>
              </a:lnSpc>
              <a:spcBef>
                <a:spcPts val="0"/>
              </a:spcBef>
              <a:spcAft>
                <a:spcPts val="0"/>
              </a:spcAft>
              <a:buSzPts val="1400"/>
              <a:buNone/>
              <a:defRPr sz="1600"/>
            </a:lvl6pPr>
            <a:lvl7pPr lvl="6" algn="l">
              <a:lnSpc>
                <a:spcPct val="100000"/>
              </a:lnSpc>
              <a:spcBef>
                <a:spcPts val="0"/>
              </a:spcBef>
              <a:spcAft>
                <a:spcPts val="0"/>
              </a:spcAft>
              <a:buSzPts val="1400"/>
              <a:buNone/>
              <a:defRPr sz="1600"/>
            </a:lvl7pPr>
            <a:lvl8pPr lvl="7" algn="l">
              <a:lnSpc>
                <a:spcPct val="100000"/>
              </a:lnSpc>
              <a:spcBef>
                <a:spcPts val="0"/>
              </a:spcBef>
              <a:spcAft>
                <a:spcPts val="0"/>
              </a:spcAft>
              <a:buSzPts val="1400"/>
              <a:buNone/>
              <a:defRPr sz="1600"/>
            </a:lvl8pPr>
            <a:lvl9pPr lvl="8" algn="l">
              <a:lnSpc>
                <a:spcPct val="100000"/>
              </a:lnSpc>
              <a:spcBef>
                <a:spcPts val="0"/>
              </a:spcBef>
              <a:spcAft>
                <a:spcPts val="0"/>
              </a:spcAft>
              <a:buSzPts val="1400"/>
              <a:buNone/>
              <a:defRPr sz="1600"/>
            </a:lvl9pPr>
          </a:lstStyle>
          <a:p/>
        </p:txBody>
      </p:sp>
      <p:sp>
        <p:nvSpPr>
          <p:cNvPr id="349" name="Google Shape;349;p102"/>
          <p:cNvSpPr txBox="1"/>
          <p:nvPr>
            <p:ph idx="6" type="subTitle"/>
          </p:nvPr>
        </p:nvSpPr>
        <p:spPr>
          <a:xfrm>
            <a:off x="5909000" y="3854716"/>
            <a:ext cx="2448000" cy="821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350" name="Google Shape;350;p102"/>
          <p:cNvSpPr txBox="1"/>
          <p:nvPr>
            <p:ph type="title"/>
          </p:nvPr>
        </p:nvSpPr>
        <p:spPr>
          <a:xfrm>
            <a:off x="831900" y="717175"/>
            <a:ext cx="3144900" cy="3945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1"/>
                </a:solidFill>
              </a:defRPr>
            </a:lvl1pPr>
            <a:lvl2pPr lvl="1" algn="r">
              <a:lnSpc>
                <a:spcPct val="100000"/>
              </a:lnSpc>
              <a:spcBef>
                <a:spcPts val="0"/>
              </a:spcBef>
              <a:spcAft>
                <a:spcPts val="0"/>
              </a:spcAft>
              <a:buSzPts val="2800"/>
              <a:buNone/>
              <a:defRPr/>
            </a:lvl2pPr>
            <a:lvl3pPr lvl="2" algn="r">
              <a:lnSpc>
                <a:spcPct val="100000"/>
              </a:lnSpc>
              <a:spcBef>
                <a:spcPts val="0"/>
              </a:spcBef>
              <a:spcAft>
                <a:spcPts val="0"/>
              </a:spcAft>
              <a:buSzPts val="2800"/>
              <a:buNone/>
              <a:defRPr/>
            </a:lvl3pPr>
            <a:lvl4pPr lvl="3" algn="r">
              <a:lnSpc>
                <a:spcPct val="100000"/>
              </a:lnSpc>
              <a:spcBef>
                <a:spcPts val="0"/>
              </a:spcBef>
              <a:spcAft>
                <a:spcPts val="0"/>
              </a:spcAft>
              <a:buSzPts val="2800"/>
              <a:buNone/>
              <a:defRPr/>
            </a:lvl4pPr>
            <a:lvl5pPr lvl="4" algn="r">
              <a:lnSpc>
                <a:spcPct val="100000"/>
              </a:lnSpc>
              <a:spcBef>
                <a:spcPts val="0"/>
              </a:spcBef>
              <a:spcAft>
                <a:spcPts val="0"/>
              </a:spcAft>
              <a:buSzPts val="2800"/>
              <a:buNone/>
              <a:defRPr/>
            </a:lvl5pPr>
            <a:lvl6pPr lvl="5" algn="r">
              <a:lnSpc>
                <a:spcPct val="100000"/>
              </a:lnSpc>
              <a:spcBef>
                <a:spcPts val="0"/>
              </a:spcBef>
              <a:spcAft>
                <a:spcPts val="0"/>
              </a:spcAft>
              <a:buSzPts val="2800"/>
              <a:buNone/>
              <a:defRPr/>
            </a:lvl6pPr>
            <a:lvl7pPr lvl="6" algn="r">
              <a:lnSpc>
                <a:spcPct val="100000"/>
              </a:lnSpc>
              <a:spcBef>
                <a:spcPts val="0"/>
              </a:spcBef>
              <a:spcAft>
                <a:spcPts val="0"/>
              </a:spcAft>
              <a:buSzPts val="2800"/>
              <a:buNone/>
              <a:defRPr/>
            </a:lvl7pPr>
            <a:lvl8pPr lvl="7" algn="r">
              <a:lnSpc>
                <a:spcPct val="100000"/>
              </a:lnSpc>
              <a:spcBef>
                <a:spcPts val="0"/>
              </a:spcBef>
              <a:spcAft>
                <a:spcPts val="0"/>
              </a:spcAft>
              <a:buSzPts val="2800"/>
              <a:buNone/>
              <a:defRPr/>
            </a:lvl8pPr>
            <a:lvl9pPr lvl="8" algn="r">
              <a:lnSpc>
                <a:spcPct val="100000"/>
              </a:lnSpc>
              <a:spcBef>
                <a:spcPts val="0"/>
              </a:spcBef>
              <a:spcAft>
                <a:spcPts val="0"/>
              </a:spcAft>
              <a:buSzPts val="2800"/>
              <a:buNone/>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bg>
      <p:bgPr>
        <a:solidFill>
          <a:schemeClr val="accent2"/>
        </a:solidFill>
      </p:bgPr>
    </p:bg>
    <p:spTree>
      <p:nvGrpSpPr>
        <p:cNvPr id="351" name="Shape 351"/>
        <p:cNvGrpSpPr/>
        <p:nvPr/>
      </p:nvGrpSpPr>
      <p:grpSpPr>
        <a:xfrm>
          <a:off x="0" y="0"/>
          <a:ext cx="0" cy="0"/>
          <a:chOff x="0" y="0"/>
          <a:chExt cx="0" cy="0"/>
        </a:xfrm>
      </p:grpSpPr>
      <p:sp>
        <p:nvSpPr>
          <p:cNvPr id="352" name="Google Shape;352;p103"/>
          <p:cNvSpPr/>
          <p:nvPr/>
        </p:nvSpPr>
        <p:spPr>
          <a:xfrm rot="7715609">
            <a:off x="-783378" y="-1062364"/>
            <a:ext cx="2387820" cy="2387820"/>
          </a:xfrm>
          <a:prstGeom prst="blockArc">
            <a:avLst>
              <a:gd fmla="val 11751713" name="adj1"/>
              <a:gd fmla="val 837016" name="adj2"/>
              <a:gd fmla="val 9209"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103"/>
          <p:cNvSpPr/>
          <p:nvPr/>
        </p:nvSpPr>
        <p:spPr>
          <a:xfrm>
            <a:off x="7517550" y="3698650"/>
            <a:ext cx="3133200" cy="3133200"/>
          </a:xfrm>
          <a:prstGeom prst="donut">
            <a:avLst>
              <a:gd fmla="val 8720" name="adj"/>
            </a:avLst>
          </a:prstGeom>
          <a:solidFill>
            <a:srgbClr val="FBBC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 name="Google Shape;354;p103"/>
          <p:cNvSpPr/>
          <p:nvPr/>
        </p:nvSpPr>
        <p:spPr>
          <a:xfrm rot="10800000">
            <a:off x="708000" y="399750"/>
            <a:ext cx="7728000" cy="4344000"/>
          </a:xfrm>
          <a:prstGeom prst="round1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103"/>
          <p:cNvSpPr txBox="1"/>
          <p:nvPr/>
        </p:nvSpPr>
        <p:spPr>
          <a:xfrm>
            <a:off x="1087725" y="3566925"/>
            <a:ext cx="4959600" cy="6978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300"/>
              </a:spcBef>
              <a:spcAft>
                <a:spcPts val="0"/>
              </a:spcAft>
              <a:buClr>
                <a:srgbClr val="000000"/>
              </a:buClr>
              <a:buSzPts val="1000"/>
              <a:buFont typeface="Arial"/>
              <a:buNone/>
            </a:pPr>
            <a:r>
              <a:rPr b="0" i="0" lang="en" sz="1000" u="none" cap="none" strike="noStrike">
                <a:solidFill>
                  <a:schemeClr val="accent1"/>
                </a:solidFill>
                <a:latin typeface="Montserrat"/>
                <a:ea typeface="Montserrat"/>
                <a:cs typeface="Montserrat"/>
                <a:sym typeface="Montserrat"/>
              </a:rPr>
              <a:t>CREDITS: This presentation template was created by </a:t>
            </a:r>
            <a:r>
              <a:rPr b="1" i="0" lang="en" sz="1000" u="none" cap="none" strike="noStrike">
                <a:solidFill>
                  <a:schemeClr val="accent1"/>
                </a:solidFill>
                <a:uFill>
                  <a:noFill/>
                </a:uFill>
                <a:latin typeface="Montserrat"/>
                <a:ea typeface="Montserrat"/>
                <a:cs typeface="Montserrat"/>
                <a:sym typeface="Montserrat"/>
                <a:hlinkClick r:id="rId2">
                  <a:extLst>
                    <a:ext uri="{A12FA001-AC4F-418D-AE19-62706E023703}">
                      <ahyp:hlinkClr val="tx"/>
                    </a:ext>
                  </a:extLst>
                </a:hlinkClick>
              </a:rPr>
              <a:t>Slidesgo</a:t>
            </a:r>
            <a:r>
              <a:rPr b="0" i="0" lang="en" sz="1000" u="none" cap="none" strike="noStrike">
                <a:solidFill>
                  <a:schemeClr val="accent1"/>
                </a:solidFill>
                <a:latin typeface="Montserrat"/>
                <a:ea typeface="Montserrat"/>
                <a:cs typeface="Montserrat"/>
                <a:sym typeface="Montserrat"/>
              </a:rPr>
              <a:t>, including icons by </a:t>
            </a:r>
            <a:r>
              <a:rPr b="1" i="0" lang="en" sz="1000" u="none" cap="none" strike="noStrike">
                <a:solidFill>
                  <a:schemeClr val="accent1"/>
                </a:solidFill>
                <a:uFill>
                  <a:noFill/>
                </a:uFill>
                <a:latin typeface="Montserrat"/>
                <a:ea typeface="Montserrat"/>
                <a:cs typeface="Montserrat"/>
                <a:sym typeface="Montserrat"/>
                <a:hlinkClick r:id="rId3">
                  <a:extLst>
                    <a:ext uri="{A12FA001-AC4F-418D-AE19-62706E023703}">
                      <ahyp:hlinkClr val="tx"/>
                    </a:ext>
                  </a:extLst>
                </a:hlinkClick>
              </a:rPr>
              <a:t>Flaticon</a:t>
            </a:r>
            <a:r>
              <a:rPr b="0" i="0" lang="en" sz="1000" u="none" cap="none" strike="noStrike">
                <a:solidFill>
                  <a:schemeClr val="accent1"/>
                </a:solidFill>
                <a:latin typeface="Montserrat"/>
                <a:ea typeface="Montserrat"/>
                <a:cs typeface="Montserrat"/>
                <a:sym typeface="Montserrat"/>
              </a:rPr>
              <a:t>, and infographics &amp; images by </a:t>
            </a:r>
            <a:r>
              <a:rPr b="1" i="0" lang="en" sz="1000" u="none" cap="none" strike="noStrike">
                <a:solidFill>
                  <a:schemeClr val="accent1"/>
                </a:solidFill>
                <a:uFill>
                  <a:noFill/>
                </a:uFill>
                <a:latin typeface="Montserrat"/>
                <a:ea typeface="Montserrat"/>
                <a:cs typeface="Montserrat"/>
                <a:sym typeface="Montserrat"/>
                <a:hlinkClick r:id="rId4">
                  <a:extLst>
                    <a:ext uri="{A12FA001-AC4F-418D-AE19-62706E023703}">
                      <ahyp:hlinkClr val="tx"/>
                    </a:ext>
                  </a:extLst>
                </a:hlinkClick>
              </a:rPr>
              <a:t>Freepik</a:t>
            </a:r>
            <a:endParaRPr b="0" i="0" sz="1000" u="none" cap="none" strike="noStrike">
              <a:solidFill>
                <a:schemeClr val="accent1"/>
              </a:solidFill>
              <a:latin typeface="Montserrat"/>
              <a:ea typeface="Montserrat"/>
              <a:cs typeface="Montserrat"/>
              <a:sym typeface="Montserrat"/>
            </a:endParaRPr>
          </a:p>
        </p:txBody>
      </p:sp>
      <p:sp>
        <p:nvSpPr>
          <p:cNvPr id="356" name="Google Shape;356;p103"/>
          <p:cNvSpPr txBox="1"/>
          <p:nvPr/>
        </p:nvSpPr>
        <p:spPr>
          <a:xfrm>
            <a:off x="1094125" y="1417550"/>
            <a:ext cx="4959600" cy="1108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800"/>
              <a:buFont typeface="Arial"/>
              <a:buNone/>
            </a:pPr>
            <a:r>
              <a:t/>
            </a:r>
            <a:endParaRPr b="1" i="0" sz="2800" u="none" cap="none" strike="noStrike">
              <a:solidFill>
                <a:srgbClr val="27316F"/>
              </a:solidFill>
              <a:latin typeface="Montserrat"/>
              <a:ea typeface="Montserrat"/>
              <a:cs typeface="Montserrat"/>
              <a:sym typeface="Montserrat"/>
            </a:endParaRPr>
          </a:p>
        </p:txBody>
      </p:sp>
      <p:sp>
        <p:nvSpPr>
          <p:cNvPr id="357" name="Google Shape;357;p103"/>
          <p:cNvSpPr txBox="1"/>
          <p:nvPr>
            <p:ph type="title"/>
          </p:nvPr>
        </p:nvSpPr>
        <p:spPr>
          <a:xfrm>
            <a:off x="1094125" y="558925"/>
            <a:ext cx="6830100" cy="109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6000">
                <a:solidFill>
                  <a:schemeClr val="accent1"/>
                </a:solidFill>
              </a:defRPr>
            </a:lvl1pPr>
            <a:lvl2pPr lvl="1" algn="l">
              <a:lnSpc>
                <a:spcPct val="100000"/>
              </a:lnSpc>
              <a:spcBef>
                <a:spcPts val="0"/>
              </a:spcBef>
              <a:spcAft>
                <a:spcPts val="0"/>
              </a:spcAft>
              <a:buSzPts val="2800"/>
              <a:buNone/>
              <a:defRPr sz="4800">
                <a:solidFill>
                  <a:schemeClr val="accent1"/>
                </a:solidFill>
              </a:defRPr>
            </a:lvl2pPr>
            <a:lvl3pPr lvl="2" algn="l">
              <a:lnSpc>
                <a:spcPct val="100000"/>
              </a:lnSpc>
              <a:spcBef>
                <a:spcPts val="0"/>
              </a:spcBef>
              <a:spcAft>
                <a:spcPts val="0"/>
              </a:spcAft>
              <a:buSzPts val="2800"/>
              <a:buNone/>
              <a:defRPr sz="4800">
                <a:solidFill>
                  <a:schemeClr val="accent1"/>
                </a:solidFill>
              </a:defRPr>
            </a:lvl3pPr>
            <a:lvl4pPr lvl="3" algn="l">
              <a:lnSpc>
                <a:spcPct val="100000"/>
              </a:lnSpc>
              <a:spcBef>
                <a:spcPts val="0"/>
              </a:spcBef>
              <a:spcAft>
                <a:spcPts val="0"/>
              </a:spcAft>
              <a:buSzPts val="2800"/>
              <a:buNone/>
              <a:defRPr sz="4800">
                <a:solidFill>
                  <a:schemeClr val="accent1"/>
                </a:solidFill>
              </a:defRPr>
            </a:lvl4pPr>
            <a:lvl5pPr lvl="4" algn="l">
              <a:lnSpc>
                <a:spcPct val="100000"/>
              </a:lnSpc>
              <a:spcBef>
                <a:spcPts val="0"/>
              </a:spcBef>
              <a:spcAft>
                <a:spcPts val="0"/>
              </a:spcAft>
              <a:buSzPts val="2800"/>
              <a:buNone/>
              <a:defRPr sz="4800">
                <a:solidFill>
                  <a:schemeClr val="accent1"/>
                </a:solidFill>
              </a:defRPr>
            </a:lvl5pPr>
            <a:lvl6pPr lvl="5" algn="l">
              <a:lnSpc>
                <a:spcPct val="100000"/>
              </a:lnSpc>
              <a:spcBef>
                <a:spcPts val="0"/>
              </a:spcBef>
              <a:spcAft>
                <a:spcPts val="0"/>
              </a:spcAft>
              <a:buSzPts val="2800"/>
              <a:buNone/>
              <a:defRPr sz="4800">
                <a:solidFill>
                  <a:schemeClr val="accent1"/>
                </a:solidFill>
              </a:defRPr>
            </a:lvl6pPr>
            <a:lvl7pPr lvl="6" algn="l">
              <a:lnSpc>
                <a:spcPct val="100000"/>
              </a:lnSpc>
              <a:spcBef>
                <a:spcPts val="0"/>
              </a:spcBef>
              <a:spcAft>
                <a:spcPts val="0"/>
              </a:spcAft>
              <a:buSzPts val="2800"/>
              <a:buNone/>
              <a:defRPr sz="4800">
                <a:solidFill>
                  <a:schemeClr val="accent1"/>
                </a:solidFill>
              </a:defRPr>
            </a:lvl7pPr>
            <a:lvl8pPr lvl="7" algn="l">
              <a:lnSpc>
                <a:spcPct val="100000"/>
              </a:lnSpc>
              <a:spcBef>
                <a:spcPts val="0"/>
              </a:spcBef>
              <a:spcAft>
                <a:spcPts val="0"/>
              </a:spcAft>
              <a:buSzPts val="2800"/>
              <a:buNone/>
              <a:defRPr sz="4800">
                <a:solidFill>
                  <a:schemeClr val="accent1"/>
                </a:solidFill>
              </a:defRPr>
            </a:lvl8pPr>
            <a:lvl9pPr lvl="8" algn="l">
              <a:lnSpc>
                <a:spcPct val="100000"/>
              </a:lnSpc>
              <a:spcBef>
                <a:spcPts val="0"/>
              </a:spcBef>
              <a:spcAft>
                <a:spcPts val="0"/>
              </a:spcAft>
              <a:buSzPts val="2800"/>
              <a:buNone/>
              <a:defRPr sz="4800">
                <a:solidFill>
                  <a:schemeClr val="accent1"/>
                </a:solidFill>
              </a:defRPr>
            </a:lvl9pPr>
          </a:lstStyle>
          <a:p/>
        </p:txBody>
      </p:sp>
      <p:sp>
        <p:nvSpPr>
          <p:cNvPr id="358" name="Google Shape;358;p103"/>
          <p:cNvSpPr txBox="1"/>
          <p:nvPr>
            <p:ph idx="1" type="subTitle"/>
          </p:nvPr>
        </p:nvSpPr>
        <p:spPr>
          <a:xfrm>
            <a:off x="1094125" y="1618900"/>
            <a:ext cx="6429900" cy="14103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600"/>
            </a:lvl1pPr>
            <a:lvl2pPr lvl="1" algn="l">
              <a:lnSpc>
                <a:spcPct val="115000"/>
              </a:lnSpc>
              <a:spcBef>
                <a:spcPts val="1600"/>
              </a:spcBef>
              <a:spcAft>
                <a:spcPts val="0"/>
              </a:spcAft>
              <a:buSzPts val="1400"/>
              <a:buNone/>
              <a:defRPr sz="1600"/>
            </a:lvl2pPr>
            <a:lvl3pPr lvl="2" algn="l">
              <a:lnSpc>
                <a:spcPct val="115000"/>
              </a:lnSpc>
              <a:spcBef>
                <a:spcPts val="1600"/>
              </a:spcBef>
              <a:spcAft>
                <a:spcPts val="0"/>
              </a:spcAft>
              <a:buSzPts val="1400"/>
              <a:buNone/>
              <a:defRPr sz="1600"/>
            </a:lvl3pPr>
            <a:lvl4pPr lvl="3" algn="l">
              <a:lnSpc>
                <a:spcPct val="115000"/>
              </a:lnSpc>
              <a:spcBef>
                <a:spcPts val="1600"/>
              </a:spcBef>
              <a:spcAft>
                <a:spcPts val="0"/>
              </a:spcAft>
              <a:buSzPts val="1400"/>
              <a:buNone/>
              <a:defRPr sz="1600"/>
            </a:lvl4pPr>
            <a:lvl5pPr lvl="4" algn="l">
              <a:lnSpc>
                <a:spcPct val="115000"/>
              </a:lnSpc>
              <a:spcBef>
                <a:spcPts val="1600"/>
              </a:spcBef>
              <a:spcAft>
                <a:spcPts val="0"/>
              </a:spcAft>
              <a:buSzPts val="1400"/>
              <a:buNone/>
              <a:defRPr sz="1600"/>
            </a:lvl5pPr>
            <a:lvl6pPr lvl="5" algn="l">
              <a:lnSpc>
                <a:spcPct val="115000"/>
              </a:lnSpc>
              <a:spcBef>
                <a:spcPts val="1600"/>
              </a:spcBef>
              <a:spcAft>
                <a:spcPts val="0"/>
              </a:spcAft>
              <a:buSzPts val="1400"/>
              <a:buNone/>
              <a:defRPr sz="1600"/>
            </a:lvl6pPr>
            <a:lvl7pPr lvl="6" algn="l">
              <a:lnSpc>
                <a:spcPct val="115000"/>
              </a:lnSpc>
              <a:spcBef>
                <a:spcPts val="1600"/>
              </a:spcBef>
              <a:spcAft>
                <a:spcPts val="0"/>
              </a:spcAft>
              <a:buSzPts val="1400"/>
              <a:buNone/>
              <a:defRPr sz="1600"/>
            </a:lvl7pPr>
            <a:lvl8pPr lvl="7" algn="l">
              <a:lnSpc>
                <a:spcPct val="115000"/>
              </a:lnSpc>
              <a:spcBef>
                <a:spcPts val="1600"/>
              </a:spcBef>
              <a:spcAft>
                <a:spcPts val="0"/>
              </a:spcAft>
              <a:buSzPts val="1400"/>
              <a:buNone/>
              <a:defRPr sz="1600"/>
            </a:lvl8pPr>
            <a:lvl9pPr lvl="8" algn="l">
              <a:lnSpc>
                <a:spcPct val="115000"/>
              </a:lnSpc>
              <a:spcBef>
                <a:spcPts val="1600"/>
              </a:spcBef>
              <a:spcAft>
                <a:spcPts val="1600"/>
              </a:spcAft>
              <a:buSzPts val="1400"/>
              <a:buNone/>
              <a:defRPr sz="1600"/>
            </a:lvl9pPr>
          </a:lstStyle>
          <a:p/>
        </p:txBody>
      </p:sp>
      <p:sp>
        <p:nvSpPr>
          <p:cNvPr id="359" name="Google Shape;359;p103"/>
          <p:cNvSpPr/>
          <p:nvPr/>
        </p:nvSpPr>
        <p:spPr>
          <a:xfrm flipH="1" rot="-3224087">
            <a:off x="7590735" y="764028"/>
            <a:ext cx="1705595" cy="1705595"/>
          </a:xfrm>
          <a:prstGeom prst="blockArc">
            <a:avLst>
              <a:gd fmla="val 13003178" name="adj1"/>
              <a:gd fmla="val 2121832" name="adj2"/>
              <a:gd fmla="val 2502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3_1">
    <p:bg>
      <p:bgPr>
        <a:solidFill>
          <a:schemeClr val="accent2"/>
        </a:solidFill>
      </p:bgPr>
    </p:bg>
    <p:spTree>
      <p:nvGrpSpPr>
        <p:cNvPr id="360" name="Shape 360"/>
        <p:cNvGrpSpPr/>
        <p:nvPr/>
      </p:nvGrpSpPr>
      <p:grpSpPr>
        <a:xfrm>
          <a:off x="0" y="0"/>
          <a:ext cx="0" cy="0"/>
          <a:chOff x="0" y="0"/>
          <a:chExt cx="0" cy="0"/>
        </a:xfrm>
      </p:grpSpPr>
      <p:sp>
        <p:nvSpPr>
          <p:cNvPr id="361" name="Google Shape;361;p104"/>
          <p:cNvSpPr/>
          <p:nvPr/>
        </p:nvSpPr>
        <p:spPr>
          <a:xfrm rot="-6299986">
            <a:off x="7656229" y="3062123"/>
            <a:ext cx="3353359" cy="3679155"/>
          </a:xfrm>
          <a:prstGeom prst="blockArc">
            <a:avLst>
              <a:gd fmla="val 16550563" name="adj1"/>
              <a:gd fmla="val 608065" name="adj2"/>
              <a:gd fmla="val 8235"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104"/>
          <p:cNvSpPr/>
          <p:nvPr/>
        </p:nvSpPr>
        <p:spPr>
          <a:xfrm rot="8596392">
            <a:off x="-759489" y="-901893"/>
            <a:ext cx="1705685" cy="1705685"/>
          </a:xfrm>
          <a:prstGeom prst="blockArc">
            <a:avLst>
              <a:gd fmla="val 13159347" name="adj1"/>
              <a:gd fmla="val 19114359" name="adj2"/>
              <a:gd fmla="val 2148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 name="Google Shape;363;p104"/>
          <p:cNvSpPr/>
          <p:nvPr/>
        </p:nvSpPr>
        <p:spPr>
          <a:xfrm rot="10800000">
            <a:off x="516000" y="399750"/>
            <a:ext cx="8112000" cy="4344000"/>
          </a:xfrm>
          <a:prstGeom prst="round1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104"/>
          <p:cNvSpPr txBox="1"/>
          <p:nvPr/>
        </p:nvSpPr>
        <p:spPr>
          <a:xfrm>
            <a:off x="1094125" y="1417550"/>
            <a:ext cx="6818100" cy="21855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27316F"/>
              </a:solidFill>
              <a:latin typeface="Montserrat"/>
              <a:ea typeface="Montserrat"/>
              <a:cs typeface="Montserrat"/>
              <a:sym typeface="Montserrat"/>
            </a:endParaRPr>
          </a:p>
        </p:txBody>
      </p:sp>
      <p:sp>
        <p:nvSpPr>
          <p:cNvPr id="365" name="Google Shape;365;p104"/>
          <p:cNvSpPr txBox="1"/>
          <p:nvPr/>
        </p:nvSpPr>
        <p:spPr>
          <a:xfrm>
            <a:off x="5261025" y="3460725"/>
            <a:ext cx="2651100" cy="9351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1400"/>
              <a:buFont typeface="Arial"/>
              <a:buNone/>
            </a:pPr>
            <a:r>
              <a:t/>
            </a:r>
            <a:endParaRPr b="1" i="0" sz="1400" u="none" cap="none" strike="noStrike">
              <a:solidFill>
                <a:srgbClr val="FFC800"/>
              </a:solidFill>
              <a:latin typeface="Montserrat"/>
              <a:ea typeface="Montserrat"/>
              <a:cs typeface="Montserrat"/>
              <a:sym typeface="Montserrat"/>
            </a:endParaRPr>
          </a:p>
        </p:txBody>
      </p:sp>
      <p:sp>
        <p:nvSpPr>
          <p:cNvPr id="366" name="Google Shape;366;p104"/>
          <p:cNvSpPr txBox="1"/>
          <p:nvPr>
            <p:ph type="title"/>
          </p:nvPr>
        </p:nvSpPr>
        <p:spPr>
          <a:xfrm>
            <a:off x="1094125" y="1417550"/>
            <a:ext cx="6678300" cy="1939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1"/>
                </a:solidFill>
              </a:defRPr>
            </a:lvl1pPr>
            <a:lvl2pPr lvl="1" algn="ctr">
              <a:lnSpc>
                <a:spcPct val="100000"/>
              </a:lnSpc>
              <a:spcBef>
                <a:spcPts val="0"/>
              </a:spcBef>
              <a:spcAft>
                <a:spcPts val="0"/>
              </a:spcAft>
              <a:buSzPts val="2800"/>
              <a:buNone/>
              <a:defRPr>
                <a:solidFill>
                  <a:schemeClr val="accent1"/>
                </a:solidFill>
              </a:defRPr>
            </a:lvl2pPr>
            <a:lvl3pPr lvl="2" algn="ctr">
              <a:lnSpc>
                <a:spcPct val="100000"/>
              </a:lnSpc>
              <a:spcBef>
                <a:spcPts val="0"/>
              </a:spcBef>
              <a:spcAft>
                <a:spcPts val="0"/>
              </a:spcAft>
              <a:buSzPts val="2800"/>
              <a:buNone/>
              <a:defRPr>
                <a:solidFill>
                  <a:schemeClr val="accent1"/>
                </a:solidFill>
              </a:defRPr>
            </a:lvl3pPr>
            <a:lvl4pPr lvl="3" algn="ctr">
              <a:lnSpc>
                <a:spcPct val="100000"/>
              </a:lnSpc>
              <a:spcBef>
                <a:spcPts val="0"/>
              </a:spcBef>
              <a:spcAft>
                <a:spcPts val="0"/>
              </a:spcAft>
              <a:buSzPts val="2800"/>
              <a:buNone/>
              <a:defRPr>
                <a:solidFill>
                  <a:schemeClr val="accent1"/>
                </a:solidFill>
              </a:defRPr>
            </a:lvl4pPr>
            <a:lvl5pPr lvl="4" algn="ctr">
              <a:lnSpc>
                <a:spcPct val="100000"/>
              </a:lnSpc>
              <a:spcBef>
                <a:spcPts val="0"/>
              </a:spcBef>
              <a:spcAft>
                <a:spcPts val="0"/>
              </a:spcAft>
              <a:buSzPts val="2800"/>
              <a:buNone/>
              <a:defRPr>
                <a:solidFill>
                  <a:schemeClr val="accent1"/>
                </a:solidFill>
              </a:defRPr>
            </a:lvl5pPr>
            <a:lvl6pPr lvl="5" algn="ctr">
              <a:lnSpc>
                <a:spcPct val="100000"/>
              </a:lnSpc>
              <a:spcBef>
                <a:spcPts val="0"/>
              </a:spcBef>
              <a:spcAft>
                <a:spcPts val="0"/>
              </a:spcAft>
              <a:buSzPts val="2800"/>
              <a:buNone/>
              <a:defRPr>
                <a:solidFill>
                  <a:schemeClr val="accent1"/>
                </a:solidFill>
              </a:defRPr>
            </a:lvl6pPr>
            <a:lvl7pPr lvl="6" algn="ctr">
              <a:lnSpc>
                <a:spcPct val="100000"/>
              </a:lnSpc>
              <a:spcBef>
                <a:spcPts val="0"/>
              </a:spcBef>
              <a:spcAft>
                <a:spcPts val="0"/>
              </a:spcAft>
              <a:buSzPts val="2800"/>
              <a:buNone/>
              <a:defRPr>
                <a:solidFill>
                  <a:schemeClr val="accent1"/>
                </a:solidFill>
              </a:defRPr>
            </a:lvl7pPr>
            <a:lvl8pPr lvl="7" algn="ctr">
              <a:lnSpc>
                <a:spcPct val="100000"/>
              </a:lnSpc>
              <a:spcBef>
                <a:spcPts val="0"/>
              </a:spcBef>
              <a:spcAft>
                <a:spcPts val="0"/>
              </a:spcAft>
              <a:buSzPts val="2800"/>
              <a:buNone/>
              <a:defRPr>
                <a:solidFill>
                  <a:schemeClr val="accent1"/>
                </a:solidFill>
              </a:defRPr>
            </a:lvl8pPr>
            <a:lvl9pPr lvl="8" algn="ctr">
              <a:lnSpc>
                <a:spcPct val="100000"/>
              </a:lnSpc>
              <a:spcBef>
                <a:spcPts val="0"/>
              </a:spcBef>
              <a:spcAft>
                <a:spcPts val="0"/>
              </a:spcAft>
              <a:buSzPts val="2800"/>
              <a:buNone/>
              <a:defRPr>
                <a:solidFill>
                  <a:schemeClr val="accent1"/>
                </a:solidFill>
              </a:defRPr>
            </a:lvl9pPr>
          </a:lstStyle>
          <a:p/>
        </p:txBody>
      </p:sp>
      <p:sp>
        <p:nvSpPr>
          <p:cNvPr id="367" name="Google Shape;367;p104"/>
          <p:cNvSpPr txBox="1"/>
          <p:nvPr>
            <p:ph idx="1" type="subTitle"/>
          </p:nvPr>
        </p:nvSpPr>
        <p:spPr>
          <a:xfrm>
            <a:off x="1094125" y="3504250"/>
            <a:ext cx="6635100" cy="498600"/>
          </a:xfrm>
          <a:prstGeom prst="rect">
            <a:avLst/>
          </a:prstGeom>
          <a:noFill/>
          <a:ln>
            <a:noFill/>
          </a:ln>
        </p:spPr>
        <p:txBody>
          <a:bodyPr anchorCtr="0" anchor="t" bIns="91425" lIns="91425" spcFirstLastPara="1" rIns="91425" wrap="square" tIns="91425">
            <a:noAutofit/>
          </a:bodyPr>
          <a:lstStyle>
            <a:lvl1pPr lvl="0" algn="r">
              <a:lnSpc>
                <a:spcPct val="115000"/>
              </a:lnSpc>
              <a:spcBef>
                <a:spcPts val="0"/>
              </a:spcBef>
              <a:spcAft>
                <a:spcPts val="0"/>
              </a:spcAft>
              <a:buSzPts val="1400"/>
              <a:buNone/>
              <a:defRPr b="1" sz="1600">
                <a:solidFill>
                  <a:schemeClr val="accent3"/>
                </a:solidFill>
              </a:defRPr>
            </a:lvl1pPr>
            <a:lvl2pPr lvl="1" algn="ctr">
              <a:lnSpc>
                <a:spcPct val="115000"/>
              </a:lnSpc>
              <a:spcBef>
                <a:spcPts val="1600"/>
              </a:spcBef>
              <a:spcAft>
                <a:spcPts val="0"/>
              </a:spcAft>
              <a:buSzPts val="1400"/>
              <a:buNone/>
              <a:defRPr/>
            </a:lvl2pPr>
            <a:lvl3pPr lvl="2" algn="ctr">
              <a:lnSpc>
                <a:spcPct val="115000"/>
              </a:lnSpc>
              <a:spcBef>
                <a:spcPts val="1600"/>
              </a:spcBef>
              <a:spcAft>
                <a:spcPts val="0"/>
              </a:spcAft>
              <a:buSzPts val="1400"/>
              <a:buNone/>
              <a:defRPr/>
            </a:lvl3pPr>
            <a:lvl4pPr lvl="3" algn="ctr">
              <a:lnSpc>
                <a:spcPct val="115000"/>
              </a:lnSpc>
              <a:spcBef>
                <a:spcPts val="1600"/>
              </a:spcBef>
              <a:spcAft>
                <a:spcPts val="0"/>
              </a:spcAft>
              <a:buSzPts val="1400"/>
              <a:buNone/>
              <a:defRPr/>
            </a:lvl4pPr>
            <a:lvl5pPr lvl="4" algn="ctr">
              <a:lnSpc>
                <a:spcPct val="115000"/>
              </a:lnSpc>
              <a:spcBef>
                <a:spcPts val="1600"/>
              </a:spcBef>
              <a:spcAft>
                <a:spcPts val="0"/>
              </a:spcAft>
              <a:buSzPts val="1400"/>
              <a:buNone/>
              <a:defRPr/>
            </a:lvl5pPr>
            <a:lvl6pPr lvl="5" algn="ctr">
              <a:lnSpc>
                <a:spcPct val="115000"/>
              </a:lnSpc>
              <a:spcBef>
                <a:spcPts val="1600"/>
              </a:spcBef>
              <a:spcAft>
                <a:spcPts val="0"/>
              </a:spcAft>
              <a:buSzPts val="1400"/>
              <a:buNone/>
              <a:defRPr/>
            </a:lvl6pPr>
            <a:lvl7pPr lvl="6" algn="ctr">
              <a:lnSpc>
                <a:spcPct val="115000"/>
              </a:lnSpc>
              <a:spcBef>
                <a:spcPts val="1600"/>
              </a:spcBef>
              <a:spcAft>
                <a:spcPts val="0"/>
              </a:spcAft>
              <a:buSzPts val="1400"/>
              <a:buNone/>
              <a:defRPr/>
            </a:lvl7pPr>
            <a:lvl8pPr lvl="7" algn="ctr">
              <a:lnSpc>
                <a:spcPct val="115000"/>
              </a:lnSpc>
              <a:spcBef>
                <a:spcPts val="1600"/>
              </a:spcBef>
              <a:spcAft>
                <a:spcPts val="0"/>
              </a:spcAft>
              <a:buSzPts val="1400"/>
              <a:buNone/>
              <a:defRPr/>
            </a:lvl8pPr>
            <a:lvl9pPr lvl="8" algn="ctr">
              <a:lnSpc>
                <a:spcPct val="115000"/>
              </a:lnSpc>
              <a:spcBef>
                <a:spcPts val="1600"/>
              </a:spcBef>
              <a:spcAft>
                <a:spcPts val="1600"/>
              </a:spcAft>
              <a:buSzPts val="1400"/>
              <a:buNone/>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text columns ">
  <p:cSld name="CUSTOM_4">
    <p:bg>
      <p:bgPr>
        <a:noFill/>
      </p:bgPr>
    </p:bg>
    <p:spTree>
      <p:nvGrpSpPr>
        <p:cNvPr id="368" name="Shape 368"/>
        <p:cNvGrpSpPr/>
        <p:nvPr/>
      </p:nvGrpSpPr>
      <p:grpSpPr>
        <a:xfrm>
          <a:off x="0" y="0"/>
          <a:ext cx="0" cy="0"/>
          <a:chOff x="0" y="0"/>
          <a:chExt cx="0" cy="0"/>
        </a:xfrm>
      </p:grpSpPr>
      <p:sp>
        <p:nvSpPr>
          <p:cNvPr id="369" name="Google Shape;369;p105"/>
          <p:cNvSpPr/>
          <p:nvPr/>
        </p:nvSpPr>
        <p:spPr>
          <a:xfrm>
            <a:off x="-28575" y="-82650"/>
            <a:ext cx="4600500" cy="53088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105"/>
          <p:cNvSpPr txBox="1"/>
          <p:nvPr/>
        </p:nvSpPr>
        <p:spPr>
          <a:xfrm>
            <a:off x="5298300" y="2567075"/>
            <a:ext cx="3119400" cy="14823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27316F"/>
              </a:solidFill>
              <a:latin typeface="Montserrat"/>
              <a:ea typeface="Montserrat"/>
              <a:cs typeface="Montserrat"/>
              <a:sym typeface="Montserrat"/>
            </a:endParaRPr>
          </a:p>
        </p:txBody>
      </p:sp>
      <p:sp>
        <p:nvSpPr>
          <p:cNvPr id="371" name="Google Shape;371;p105"/>
          <p:cNvSpPr txBox="1"/>
          <p:nvPr/>
        </p:nvSpPr>
        <p:spPr>
          <a:xfrm>
            <a:off x="5298300" y="4049375"/>
            <a:ext cx="3119400" cy="12351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Montserrat"/>
              <a:ea typeface="Montserrat"/>
              <a:cs typeface="Montserrat"/>
              <a:sym typeface="Montserrat"/>
            </a:endParaRPr>
          </a:p>
        </p:txBody>
      </p:sp>
      <p:sp>
        <p:nvSpPr>
          <p:cNvPr id="372" name="Google Shape;372;p105"/>
          <p:cNvSpPr txBox="1"/>
          <p:nvPr/>
        </p:nvSpPr>
        <p:spPr>
          <a:xfrm>
            <a:off x="5387850" y="3299075"/>
            <a:ext cx="3119400" cy="7503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373" name="Google Shape;373;p105"/>
          <p:cNvSpPr txBox="1"/>
          <p:nvPr>
            <p:ph type="title"/>
          </p:nvPr>
        </p:nvSpPr>
        <p:spPr>
          <a:xfrm>
            <a:off x="376750" y="2660066"/>
            <a:ext cx="3994800" cy="1145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1800">
                <a:solidFill>
                  <a:schemeClr val="accent1"/>
                </a:solidFill>
              </a:defRPr>
            </a:lvl1pPr>
            <a:lvl2pPr lvl="1" algn="ctr">
              <a:lnSpc>
                <a:spcPct val="100000"/>
              </a:lnSpc>
              <a:spcBef>
                <a:spcPts val="0"/>
              </a:spcBef>
              <a:spcAft>
                <a:spcPts val="0"/>
              </a:spcAft>
              <a:buSzPts val="2800"/>
              <a:buNone/>
              <a:defRPr sz="1800"/>
            </a:lvl2pPr>
            <a:lvl3pPr lvl="2" algn="ctr">
              <a:lnSpc>
                <a:spcPct val="100000"/>
              </a:lnSpc>
              <a:spcBef>
                <a:spcPts val="0"/>
              </a:spcBef>
              <a:spcAft>
                <a:spcPts val="0"/>
              </a:spcAft>
              <a:buSzPts val="2800"/>
              <a:buNone/>
              <a:defRPr sz="1800"/>
            </a:lvl3pPr>
            <a:lvl4pPr lvl="3" algn="ctr">
              <a:lnSpc>
                <a:spcPct val="100000"/>
              </a:lnSpc>
              <a:spcBef>
                <a:spcPts val="0"/>
              </a:spcBef>
              <a:spcAft>
                <a:spcPts val="0"/>
              </a:spcAft>
              <a:buSzPts val="2800"/>
              <a:buNone/>
              <a:defRPr sz="1800"/>
            </a:lvl4pPr>
            <a:lvl5pPr lvl="4" algn="ctr">
              <a:lnSpc>
                <a:spcPct val="100000"/>
              </a:lnSpc>
              <a:spcBef>
                <a:spcPts val="0"/>
              </a:spcBef>
              <a:spcAft>
                <a:spcPts val="0"/>
              </a:spcAft>
              <a:buSzPts val="2800"/>
              <a:buNone/>
              <a:defRPr sz="1800"/>
            </a:lvl5pPr>
            <a:lvl6pPr lvl="5" algn="ctr">
              <a:lnSpc>
                <a:spcPct val="100000"/>
              </a:lnSpc>
              <a:spcBef>
                <a:spcPts val="0"/>
              </a:spcBef>
              <a:spcAft>
                <a:spcPts val="0"/>
              </a:spcAft>
              <a:buSzPts val="2800"/>
              <a:buNone/>
              <a:defRPr sz="1800"/>
            </a:lvl6pPr>
            <a:lvl7pPr lvl="6" algn="ctr">
              <a:lnSpc>
                <a:spcPct val="100000"/>
              </a:lnSpc>
              <a:spcBef>
                <a:spcPts val="0"/>
              </a:spcBef>
              <a:spcAft>
                <a:spcPts val="0"/>
              </a:spcAft>
              <a:buSzPts val="2800"/>
              <a:buNone/>
              <a:defRPr sz="1800"/>
            </a:lvl7pPr>
            <a:lvl8pPr lvl="7" algn="ctr">
              <a:lnSpc>
                <a:spcPct val="100000"/>
              </a:lnSpc>
              <a:spcBef>
                <a:spcPts val="0"/>
              </a:spcBef>
              <a:spcAft>
                <a:spcPts val="0"/>
              </a:spcAft>
              <a:buSzPts val="2800"/>
              <a:buNone/>
              <a:defRPr sz="1800"/>
            </a:lvl8pPr>
            <a:lvl9pPr lvl="8" algn="ctr">
              <a:lnSpc>
                <a:spcPct val="100000"/>
              </a:lnSpc>
              <a:spcBef>
                <a:spcPts val="0"/>
              </a:spcBef>
              <a:spcAft>
                <a:spcPts val="0"/>
              </a:spcAft>
              <a:buSzPts val="2800"/>
              <a:buNone/>
              <a:defRPr sz="1800"/>
            </a:lvl9pPr>
          </a:lstStyle>
          <a:p/>
        </p:txBody>
      </p:sp>
      <p:sp>
        <p:nvSpPr>
          <p:cNvPr id="374" name="Google Shape;374;p105"/>
          <p:cNvSpPr txBox="1"/>
          <p:nvPr>
            <p:ph idx="1" type="subTitle"/>
          </p:nvPr>
        </p:nvSpPr>
        <p:spPr>
          <a:xfrm>
            <a:off x="376750" y="3513925"/>
            <a:ext cx="4045800" cy="90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1600"/>
              </a:spcBef>
              <a:spcAft>
                <a:spcPts val="0"/>
              </a:spcAft>
              <a:buSzPts val="1400"/>
              <a:buNone/>
              <a:defRPr sz="1600"/>
            </a:lvl2pPr>
            <a:lvl3pPr lvl="2" algn="ctr">
              <a:lnSpc>
                <a:spcPct val="100000"/>
              </a:lnSpc>
              <a:spcBef>
                <a:spcPts val="1600"/>
              </a:spcBef>
              <a:spcAft>
                <a:spcPts val="0"/>
              </a:spcAft>
              <a:buSzPts val="1400"/>
              <a:buNone/>
              <a:defRPr sz="1600"/>
            </a:lvl3pPr>
            <a:lvl4pPr lvl="3" algn="ctr">
              <a:lnSpc>
                <a:spcPct val="100000"/>
              </a:lnSpc>
              <a:spcBef>
                <a:spcPts val="1600"/>
              </a:spcBef>
              <a:spcAft>
                <a:spcPts val="0"/>
              </a:spcAft>
              <a:buSzPts val="1400"/>
              <a:buNone/>
              <a:defRPr sz="1600"/>
            </a:lvl4pPr>
            <a:lvl5pPr lvl="4" algn="ctr">
              <a:lnSpc>
                <a:spcPct val="100000"/>
              </a:lnSpc>
              <a:spcBef>
                <a:spcPts val="1600"/>
              </a:spcBef>
              <a:spcAft>
                <a:spcPts val="0"/>
              </a:spcAft>
              <a:buSzPts val="1400"/>
              <a:buNone/>
              <a:defRPr sz="1600"/>
            </a:lvl5pPr>
            <a:lvl6pPr lvl="5" algn="ctr">
              <a:lnSpc>
                <a:spcPct val="100000"/>
              </a:lnSpc>
              <a:spcBef>
                <a:spcPts val="1600"/>
              </a:spcBef>
              <a:spcAft>
                <a:spcPts val="0"/>
              </a:spcAft>
              <a:buSzPts val="1400"/>
              <a:buNone/>
              <a:defRPr sz="1600"/>
            </a:lvl6pPr>
            <a:lvl7pPr lvl="6" algn="ctr">
              <a:lnSpc>
                <a:spcPct val="100000"/>
              </a:lnSpc>
              <a:spcBef>
                <a:spcPts val="1600"/>
              </a:spcBef>
              <a:spcAft>
                <a:spcPts val="0"/>
              </a:spcAft>
              <a:buSzPts val="1400"/>
              <a:buNone/>
              <a:defRPr sz="1600"/>
            </a:lvl7pPr>
            <a:lvl8pPr lvl="7" algn="ctr">
              <a:lnSpc>
                <a:spcPct val="100000"/>
              </a:lnSpc>
              <a:spcBef>
                <a:spcPts val="1600"/>
              </a:spcBef>
              <a:spcAft>
                <a:spcPts val="0"/>
              </a:spcAft>
              <a:buSzPts val="1400"/>
              <a:buNone/>
              <a:defRPr sz="1600"/>
            </a:lvl8pPr>
            <a:lvl9pPr lvl="8" algn="ctr">
              <a:lnSpc>
                <a:spcPct val="100000"/>
              </a:lnSpc>
              <a:spcBef>
                <a:spcPts val="1600"/>
              </a:spcBef>
              <a:spcAft>
                <a:spcPts val="1600"/>
              </a:spcAft>
              <a:buSzPts val="1400"/>
              <a:buNone/>
              <a:defRPr sz="1600"/>
            </a:lvl9pPr>
          </a:lstStyle>
          <a:p/>
        </p:txBody>
      </p:sp>
      <p:sp>
        <p:nvSpPr>
          <p:cNvPr id="375" name="Google Shape;375;p105"/>
          <p:cNvSpPr txBox="1"/>
          <p:nvPr>
            <p:ph idx="2" type="title"/>
          </p:nvPr>
        </p:nvSpPr>
        <p:spPr>
          <a:xfrm>
            <a:off x="4745525" y="2660066"/>
            <a:ext cx="3994800" cy="1145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1800">
                <a:solidFill>
                  <a:schemeClr val="accent1"/>
                </a:solidFill>
              </a:defRPr>
            </a:lvl1pPr>
            <a:lvl2pPr lvl="1" algn="ctr">
              <a:lnSpc>
                <a:spcPct val="100000"/>
              </a:lnSpc>
              <a:spcBef>
                <a:spcPts val="0"/>
              </a:spcBef>
              <a:spcAft>
                <a:spcPts val="0"/>
              </a:spcAft>
              <a:buSzPts val="2800"/>
              <a:buNone/>
              <a:defRPr sz="1800"/>
            </a:lvl2pPr>
            <a:lvl3pPr lvl="2" algn="ctr">
              <a:lnSpc>
                <a:spcPct val="100000"/>
              </a:lnSpc>
              <a:spcBef>
                <a:spcPts val="0"/>
              </a:spcBef>
              <a:spcAft>
                <a:spcPts val="0"/>
              </a:spcAft>
              <a:buSzPts val="2800"/>
              <a:buNone/>
              <a:defRPr sz="1800"/>
            </a:lvl3pPr>
            <a:lvl4pPr lvl="3" algn="ctr">
              <a:lnSpc>
                <a:spcPct val="100000"/>
              </a:lnSpc>
              <a:spcBef>
                <a:spcPts val="0"/>
              </a:spcBef>
              <a:spcAft>
                <a:spcPts val="0"/>
              </a:spcAft>
              <a:buSzPts val="2800"/>
              <a:buNone/>
              <a:defRPr sz="1800"/>
            </a:lvl4pPr>
            <a:lvl5pPr lvl="4" algn="ctr">
              <a:lnSpc>
                <a:spcPct val="100000"/>
              </a:lnSpc>
              <a:spcBef>
                <a:spcPts val="0"/>
              </a:spcBef>
              <a:spcAft>
                <a:spcPts val="0"/>
              </a:spcAft>
              <a:buSzPts val="2800"/>
              <a:buNone/>
              <a:defRPr sz="1800"/>
            </a:lvl5pPr>
            <a:lvl6pPr lvl="5" algn="ctr">
              <a:lnSpc>
                <a:spcPct val="100000"/>
              </a:lnSpc>
              <a:spcBef>
                <a:spcPts val="0"/>
              </a:spcBef>
              <a:spcAft>
                <a:spcPts val="0"/>
              </a:spcAft>
              <a:buSzPts val="2800"/>
              <a:buNone/>
              <a:defRPr sz="1800"/>
            </a:lvl6pPr>
            <a:lvl7pPr lvl="6" algn="ctr">
              <a:lnSpc>
                <a:spcPct val="100000"/>
              </a:lnSpc>
              <a:spcBef>
                <a:spcPts val="0"/>
              </a:spcBef>
              <a:spcAft>
                <a:spcPts val="0"/>
              </a:spcAft>
              <a:buSzPts val="2800"/>
              <a:buNone/>
              <a:defRPr sz="1800"/>
            </a:lvl7pPr>
            <a:lvl8pPr lvl="7" algn="ctr">
              <a:lnSpc>
                <a:spcPct val="100000"/>
              </a:lnSpc>
              <a:spcBef>
                <a:spcPts val="0"/>
              </a:spcBef>
              <a:spcAft>
                <a:spcPts val="0"/>
              </a:spcAft>
              <a:buSzPts val="2800"/>
              <a:buNone/>
              <a:defRPr sz="1800"/>
            </a:lvl8pPr>
            <a:lvl9pPr lvl="8" algn="ctr">
              <a:lnSpc>
                <a:spcPct val="100000"/>
              </a:lnSpc>
              <a:spcBef>
                <a:spcPts val="0"/>
              </a:spcBef>
              <a:spcAft>
                <a:spcPts val="0"/>
              </a:spcAft>
              <a:buSzPts val="2800"/>
              <a:buNone/>
              <a:defRPr sz="1800"/>
            </a:lvl9pPr>
          </a:lstStyle>
          <a:p/>
        </p:txBody>
      </p:sp>
      <p:sp>
        <p:nvSpPr>
          <p:cNvPr id="376" name="Google Shape;376;p105"/>
          <p:cNvSpPr txBox="1"/>
          <p:nvPr>
            <p:ph idx="3" type="subTitle"/>
          </p:nvPr>
        </p:nvSpPr>
        <p:spPr>
          <a:xfrm>
            <a:off x="4745525" y="3513925"/>
            <a:ext cx="4045800" cy="90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1600"/>
              </a:spcBef>
              <a:spcAft>
                <a:spcPts val="0"/>
              </a:spcAft>
              <a:buSzPts val="1400"/>
              <a:buNone/>
              <a:defRPr sz="1600"/>
            </a:lvl2pPr>
            <a:lvl3pPr lvl="2" algn="ctr">
              <a:lnSpc>
                <a:spcPct val="100000"/>
              </a:lnSpc>
              <a:spcBef>
                <a:spcPts val="1600"/>
              </a:spcBef>
              <a:spcAft>
                <a:spcPts val="0"/>
              </a:spcAft>
              <a:buSzPts val="1400"/>
              <a:buNone/>
              <a:defRPr sz="1600"/>
            </a:lvl3pPr>
            <a:lvl4pPr lvl="3" algn="ctr">
              <a:lnSpc>
                <a:spcPct val="100000"/>
              </a:lnSpc>
              <a:spcBef>
                <a:spcPts val="1600"/>
              </a:spcBef>
              <a:spcAft>
                <a:spcPts val="0"/>
              </a:spcAft>
              <a:buSzPts val="1400"/>
              <a:buNone/>
              <a:defRPr sz="1600"/>
            </a:lvl4pPr>
            <a:lvl5pPr lvl="4" algn="ctr">
              <a:lnSpc>
                <a:spcPct val="100000"/>
              </a:lnSpc>
              <a:spcBef>
                <a:spcPts val="1600"/>
              </a:spcBef>
              <a:spcAft>
                <a:spcPts val="0"/>
              </a:spcAft>
              <a:buSzPts val="1400"/>
              <a:buNone/>
              <a:defRPr sz="1600"/>
            </a:lvl5pPr>
            <a:lvl6pPr lvl="5" algn="ctr">
              <a:lnSpc>
                <a:spcPct val="100000"/>
              </a:lnSpc>
              <a:spcBef>
                <a:spcPts val="1600"/>
              </a:spcBef>
              <a:spcAft>
                <a:spcPts val="0"/>
              </a:spcAft>
              <a:buSzPts val="1400"/>
              <a:buNone/>
              <a:defRPr sz="1600"/>
            </a:lvl6pPr>
            <a:lvl7pPr lvl="6" algn="ctr">
              <a:lnSpc>
                <a:spcPct val="100000"/>
              </a:lnSpc>
              <a:spcBef>
                <a:spcPts val="1600"/>
              </a:spcBef>
              <a:spcAft>
                <a:spcPts val="0"/>
              </a:spcAft>
              <a:buSzPts val="1400"/>
              <a:buNone/>
              <a:defRPr sz="1600"/>
            </a:lvl7pPr>
            <a:lvl8pPr lvl="7" algn="ctr">
              <a:lnSpc>
                <a:spcPct val="100000"/>
              </a:lnSpc>
              <a:spcBef>
                <a:spcPts val="1600"/>
              </a:spcBef>
              <a:spcAft>
                <a:spcPts val="0"/>
              </a:spcAft>
              <a:buSzPts val="1400"/>
              <a:buNone/>
              <a:defRPr sz="1600"/>
            </a:lvl8pPr>
            <a:lvl9pPr lvl="8" algn="ctr">
              <a:lnSpc>
                <a:spcPct val="100000"/>
              </a:lnSpc>
              <a:spcBef>
                <a:spcPts val="1600"/>
              </a:spcBef>
              <a:spcAft>
                <a:spcPts val="1600"/>
              </a:spcAft>
              <a:buSzPts val="1400"/>
              <a:buNone/>
              <a:defRPr sz="1600"/>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4_1_1">
    <p:bg>
      <p:bgPr>
        <a:noFill/>
      </p:bgPr>
    </p:bg>
    <p:spTree>
      <p:nvGrpSpPr>
        <p:cNvPr id="377" name="Shape 377"/>
        <p:cNvGrpSpPr/>
        <p:nvPr/>
      </p:nvGrpSpPr>
      <p:grpSpPr>
        <a:xfrm>
          <a:off x="0" y="0"/>
          <a:ext cx="0" cy="0"/>
          <a:chOff x="0" y="0"/>
          <a:chExt cx="0" cy="0"/>
        </a:xfrm>
      </p:grpSpPr>
      <p:sp>
        <p:nvSpPr>
          <p:cNvPr id="378" name="Google Shape;378;p106"/>
          <p:cNvSpPr/>
          <p:nvPr/>
        </p:nvSpPr>
        <p:spPr>
          <a:xfrm rot="-5400000">
            <a:off x="7965010" y="-1097203"/>
            <a:ext cx="2387700" cy="2387700"/>
          </a:xfrm>
          <a:prstGeom prst="blockArc">
            <a:avLst>
              <a:gd fmla="val 10820796" name="adj1"/>
              <a:gd fmla="val 16556050" name="adj2"/>
              <a:gd fmla="val 1084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106"/>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106"/>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381" name="Google Shape;381;p106"/>
          <p:cNvSpPr/>
          <p:nvPr/>
        </p:nvSpPr>
        <p:spPr>
          <a:xfrm rot="-900003">
            <a:off x="-1468002" y="4320800"/>
            <a:ext cx="2387761" cy="2387761"/>
          </a:xfrm>
          <a:prstGeom prst="blockArc">
            <a:avLst>
              <a:gd fmla="val 17506725" name="adj1"/>
              <a:gd fmla="val 21555750" name="adj2"/>
              <a:gd fmla="val 9524"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106"/>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ist">
  <p:cSld name="CUSTOM_4_1_1_3">
    <p:bg>
      <p:bgPr>
        <a:noFill/>
      </p:bgPr>
    </p:bg>
    <p:spTree>
      <p:nvGrpSpPr>
        <p:cNvPr id="383" name="Shape 383"/>
        <p:cNvGrpSpPr/>
        <p:nvPr/>
      </p:nvGrpSpPr>
      <p:grpSpPr>
        <a:xfrm>
          <a:off x="0" y="0"/>
          <a:ext cx="0" cy="0"/>
          <a:chOff x="0" y="0"/>
          <a:chExt cx="0" cy="0"/>
        </a:xfrm>
      </p:grpSpPr>
      <p:sp>
        <p:nvSpPr>
          <p:cNvPr id="384" name="Google Shape;384;p107"/>
          <p:cNvSpPr/>
          <p:nvPr/>
        </p:nvSpPr>
        <p:spPr>
          <a:xfrm rot="-5400000">
            <a:off x="7965010" y="-1097203"/>
            <a:ext cx="2387700" cy="2387700"/>
          </a:xfrm>
          <a:prstGeom prst="blockArc">
            <a:avLst>
              <a:gd fmla="val 10820796" name="adj1"/>
              <a:gd fmla="val 16556050" name="adj2"/>
              <a:gd fmla="val 10848"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 name="Google Shape;385;p107"/>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107"/>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387" name="Google Shape;387;p107"/>
          <p:cNvSpPr/>
          <p:nvPr/>
        </p:nvSpPr>
        <p:spPr>
          <a:xfrm rot="-900003">
            <a:off x="-1468002" y="4320800"/>
            <a:ext cx="2387761" cy="2387761"/>
          </a:xfrm>
          <a:prstGeom prst="blockArc">
            <a:avLst>
              <a:gd fmla="val 17506725" name="adj1"/>
              <a:gd fmla="val 21555750" name="adj2"/>
              <a:gd fmla="val 9524" name="adj3"/>
            </a:avLst>
          </a:prstGeom>
          <a:solidFill>
            <a:srgbClr val="D9D9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 name="Google Shape;388;p107"/>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89" name="Google Shape;389;p107"/>
          <p:cNvSpPr txBox="1"/>
          <p:nvPr>
            <p:ph idx="1" type="body"/>
          </p:nvPr>
        </p:nvSpPr>
        <p:spPr>
          <a:xfrm>
            <a:off x="702900" y="1152475"/>
            <a:ext cx="5339400" cy="3416400"/>
          </a:xfrm>
          <a:prstGeom prst="rect">
            <a:avLst/>
          </a:prstGeom>
          <a:noFill/>
          <a:ln>
            <a:noFill/>
          </a:ln>
        </p:spPr>
        <p:txBody>
          <a:bodyPr anchorCtr="0" anchor="t" bIns="91425" lIns="91425" spcFirstLastPara="1" rIns="91425" wrap="square" tIns="91425">
            <a:noAutofit/>
          </a:bodyPr>
          <a:lstStyle>
            <a:lvl1pPr indent="-317500" lvl="0" marL="457200" algn="l">
              <a:lnSpc>
                <a:spcPct val="115000"/>
              </a:lnSpc>
              <a:spcBef>
                <a:spcPts val="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1pPr>
            <a:lvl2pPr indent="-317500" lvl="1" marL="9144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2pPr>
            <a:lvl3pPr indent="-317500" lvl="2" marL="13716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3pPr>
            <a:lvl4pPr indent="-317500" lvl="3" marL="18288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4pPr>
            <a:lvl5pPr indent="-317500" lvl="4" marL="22860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5pPr>
            <a:lvl6pPr indent="-317500" lvl="5" marL="27432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6pPr>
            <a:lvl7pPr indent="-317500" lvl="6" marL="32004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7pPr>
            <a:lvl8pPr indent="-317500" lvl="7" marL="3657600" algn="l">
              <a:lnSpc>
                <a:spcPct val="115000"/>
              </a:lnSpc>
              <a:spcBef>
                <a:spcPts val="1600"/>
              </a:spcBef>
              <a:spcAft>
                <a:spcPts val="0"/>
              </a:spcAft>
              <a:buClr>
                <a:schemeClr val="accent1"/>
              </a:buClr>
              <a:buSzPts val="1400"/>
              <a:buFont typeface="Montserrat"/>
              <a:buChar char="○"/>
              <a:defRPr>
                <a:solidFill>
                  <a:schemeClr val="accent1"/>
                </a:solidFill>
                <a:latin typeface="Montserrat"/>
                <a:ea typeface="Montserrat"/>
                <a:cs typeface="Montserrat"/>
                <a:sym typeface="Montserrat"/>
              </a:defRPr>
            </a:lvl8pPr>
            <a:lvl9pPr indent="-317500" lvl="8" marL="4114800" algn="l">
              <a:lnSpc>
                <a:spcPct val="115000"/>
              </a:lnSpc>
              <a:spcBef>
                <a:spcPts val="1600"/>
              </a:spcBef>
              <a:spcAft>
                <a:spcPts val="1600"/>
              </a:spcAft>
              <a:buClr>
                <a:schemeClr val="accent1"/>
              </a:buClr>
              <a:buSzPts val="1400"/>
              <a:buFont typeface="Montserrat"/>
              <a:buChar char="■"/>
              <a:defRPr>
                <a:solidFill>
                  <a:schemeClr val="accent1"/>
                </a:solidFill>
                <a:latin typeface="Montserrat"/>
                <a:ea typeface="Montserrat"/>
                <a:cs typeface="Montserrat"/>
                <a:sym typeface="Montserrat"/>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_2">
    <p:bg>
      <p:bgPr>
        <a:noFill/>
      </p:bgPr>
    </p:bg>
    <p:spTree>
      <p:nvGrpSpPr>
        <p:cNvPr id="390" name="Shape 390"/>
        <p:cNvGrpSpPr/>
        <p:nvPr/>
      </p:nvGrpSpPr>
      <p:grpSpPr>
        <a:xfrm>
          <a:off x="0" y="0"/>
          <a:ext cx="0" cy="0"/>
          <a:chOff x="0" y="0"/>
          <a:chExt cx="0" cy="0"/>
        </a:xfrm>
      </p:grpSpPr>
      <p:sp>
        <p:nvSpPr>
          <p:cNvPr id="391" name="Google Shape;391;p108"/>
          <p:cNvSpPr/>
          <p:nvPr/>
        </p:nvSpPr>
        <p:spPr>
          <a:xfrm rot="8596392">
            <a:off x="-890389" y="-973043"/>
            <a:ext cx="1705685" cy="1705685"/>
          </a:xfrm>
          <a:prstGeom prst="blockArc">
            <a:avLst>
              <a:gd fmla="val 11751713" name="adj1"/>
              <a:gd fmla="val 2721617" name="adj2"/>
              <a:gd fmla="val 26058" name="adj3"/>
            </a:avLst>
          </a:prstGeom>
          <a:solidFill>
            <a:srgbClr val="BDC1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108"/>
          <p:cNvSpPr/>
          <p:nvPr/>
        </p:nvSpPr>
        <p:spPr>
          <a:xfrm>
            <a:off x="-154350" y="236675"/>
            <a:ext cx="9452700" cy="661500"/>
          </a:xfrm>
          <a:prstGeom prst="rect">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108"/>
          <p:cNvSpPr/>
          <p:nvPr/>
        </p:nvSpPr>
        <p:spPr>
          <a:xfrm>
            <a:off x="8229275" y="4204475"/>
            <a:ext cx="1880400" cy="1880400"/>
          </a:xfrm>
          <a:prstGeom prst="donut">
            <a:avLst>
              <a:gd fmla="val 8720" name="adj"/>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108"/>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395" name="Google Shape;395;p108"/>
          <p:cNvSpPr txBox="1"/>
          <p:nvPr>
            <p:ph idx="1" type="subTitle"/>
          </p:nvPr>
        </p:nvSpPr>
        <p:spPr>
          <a:xfrm>
            <a:off x="5048375" y="1124375"/>
            <a:ext cx="3019800" cy="3303600"/>
          </a:xfrm>
          <a:prstGeom prst="rect">
            <a:avLst/>
          </a:prstGeom>
          <a:noFill/>
          <a:ln>
            <a:noFill/>
          </a:ln>
        </p:spPr>
        <p:txBody>
          <a:bodyPr anchorCtr="0" anchor="ctr" bIns="91425" lIns="0" spcFirstLastPara="1" rIns="91425" wrap="square" tIns="91425">
            <a:noAutofit/>
          </a:bodyPr>
          <a:lstStyle>
            <a:lvl1pPr lvl="0" algn="l">
              <a:lnSpc>
                <a:spcPct val="100000"/>
              </a:lnSpc>
              <a:spcBef>
                <a:spcPts val="0"/>
              </a:spcBef>
              <a:spcAft>
                <a:spcPts val="0"/>
              </a:spcAft>
              <a:buSzPts val="1400"/>
              <a:buNone/>
              <a:defRPr sz="1600"/>
            </a:lvl1pPr>
            <a:lvl2pPr lvl="1" algn="l">
              <a:lnSpc>
                <a:spcPct val="100000"/>
              </a:lnSpc>
              <a:spcBef>
                <a:spcPts val="0"/>
              </a:spcBef>
              <a:spcAft>
                <a:spcPts val="0"/>
              </a:spcAft>
              <a:buSzPts val="1400"/>
              <a:buNone/>
              <a:defRPr sz="1600"/>
            </a:lvl2pPr>
            <a:lvl3pPr lvl="2" algn="l">
              <a:lnSpc>
                <a:spcPct val="100000"/>
              </a:lnSpc>
              <a:spcBef>
                <a:spcPts val="0"/>
              </a:spcBef>
              <a:spcAft>
                <a:spcPts val="0"/>
              </a:spcAft>
              <a:buSzPts val="1400"/>
              <a:buNone/>
              <a:defRPr sz="1600"/>
            </a:lvl3pPr>
            <a:lvl4pPr lvl="3" algn="l">
              <a:lnSpc>
                <a:spcPct val="100000"/>
              </a:lnSpc>
              <a:spcBef>
                <a:spcPts val="0"/>
              </a:spcBef>
              <a:spcAft>
                <a:spcPts val="0"/>
              </a:spcAft>
              <a:buSzPts val="1400"/>
              <a:buNone/>
              <a:defRPr sz="1600"/>
            </a:lvl4pPr>
            <a:lvl5pPr lvl="4" algn="l">
              <a:lnSpc>
                <a:spcPct val="100000"/>
              </a:lnSpc>
              <a:spcBef>
                <a:spcPts val="0"/>
              </a:spcBef>
              <a:spcAft>
                <a:spcPts val="0"/>
              </a:spcAft>
              <a:buSzPts val="1400"/>
              <a:buNone/>
              <a:defRPr sz="1600"/>
            </a:lvl5pPr>
            <a:lvl6pPr lvl="5" algn="l">
              <a:lnSpc>
                <a:spcPct val="100000"/>
              </a:lnSpc>
              <a:spcBef>
                <a:spcPts val="0"/>
              </a:spcBef>
              <a:spcAft>
                <a:spcPts val="0"/>
              </a:spcAft>
              <a:buSzPts val="1400"/>
              <a:buNone/>
              <a:defRPr sz="1600"/>
            </a:lvl6pPr>
            <a:lvl7pPr lvl="6" algn="l">
              <a:lnSpc>
                <a:spcPct val="100000"/>
              </a:lnSpc>
              <a:spcBef>
                <a:spcPts val="0"/>
              </a:spcBef>
              <a:spcAft>
                <a:spcPts val="0"/>
              </a:spcAft>
              <a:buSzPts val="1400"/>
              <a:buNone/>
              <a:defRPr sz="1600"/>
            </a:lvl7pPr>
            <a:lvl8pPr lvl="7" algn="l">
              <a:lnSpc>
                <a:spcPct val="100000"/>
              </a:lnSpc>
              <a:spcBef>
                <a:spcPts val="0"/>
              </a:spcBef>
              <a:spcAft>
                <a:spcPts val="0"/>
              </a:spcAft>
              <a:buSzPts val="1400"/>
              <a:buNone/>
              <a:defRPr sz="1600"/>
            </a:lvl8pPr>
            <a:lvl9pPr lvl="8" algn="l">
              <a:lnSpc>
                <a:spcPct val="100000"/>
              </a:lnSpc>
              <a:spcBef>
                <a:spcPts val="0"/>
              </a:spcBef>
              <a:spcAft>
                <a:spcPts val="0"/>
              </a:spcAft>
              <a:buSzPts val="1400"/>
              <a:buNone/>
              <a:defRPr sz="1600"/>
            </a:lvl9pPr>
          </a:lstStyle>
          <a:p/>
        </p:txBody>
      </p:sp>
      <p:sp>
        <p:nvSpPr>
          <p:cNvPr id="396" name="Google Shape;396;p108"/>
          <p:cNvSpPr txBox="1"/>
          <p:nvPr/>
        </p:nvSpPr>
        <p:spPr>
          <a:xfrm>
            <a:off x="1094125" y="389075"/>
            <a:ext cx="6825900" cy="750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t/>
            </a:r>
            <a:endParaRPr b="1" i="0" sz="2400" u="none" cap="none" strike="noStrike">
              <a:solidFill>
                <a:srgbClr val="FFFFFF"/>
              </a:solidFill>
              <a:latin typeface="Montserrat"/>
              <a:ea typeface="Montserrat"/>
              <a:cs typeface="Montserrat"/>
              <a:sym typeface="Montserrat"/>
            </a:endParaRPr>
          </a:p>
        </p:txBody>
      </p:sp>
      <p:sp>
        <p:nvSpPr>
          <p:cNvPr id="397" name="Google Shape;397;p108"/>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_1">
    <p:bg>
      <p:bgPr>
        <a:noFill/>
      </p:bgPr>
    </p:bg>
    <p:spTree>
      <p:nvGrpSpPr>
        <p:cNvPr id="398" name="Shape 398"/>
        <p:cNvGrpSpPr/>
        <p:nvPr/>
      </p:nvGrpSpPr>
      <p:grpSpPr>
        <a:xfrm>
          <a:off x="0" y="0"/>
          <a:ext cx="0" cy="0"/>
          <a:chOff x="0" y="0"/>
          <a:chExt cx="0" cy="0"/>
        </a:xfrm>
      </p:grpSpPr>
      <p:sp>
        <p:nvSpPr>
          <p:cNvPr id="399" name="Google Shape;399;p109"/>
          <p:cNvSpPr/>
          <p:nvPr/>
        </p:nvSpPr>
        <p:spPr>
          <a:xfrm rot="-5400000">
            <a:off x="8177603" y="-1151798"/>
            <a:ext cx="1948500" cy="1948500"/>
          </a:xfrm>
          <a:prstGeom prst="blockArc">
            <a:avLst>
              <a:gd fmla="val 10796618" name="adj1"/>
              <a:gd fmla="val 15882085" name="adj2"/>
              <a:gd fmla="val 7819" name="adj3"/>
            </a:avLst>
          </a:prstGeom>
          <a:solidFill>
            <a:srgbClr val="C2C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109"/>
          <p:cNvSpPr/>
          <p:nvPr/>
        </p:nvSpPr>
        <p:spPr>
          <a:xfrm rot="-900003">
            <a:off x="-1427327" y="3995525"/>
            <a:ext cx="2387761" cy="2387761"/>
          </a:xfrm>
          <a:prstGeom prst="blockArc">
            <a:avLst>
              <a:gd fmla="val 17683086" name="adj1"/>
              <a:gd fmla="val 837016" name="adj2"/>
              <a:gd fmla="val 9209"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109"/>
          <p:cNvSpPr txBox="1"/>
          <p:nvPr>
            <p:ph type="title"/>
          </p:nvPr>
        </p:nvSpPr>
        <p:spPr>
          <a:xfrm>
            <a:off x="938675" y="1236950"/>
            <a:ext cx="3613800" cy="1270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3000"/>
              <a:buNone/>
              <a:defRPr sz="3000">
                <a:solidFill>
                  <a:schemeClr val="accen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402" name="Google Shape;402;p109"/>
          <p:cNvSpPr txBox="1"/>
          <p:nvPr>
            <p:ph idx="1" type="subTitle"/>
          </p:nvPr>
        </p:nvSpPr>
        <p:spPr>
          <a:xfrm>
            <a:off x="1028700" y="2030575"/>
            <a:ext cx="3613800" cy="2412600"/>
          </a:xfrm>
          <a:prstGeom prst="rect">
            <a:avLst/>
          </a:prstGeom>
          <a:noFill/>
          <a:ln>
            <a:noFill/>
          </a:ln>
        </p:spPr>
        <p:txBody>
          <a:bodyPr anchorCtr="0" anchor="ctr" bIns="91425" lIns="0"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160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s 2">
  <p:cSld name="CUSTOM_4_1_1_1_2">
    <p:bg>
      <p:bgPr>
        <a:noFill/>
      </p:bgPr>
    </p:bg>
    <p:spTree>
      <p:nvGrpSpPr>
        <p:cNvPr id="403" name="Shape 403"/>
        <p:cNvGrpSpPr/>
        <p:nvPr/>
      </p:nvGrpSpPr>
      <p:grpSpPr>
        <a:xfrm>
          <a:off x="0" y="0"/>
          <a:ext cx="0" cy="0"/>
          <a:chOff x="0" y="0"/>
          <a:chExt cx="0" cy="0"/>
        </a:xfrm>
      </p:grpSpPr>
      <p:sp>
        <p:nvSpPr>
          <p:cNvPr id="404" name="Google Shape;404;p110"/>
          <p:cNvSpPr/>
          <p:nvPr/>
        </p:nvSpPr>
        <p:spPr>
          <a:xfrm rot="10800000">
            <a:off x="-1180114" y="-1205300"/>
            <a:ext cx="2387700" cy="2387700"/>
          </a:xfrm>
          <a:prstGeom prst="blockArc">
            <a:avLst>
              <a:gd fmla="val 10779047" name="adj1"/>
              <a:gd fmla="val 16253876" name="adj2"/>
              <a:gd fmla="val 8905"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110"/>
          <p:cNvSpPr txBox="1"/>
          <p:nvPr>
            <p:ph type="title"/>
          </p:nvPr>
        </p:nvSpPr>
        <p:spPr>
          <a:xfrm>
            <a:off x="5469575" y="562313"/>
            <a:ext cx="2728800" cy="10077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Clr>
                <a:schemeClr val="accent1"/>
              </a:buClr>
              <a:buSzPts val="3000"/>
              <a:buNone/>
              <a:defRPr sz="3000">
                <a:solidFill>
                  <a:schemeClr val="accent1"/>
                </a:solidFill>
              </a:defRPr>
            </a:lvl1pPr>
            <a:lvl2pPr lvl="1" algn="l">
              <a:lnSpc>
                <a:spcPct val="100000"/>
              </a:lnSpc>
              <a:spcBef>
                <a:spcPts val="0"/>
              </a:spcBef>
              <a:spcAft>
                <a:spcPts val="0"/>
              </a:spcAft>
              <a:buClr>
                <a:schemeClr val="accent1"/>
              </a:buClr>
              <a:buSzPts val="2800"/>
              <a:buNone/>
              <a:defRPr>
                <a:solidFill>
                  <a:schemeClr val="accent1"/>
                </a:solidFill>
              </a:defRPr>
            </a:lvl2pPr>
            <a:lvl3pPr lvl="2" algn="l">
              <a:lnSpc>
                <a:spcPct val="100000"/>
              </a:lnSpc>
              <a:spcBef>
                <a:spcPts val="0"/>
              </a:spcBef>
              <a:spcAft>
                <a:spcPts val="0"/>
              </a:spcAft>
              <a:buClr>
                <a:schemeClr val="accent1"/>
              </a:buClr>
              <a:buSzPts val="2800"/>
              <a:buNone/>
              <a:defRPr>
                <a:solidFill>
                  <a:schemeClr val="accent1"/>
                </a:solidFill>
              </a:defRPr>
            </a:lvl3pPr>
            <a:lvl4pPr lvl="3" algn="l">
              <a:lnSpc>
                <a:spcPct val="100000"/>
              </a:lnSpc>
              <a:spcBef>
                <a:spcPts val="0"/>
              </a:spcBef>
              <a:spcAft>
                <a:spcPts val="0"/>
              </a:spcAft>
              <a:buClr>
                <a:schemeClr val="accent1"/>
              </a:buClr>
              <a:buSzPts val="2800"/>
              <a:buNone/>
              <a:defRPr>
                <a:solidFill>
                  <a:schemeClr val="accent1"/>
                </a:solidFill>
              </a:defRPr>
            </a:lvl4pPr>
            <a:lvl5pPr lvl="4" algn="l">
              <a:lnSpc>
                <a:spcPct val="100000"/>
              </a:lnSpc>
              <a:spcBef>
                <a:spcPts val="0"/>
              </a:spcBef>
              <a:spcAft>
                <a:spcPts val="0"/>
              </a:spcAft>
              <a:buClr>
                <a:schemeClr val="accent1"/>
              </a:buClr>
              <a:buSzPts val="2800"/>
              <a:buNone/>
              <a:defRPr>
                <a:solidFill>
                  <a:schemeClr val="accent1"/>
                </a:solidFill>
              </a:defRPr>
            </a:lvl5pPr>
            <a:lvl6pPr lvl="5" algn="l">
              <a:lnSpc>
                <a:spcPct val="100000"/>
              </a:lnSpc>
              <a:spcBef>
                <a:spcPts val="0"/>
              </a:spcBef>
              <a:spcAft>
                <a:spcPts val="0"/>
              </a:spcAft>
              <a:buClr>
                <a:schemeClr val="accent1"/>
              </a:buClr>
              <a:buSzPts val="2800"/>
              <a:buNone/>
              <a:defRPr>
                <a:solidFill>
                  <a:schemeClr val="accent1"/>
                </a:solidFill>
              </a:defRPr>
            </a:lvl6pPr>
            <a:lvl7pPr lvl="6" algn="l">
              <a:lnSpc>
                <a:spcPct val="100000"/>
              </a:lnSpc>
              <a:spcBef>
                <a:spcPts val="0"/>
              </a:spcBef>
              <a:spcAft>
                <a:spcPts val="0"/>
              </a:spcAft>
              <a:buClr>
                <a:schemeClr val="accent1"/>
              </a:buClr>
              <a:buSzPts val="2800"/>
              <a:buNone/>
              <a:defRPr>
                <a:solidFill>
                  <a:schemeClr val="accent1"/>
                </a:solidFill>
              </a:defRPr>
            </a:lvl7pPr>
            <a:lvl8pPr lvl="7" algn="l">
              <a:lnSpc>
                <a:spcPct val="100000"/>
              </a:lnSpc>
              <a:spcBef>
                <a:spcPts val="0"/>
              </a:spcBef>
              <a:spcAft>
                <a:spcPts val="0"/>
              </a:spcAft>
              <a:buClr>
                <a:schemeClr val="accent1"/>
              </a:buClr>
              <a:buSzPts val="2800"/>
              <a:buNone/>
              <a:defRPr>
                <a:solidFill>
                  <a:schemeClr val="accent1"/>
                </a:solidFill>
              </a:defRPr>
            </a:lvl8pPr>
            <a:lvl9pPr lvl="8" algn="l">
              <a:lnSpc>
                <a:spcPct val="100000"/>
              </a:lnSpc>
              <a:spcBef>
                <a:spcPts val="0"/>
              </a:spcBef>
              <a:spcAft>
                <a:spcPts val="0"/>
              </a:spcAft>
              <a:buClr>
                <a:schemeClr val="accent1"/>
              </a:buClr>
              <a:buSzPts val="2800"/>
              <a:buNone/>
              <a:defRPr>
                <a:solidFill>
                  <a:schemeClr val="accent1"/>
                </a:solidFill>
              </a:defRPr>
            </a:lvl9pPr>
          </a:lstStyle>
          <a:p/>
        </p:txBody>
      </p:sp>
      <p:sp>
        <p:nvSpPr>
          <p:cNvPr id="406" name="Google Shape;406;p110"/>
          <p:cNvSpPr txBox="1"/>
          <p:nvPr>
            <p:ph idx="1" type="subTitle"/>
          </p:nvPr>
        </p:nvSpPr>
        <p:spPr>
          <a:xfrm>
            <a:off x="4644581" y="1506915"/>
            <a:ext cx="2265000" cy="7572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b="1" sz="1800">
                <a:solidFill>
                  <a:schemeClr val="accent3"/>
                </a:solidFill>
              </a:defRPr>
            </a:lvl1pPr>
            <a:lvl2pPr lvl="1" algn="l">
              <a:lnSpc>
                <a:spcPct val="100000"/>
              </a:lnSpc>
              <a:spcBef>
                <a:spcPts val="0"/>
              </a:spcBef>
              <a:spcAft>
                <a:spcPts val="0"/>
              </a:spcAft>
              <a:buSzPts val="1400"/>
              <a:buNone/>
              <a:defRPr sz="1800"/>
            </a:lvl2pPr>
            <a:lvl3pPr lvl="2" algn="l">
              <a:lnSpc>
                <a:spcPct val="100000"/>
              </a:lnSpc>
              <a:spcBef>
                <a:spcPts val="0"/>
              </a:spcBef>
              <a:spcAft>
                <a:spcPts val="0"/>
              </a:spcAft>
              <a:buSzPts val="1400"/>
              <a:buNone/>
              <a:defRPr sz="1800"/>
            </a:lvl3pPr>
            <a:lvl4pPr lvl="3" algn="l">
              <a:lnSpc>
                <a:spcPct val="100000"/>
              </a:lnSpc>
              <a:spcBef>
                <a:spcPts val="0"/>
              </a:spcBef>
              <a:spcAft>
                <a:spcPts val="0"/>
              </a:spcAft>
              <a:buSzPts val="1400"/>
              <a:buNone/>
              <a:defRPr sz="1800"/>
            </a:lvl4pPr>
            <a:lvl5pPr lvl="4" algn="l">
              <a:lnSpc>
                <a:spcPct val="100000"/>
              </a:lnSpc>
              <a:spcBef>
                <a:spcPts val="0"/>
              </a:spcBef>
              <a:spcAft>
                <a:spcPts val="0"/>
              </a:spcAft>
              <a:buSzPts val="1400"/>
              <a:buNone/>
              <a:defRPr sz="1800"/>
            </a:lvl5pPr>
            <a:lvl6pPr lvl="5" algn="l">
              <a:lnSpc>
                <a:spcPct val="100000"/>
              </a:lnSpc>
              <a:spcBef>
                <a:spcPts val="0"/>
              </a:spcBef>
              <a:spcAft>
                <a:spcPts val="0"/>
              </a:spcAft>
              <a:buSzPts val="1400"/>
              <a:buNone/>
              <a:defRPr sz="1800"/>
            </a:lvl6pPr>
            <a:lvl7pPr lvl="6" algn="l">
              <a:lnSpc>
                <a:spcPct val="100000"/>
              </a:lnSpc>
              <a:spcBef>
                <a:spcPts val="0"/>
              </a:spcBef>
              <a:spcAft>
                <a:spcPts val="0"/>
              </a:spcAft>
              <a:buSzPts val="1400"/>
              <a:buNone/>
              <a:defRPr sz="1800"/>
            </a:lvl7pPr>
            <a:lvl8pPr lvl="7" algn="l">
              <a:lnSpc>
                <a:spcPct val="100000"/>
              </a:lnSpc>
              <a:spcBef>
                <a:spcPts val="0"/>
              </a:spcBef>
              <a:spcAft>
                <a:spcPts val="0"/>
              </a:spcAft>
              <a:buSzPts val="1400"/>
              <a:buNone/>
              <a:defRPr sz="1800"/>
            </a:lvl8pPr>
            <a:lvl9pPr lvl="8" algn="l">
              <a:lnSpc>
                <a:spcPct val="100000"/>
              </a:lnSpc>
              <a:spcBef>
                <a:spcPts val="0"/>
              </a:spcBef>
              <a:spcAft>
                <a:spcPts val="0"/>
              </a:spcAft>
              <a:buSzPts val="1400"/>
              <a:buNone/>
              <a:defRPr sz="1800"/>
            </a:lvl9pPr>
          </a:lstStyle>
          <a:p/>
        </p:txBody>
      </p:sp>
      <p:sp>
        <p:nvSpPr>
          <p:cNvPr id="407" name="Google Shape;407;p110"/>
          <p:cNvSpPr txBox="1"/>
          <p:nvPr>
            <p:ph idx="2" type="subTitle"/>
          </p:nvPr>
        </p:nvSpPr>
        <p:spPr>
          <a:xfrm>
            <a:off x="4639568" y="2245125"/>
            <a:ext cx="2265000" cy="8220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sz="1600"/>
            </a:lvl1pPr>
            <a:lvl2pPr lvl="1" algn="l">
              <a:lnSpc>
                <a:spcPct val="100000"/>
              </a:lnSpc>
              <a:spcBef>
                <a:spcPts val="0"/>
              </a:spcBef>
              <a:spcAft>
                <a:spcPts val="0"/>
              </a:spcAft>
              <a:buSzPts val="1400"/>
              <a:buNone/>
              <a:defRPr sz="1600"/>
            </a:lvl2pPr>
            <a:lvl3pPr lvl="2" algn="l">
              <a:lnSpc>
                <a:spcPct val="100000"/>
              </a:lnSpc>
              <a:spcBef>
                <a:spcPts val="0"/>
              </a:spcBef>
              <a:spcAft>
                <a:spcPts val="0"/>
              </a:spcAft>
              <a:buSzPts val="1400"/>
              <a:buNone/>
              <a:defRPr sz="1600"/>
            </a:lvl3pPr>
            <a:lvl4pPr lvl="3" algn="l">
              <a:lnSpc>
                <a:spcPct val="100000"/>
              </a:lnSpc>
              <a:spcBef>
                <a:spcPts val="0"/>
              </a:spcBef>
              <a:spcAft>
                <a:spcPts val="0"/>
              </a:spcAft>
              <a:buSzPts val="1400"/>
              <a:buNone/>
              <a:defRPr sz="1600"/>
            </a:lvl4pPr>
            <a:lvl5pPr lvl="4" algn="l">
              <a:lnSpc>
                <a:spcPct val="100000"/>
              </a:lnSpc>
              <a:spcBef>
                <a:spcPts val="0"/>
              </a:spcBef>
              <a:spcAft>
                <a:spcPts val="0"/>
              </a:spcAft>
              <a:buSzPts val="1400"/>
              <a:buNone/>
              <a:defRPr sz="1600"/>
            </a:lvl5pPr>
            <a:lvl6pPr lvl="5" algn="l">
              <a:lnSpc>
                <a:spcPct val="100000"/>
              </a:lnSpc>
              <a:spcBef>
                <a:spcPts val="0"/>
              </a:spcBef>
              <a:spcAft>
                <a:spcPts val="0"/>
              </a:spcAft>
              <a:buSzPts val="1400"/>
              <a:buNone/>
              <a:defRPr sz="1600"/>
            </a:lvl6pPr>
            <a:lvl7pPr lvl="6" algn="l">
              <a:lnSpc>
                <a:spcPct val="100000"/>
              </a:lnSpc>
              <a:spcBef>
                <a:spcPts val="0"/>
              </a:spcBef>
              <a:spcAft>
                <a:spcPts val="0"/>
              </a:spcAft>
              <a:buSzPts val="1400"/>
              <a:buNone/>
              <a:defRPr sz="1600"/>
            </a:lvl7pPr>
            <a:lvl8pPr lvl="7" algn="l">
              <a:lnSpc>
                <a:spcPct val="100000"/>
              </a:lnSpc>
              <a:spcBef>
                <a:spcPts val="0"/>
              </a:spcBef>
              <a:spcAft>
                <a:spcPts val="0"/>
              </a:spcAft>
              <a:buSzPts val="1400"/>
              <a:buNone/>
              <a:defRPr sz="1600"/>
            </a:lvl8pPr>
            <a:lvl9pPr lvl="8" algn="l">
              <a:lnSpc>
                <a:spcPct val="100000"/>
              </a:lnSpc>
              <a:spcBef>
                <a:spcPts val="0"/>
              </a:spcBef>
              <a:spcAft>
                <a:spcPts val="0"/>
              </a:spcAft>
              <a:buSzPts val="1400"/>
              <a:buNone/>
              <a:defRPr sz="1600"/>
            </a:lvl9pPr>
          </a:lstStyle>
          <a:p/>
        </p:txBody>
      </p:sp>
      <p:sp>
        <p:nvSpPr>
          <p:cNvPr id="408" name="Google Shape;408;p110"/>
          <p:cNvSpPr txBox="1"/>
          <p:nvPr>
            <p:ph idx="3" type="subTitle"/>
          </p:nvPr>
        </p:nvSpPr>
        <p:spPr>
          <a:xfrm>
            <a:off x="4634550" y="3038165"/>
            <a:ext cx="2265000" cy="7572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b="1" sz="1800">
                <a:solidFill>
                  <a:schemeClr val="accent3"/>
                </a:solidFill>
              </a:defRPr>
            </a:lvl1pPr>
            <a:lvl2pPr lvl="1" algn="l">
              <a:lnSpc>
                <a:spcPct val="100000"/>
              </a:lnSpc>
              <a:spcBef>
                <a:spcPts val="0"/>
              </a:spcBef>
              <a:spcAft>
                <a:spcPts val="0"/>
              </a:spcAft>
              <a:buSzPts val="1400"/>
              <a:buNone/>
              <a:defRPr sz="1800"/>
            </a:lvl2pPr>
            <a:lvl3pPr lvl="2" algn="l">
              <a:lnSpc>
                <a:spcPct val="100000"/>
              </a:lnSpc>
              <a:spcBef>
                <a:spcPts val="0"/>
              </a:spcBef>
              <a:spcAft>
                <a:spcPts val="0"/>
              </a:spcAft>
              <a:buSzPts val="1400"/>
              <a:buNone/>
              <a:defRPr sz="1800"/>
            </a:lvl3pPr>
            <a:lvl4pPr lvl="3" algn="l">
              <a:lnSpc>
                <a:spcPct val="100000"/>
              </a:lnSpc>
              <a:spcBef>
                <a:spcPts val="0"/>
              </a:spcBef>
              <a:spcAft>
                <a:spcPts val="0"/>
              </a:spcAft>
              <a:buSzPts val="1400"/>
              <a:buNone/>
              <a:defRPr sz="1800"/>
            </a:lvl4pPr>
            <a:lvl5pPr lvl="4" algn="l">
              <a:lnSpc>
                <a:spcPct val="100000"/>
              </a:lnSpc>
              <a:spcBef>
                <a:spcPts val="0"/>
              </a:spcBef>
              <a:spcAft>
                <a:spcPts val="0"/>
              </a:spcAft>
              <a:buSzPts val="1400"/>
              <a:buNone/>
              <a:defRPr sz="1800"/>
            </a:lvl5pPr>
            <a:lvl6pPr lvl="5" algn="l">
              <a:lnSpc>
                <a:spcPct val="100000"/>
              </a:lnSpc>
              <a:spcBef>
                <a:spcPts val="0"/>
              </a:spcBef>
              <a:spcAft>
                <a:spcPts val="0"/>
              </a:spcAft>
              <a:buSzPts val="1400"/>
              <a:buNone/>
              <a:defRPr sz="1800"/>
            </a:lvl6pPr>
            <a:lvl7pPr lvl="6" algn="l">
              <a:lnSpc>
                <a:spcPct val="100000"/>
              </a:lnSpc>
              <a:spcBef>
                <a:spcPts val="0"/>
              </a:spcBef>
              <a:spcAft>
                <a:spcPts val="0"/>
              </a:spcAft>
              <a:buSzPts val="1400"/>
              <a:buNone/>
              <a:defRPr sz="1800"/>
            </a:lvl7pPr>
            <a:lvl8pPr lvl="7" algn="l">
              <a:lnSpc>
                <a:spcPct val="100000"/>
              </a:lnSpc>
              <a:spcBef>
                <a:spcPts val="0"/>
              </a:spcBef>
              <a:spcAft>
                <a:spcPts val="0"/>
              </a:spcAft>
              <a:buSzPts val="1400"/>
              <a:buNone/>
              <a:defRPr sz="1800"/>
            </a:lvl8pPr>
            <a:lvl9pPr lvl="8" algn="l">
              <a:lnSpc>
                <a:spcPct val="100000"/>
              </a:lnSpc>
              <a:spcBef>
                <a:spcPts val="0"/>
              </a:spcBef>
              <a:spcAft>
                <a:spcPts val="0"/>
              </a:spcAft>
              <a:buSzPts val="1400"/>
              <a:buNone/>
              <a:defRPr sz="1800"/>
            </a:lvl9pPr>
          </a:lstStyle>
          <a:p/>
        </p:txBody>
      </p:sp>
      <p:sp>
        <p:nvSpPr>
          <p:cNvPr id="409" name="Google Shape;409;p110"/>
          <p:cNvSpPr txBox="1"/>
          <p:nvPr>
            <p:ph idx="4" type="subTitle"/>
          </p:nvPr>
        </p:nvSpPr>
        <p:spPr>
          <a:xfrm>
            <a:off x="4644581" y="3776474"/>
            <a:ext cx="2265000" cy="8220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sz="1600"/>
            </a:lvl1pPr>
            <a:lvl2pPr lvl="1" algn="l">
              <a:lnSpc>
                <a:spcPct val="100000"/>
              </a:lnSpc>
              <a:spcBef>
                <a:spcPts val="0"/>
              </a:spcBef>
              <a:spcAft>
                <a:spcPts val="0"/>
              </a:spcAft>
              <a:buSzPts val="1400"/>
              <a:buNone/>
              <a:defRPr sz="1600"/>
            </a:lvl2pPr>
            <a:lvl3pPr lvl="2" algn="l">
              <a:lnSpc>
                <a:spcPct val="100000"/>
              </a:lnSpc>
              <a:spcBef>
                <a:spcPts val="0"/>
              </a:spcBef>
              <a:spcAft>
                <a:spcPts val="0"/>
              </a:spcAft>
              <a:buSzPts val="1400"/>
              <a:buNone/>
              <a:defRPr sz="1600"/>
            </a:lvl3pPr>
            <a:lvl4pPr lvl="3" algn="l">
              <a:lnSpc>
                <a:spcPct val="100000"/>
              </a:lnSpc>
              <a:spcBef>
                <a:spcPts val="0"/>
              </a:spcBef>
              <a:spcAft>
                <a:spcPts val="0"/>
              </a:spcAft>
              <a:buSzPts val="1400"/>
              <a:buNone/>
              <a:defRPr sz="1600"/>
            </a:lvl4pPr>
            <a:lvl5pPr lvl="4" algn="l">
              <a:lnSpc>
                <a:spcPct val="100000"/>
              </a:lnSpc>
              <a:spcBef>
                <a:spcPts val="0"/>
              </a:spcBef>
              <a:spcAft>
                <a:spcPts val="0"/>
              </a:spcAft>
              <a:buSzPts val="1400"/>
              <a:buNone/>
              <a:defRPr sz="1600"/>
            </a:lvl5pPr>
            <a:lvl6pPr lvl="5" algn="l">
              <a:lnSpc>
                <a:spcPct val="100000"/>
              </a:lnSpc>
              <a:spcBef>
                <a:spcPts val="0"/>
              </a:spcBef>
              <a:spcAft>
                <a:spcPts val="0"/>
              </a:spcAft>
              <a:buSzPts val="1400"/>
              <a:buNone/>
              <a:defRPr sz="1600"/>
            </a:lvl6pPr>
            <a:lvl7pPr lvl="6" algn="l">
              <a:lnSpc>
                <a:spcPct val="100000"/>
              </a:lnSpc>
              <a:spcBef>
                <a:spcPts val="0"/>
              </a:spcBef>
              <a:spcAft>
                <a:spcPts val="0"/>
              </a:spcAft>
              <a:buSzPts val="1400"/>
              <a:buNone/>
              <a:defRPr sz="1600"/>
            </a:lvl7pPr>
            <a:lvl8pPr lvl="7" algn="l">
              <a:lnSpc>
                <a:spcPct val="100000"/>
              </a:lnSpc>
              <a:spcBef>
                <a:spcPts val="0"/>
              </a:spcBef>
              <a:spcAft>
                <a:spcPts val="0"/>
              </a:spcAft>
              <a:buSzPts val="1400"/>
              <a:buNone/>
              <a:defRPr sz="1600"/>
            </a:lvl8pPr>
            <a:lvl9pPr lvl="8" algn="l">
              <a:lnSpc>
                <a:spcPct val="100000"/>
              </a:lnSpc>
              <a:spcBef>
                <a:spcPts val="0"/>
              </a:spcBef>
              <a:spcAft>
                <a:spcPts val="0"/>
              </a:spcAft>
              <a:buSzPts val="1400"/>
              <a:buNone/>
              <a:defRPr sz="1600"/>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4_1_1_1_1">
    <p:bg>
      <p:bgPr>
        <a:solidFill>
          <a:schemeClr val="accent2"/>
        </a:solidFill>
      </p:bgPr>
    </p:bg>
    <p:spTree>
      <p:nvGrpSpPr>
        <p:cNvPr id="410" name="Shape 410"/>
        <p:cNvGrpSpPr/>
        <p:nvPr/>
      </p:nvGrpSpPr>
      <p:grpSpPr>
        <a:xfrm>
          <a:off x="0" y="0"/>
          <a:ext cx="0" cy="0"/>
          <a:chOff x="0" y="0"/>
          <a:chExt cx="0" cy="0"/>
        </a:xfrm>
      </p:grpSpPr>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words">
  <p:cSld name="CUSTOM_4_1_1_1_1_1">
    <p:bg>
      <p:bgPr>
        <a:noFill/>
      </p:bgPr>
    </p:bg>
    <p:spTree>
      <p:nvGrpSpPr>
        <p:cNvPr id="411" name="Shape 411"/>
        <p:cNvGrpSpPr/>
        <p:nvPr/>
      </p:nvGrpSpPr>
      <p:grpSpPr>
        <a:xfrm>
          <a:off x="0" y="0"/>
          <a:ext cx="0" cy="0"/>
          <a:chOff x="0" y="0"/>
          <a:chExt cx="0" cy="0"/>
        </a:xfrm>
      </p:grpSpPr>
      <p:sp>
        <p:nvSpPr>
          <p:cNvPr id="412" name="Google Shape;412;p112"/>
          <p:cNvSpPr txBox="1"/>
          <p:nvPr>
            <p:ph type="title"/>
          </p:nvPr>
        </p:nvSpPr>
        <p:spPr>
          <a:xfrm>
            <a:off x="4858175" y="3478275"/>
            <a:ext cx="3914100" cy="1424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2400">
                <a:solidFill>
                  <a:schemeClr val="accent2"/>
                </a:solidFill>
              </a:defRPr>
            </a:lvl1pPr>
            <a:lvl2pPr lvl="1" algn="l">
              <a:lnSpc>
                <a:spcPct val="100000"/>
              </a:lnSpc>
              <a:spcBef>
                <a:spcPts val="0"/>
              </a:spcBef>
              <a:spcAft>
                <a:spcPts val="0"/>
              </a:spcAft>
              <a:buSzPts val="2800"/>
              <a:buNone/>
              <a:defRPr>
                <a:solidFill>
                  <a:schemeClr val="accent2"/>
                </a:solidFill>
              </a:defRPr>
            </a:lvl2pPr>
            <a:lvl3pPr lvl="2" algn="l">
              <a:lnSpc>
                <a:spcPct val="100000"/>
              </a:lnSpc>
              <a:spcBef>
                <a:spcPts val="0"/>
              </a:spcBef>
              <a:spcAft>
                <a:spcPts val="0"/>
              </a:spcAft>
              <a:buSzPts val="2800"/>
              <a:buNone/>
              <a:defRPr>
                <a:solidFill>
                  <a:schemeClr val="accent2"/>
                </a:solidFill>
              </a:defRPr>
            </a:lvl3pPr>
            <a:lvl4pPr lvl="3" algn="l">
              <a:lnSpc>
                <a:spcPct val="100000"/>
              </a:lnSpc>
              <a:spcBef>
                <a:spcPts val="0"/>
              </a:spcBef>
              <a:spcAft>
                <a:spcPts val="0"/>
              </a:spcAft>
              <a:buSzPts val="2800"/>
              <a:buNone/>
              <a:defRPr>
                <a:solidFill>
                  <a:schemeClr val="accent2"/>
                </a:solidFill>
              </a:defRPr>
            </a:lvl4pPr>
            <a:lvl5pPr lvl="4" algn="l">
              <a:lnSpc>
                <a:spcPct val="100000"/>
              </a:lnSpc>
              <a:spcBef>
                <a:spcPts val="0"/>
              </a:spcBef>
              <a:spcAft>
                <a:spcPts val="0"/>
              </a:spcAft>
              <a:buSzPts val="2800"/>
              <a:buNone/>
              <a:defRPr>
                <a:solidFill>
                  <a:schemeClr val="accent2"/>
                </a:solidFill>
              </a:defRPr>
            </a:lvl5pPr>
            <a:lvl6pPr lvl="5" algn="l">
              <a:lnSpc>
                <a:spcPct val="100000"/>
              </a:lnSpc>
              <a:spcBef>
                <a:spcPts val="0"/>
              </a:spcBef>
              <a:spcAft>
                <a:spcPts val="0"/>
              </a:spcAft>
              <a:buSzPts val="2800"/>
              <a:buNone/>
              <a:defRPr>
                <a:solidFill>
                  <a:schemeClr val="accent2"/>
                </a:solidFill>
              </a:defRPr>
            </a:lvl6pPr>
            <a:lvl7pPr lvl="6" algn="l">
              <a:lnSpc>
                <a:spcPct val="100000"/>
              </a:lnSpc>
              <a:spcBef>
                <a:spcPts val="0"/>
              </a:spcBef>
              <a:spcAft>
                <a:spcPts val="0"/>
              </a:spcAft>
              <a:buSzPts val="2800"/>
              <a:buNone/>
              <a:defRPr>
                <a:solidFill>
                  <a:schemeClr val="accent2"/>
                </a:solidFill>
              </a:defRPr>
            </a:lvl7pPr>
            <a:lvl8pPr lvl="7" algn="l">
              <a:lnSpc>
                <a:spcPct val="100000"/>
              </a:lnSpc>
              <a:spcBef>
                <a:spcPts val="0"/>
              </a:spcBef>
              <a:spcAft>
                <a:spcPts val="0"/>
              </a:spcAft>
              <a:buSzPts val="2800"/>
              <a:buNone/>
              <a:defRPr>
                <a:solidFill>
                  <a:schemeClr val="accent2"/>
                </a:solidFill>
              </a:defRPr>
            </a:lvl8pPr>
            <a:lvl9pPr lvl="8" algn="l">
              <a:lnSpc>
                <a:spcPct val="100000"/>
              </a:lnSpc>
              <a:spcBef>
                <a:spcPts val="0"/>
              </a:spcBef>
              <a:spcAft>
                <a:spcPts val="0"/>
              </a:spcAft>
              <a:buSzPts val="2800"/>
              <a:buNone/>
              <a:defRPr>
                <a:solidFill>
                  <a:schemeClr val="accent2"/>
                </a:solidFill>
              </a:defRPr>
            </a:lvl9pPr>
          </a:lstStyle>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17" name="Shape 417"/>
        <p:cNvGrpSpPr/>
        <p:nvPr/>
      </p:nvGrpSpPr>
      <p:grpSpPr>
        <a:xfrm>
          <a:off x="0" y="0"/>
          <a:ext cx="0" cy="0"/>
          <a:chOff x="0" y="0"/>
          <a:chExt cx="0" cy="0"/>
        </a:xfrm>
      </p:grpSpPr>
      <p:sp>
        <p:nvSpPr>
          <p:cNvPr id="418" name="Google Shape;418;p8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rgbClr val="435D74"/>
                </a:solidFill>
                <a:latin typeface="Proxima Nova"/>
                <a:ea typeface="Proxima Nova"/>
                <a:cs typeface="Proxima Nova"/>
                <a:sym typeface="Proxima Nova"/>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22" name="Shape 42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2.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45.xml"/><Relationship Id="rId22" Type="http://schemas.openxmlformats.org/officeDocument/2006/relationships/slideLayout" Target="../slideLayouts/slideLayout47.xml"/><Relationship Id="rId21" Type="http://schemas.openxmlformats.org/officeDocument/2006/relationships/slideLayout" Target="../slideLayouts/slideLayout46.xml"/><Relationship Id="rId24" Type="http://schemas.openxmlformats.org/officeDocument/2006/relationships/slideLayout" Target="../slideLayouts/slideLayout49.xml"/><Relationship Id="rId23" Type="http://schemas.openxmlformats.org/officeDocument/2006/relationships/slideLayout" Target="../slideLayouts/slideLayout48.xml"/><Relationship Id="rId1" Type="http://schemas.openxmlformats.org/officeDocument/2006/relationships/slideLayout" Target="../slideLayouts/slideLayout26.xml"/><Relationship Id="rId2" Type="http://schemas.openxmlformats.org/officeDocument/2006/relationships/slideLayout" Target="../slideLayouts/slideLayout27.xml"/><Relationship Id="rId3" Type="http://schemas.openxmlformats.org/officeDocument/2006/relationships/slideLayout" Target="../slideLayouts/slideLayout28.xml"/><Relationship Id="rId4" Type="http://schemas.openxmlformats.org/officeDocument/2006/relationships/slideLayout" Target="../slideLayouts/slideLayout29.xml"/><Relationship Id="rId9" Type="http://schemas.openxmlformats.org/officeDocument/2006/relationships/slideLayout" Target="../slideLayouts/slideLayout34.xml"/><Relationship Id="rId26" Type="http://schemas.openxmlformats.org/officeDocument/2006/relationships/slideLayout" Target="../slideLayouts/slideLayout51.xml"/><Relationship Id="rId25" Type="http://schemas.openxmlformats.org/officeDocument/2006/relationships/slideLayout" Target="../slideLayouts/slideLayout50.xml"/><Relationship Id="rId27" Type="http://schemas.openxmlformats.org/officeDocument/2006/relationships/theme" Target="../theme/theme4.xml"/><Relationship Id="rId5" Type="http://schemas.openxmlformats.org/officeDocument/2006/relationships/slideLayout" Target="../slideLayouts/slideLayout30.xml"/><Relationship Id="rId6" Type="http://schemas.openxmlformats.org/officeDocument/2006/relationships/slideLayout" Target="../slideLayouts/slideLayout31.xml"/><Relationship Id="rId7" Type="http://schemas.openxmlformats.org/officeDocument/2006/relationships/slideLayout" Target="../slideLayouts/slideLayout32.xml"/><Relationship Id="rId8" Type="http://schemas.openxmlformats.org/officeDocument/2006/relationships/slideLayout" Target="../slideLayouts/slideLayout33.xml"/><Relationship Id="rId11" Type="http://schemas.openxmlformats.org/officeDocument/2006/relationships/slideLayout" Target="../slideLayouts/slideLayout36.xml"/><Relationship Id="rId10" Type="http://schemas.openxmlformats.org/officeDocument/2006/relationships/slideLayout" Target="../slideLayouts/slideLayout35.xml"/><Relationship Id="rId13" Type="http://schemas.openxmlformats.org/officeDocument/2006/relationships/slideLayout" Target="../slideLayouts/slideLayout38.xml"/><Relationship Id="rId12" Type="http://schemas.openxmlformats.org/officeDocument/2006/relationships/slideLayout" Target="../slideLayouts/slideLayout37.xml"/><Relationship Id="rId15" Type="http://schemas.openxmlformats.org/officeDocument/2006/relationships/slideLayout" Target="../slideLayouts/slideLayout40.xml"/><Relationship Id="rId14" Type="http://schemas.openxmlformats.org/officeDocument/2006/relationships/slideLayout" Target="../slideLayouts/slideLayout39.xml"/><Relationship Id="rId17" Type="http://schemas.openxmlformats.org/officeDocument/2006/relationships/slideLayout" Target="../slideLayouts/slideLayout42.xml"/><Relationship Id="rId16" Type="http://schemas.openxmlformats.org/officeDocument/2006/relationships/slideLayout" Target="../slideLayouts/slideLayout41.xml"/><Relationship Id="rId19" Type="http://schemas.openxmlformats.org/officeDocument/2006/relationships/slideLayout" Target="../slideLayouts/slideLayout44.xml"/><Relationship Id="rId18" Type="http://schemas.openxmlformats.org/officeDocument/2006/relationships/slideLayout" Target="../slideLayouts/slideLayout43.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theme" Target="../theme/theme1.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theme" Target="../theme/theme5.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56"/>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rgbClr val="FFFFFF"/>
              </a:buClr>
              <a:buSzPts val="3000"/>
              <a:buFont typeface="Montserrat"/>
              <a:buNone/>
              <a:defRPr b="1" i="0" sz="3000" u="none" cap="none" strike="noStrike">
                <a:solidFill>
                  <a:srgbClr val="FFFFFF"/>
                </a:solidFill>
                <a:latin typeface="Montserrat"/>
                <a:ea typeface="Montserrat"/>
                <a:cs typeface="Montserrat"/>
                <a:sym typeface="Montserrat"/>
              </a:defRPr>
            </a:lvl1pPr>
            <a:lvl2pPr lvl="1"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9pPr>
          </a:lstStyle>
          <a:p/>
        </p:txBody>
      </p:sp>
      <p:sp>
        <p:nvSpPr>
          <p:cNvPr id="7" name="Google Shape;7;p56"/>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15000"/>
              </a:lnSpc>
              <a:spcBef>
                <a:spcPts val="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1pPr>
            <a:lvl2pPr indent="-317500" lvl="1" marL="9144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2pPr>
            <a:lvl3pPr indent="-317500" lvl="2" marL="13716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3pPr>
            <a:lvl4pPr indent="-317500" lvl="3" marL="18288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4pPr>
            <a:lvl5pPr indent="-317500" lvl="4" marL="22860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5pPr>
            <a:lvl6pPr indent="-317500" lvl="5" marL="27432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6pPr>
            <a:lvl7pPr indent="-317500" lvl="6" marL="32004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7pPr>
            <a:lvl8pPr indent="-317500" lvl="7" marL="36576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8pPr>
            <a:lvl9pPr indent="-317500" lvl="8" marL="4114800" marR="0" rtl="0" algn="l">
              <a:lnSpc>
                <a:spcPct val="115000"/>
              </a:lnSpc>
              <a:spcBef>
                <a:spcPts val="1600"/>
              </a:spcBef>
              <a:spcAft>
                <a:spcPts val="160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05" name="Shape 205"/>
        <p:cNvGrpSpPr/>
        <p:nvPr/>
      </p:nvGrpSpPr>
      <p:grpSpPr>
        <a:xfrm>
          <a:off x="0" y="0"/>
          <a:ext cx="0" cy="0"/>
          <a:chOff x="0" y="0"/>
          <a:chExt cx="0" cy="0"/>
        </a:xfrm>
      </p:grpSpPr>
      <p:sp>
        <p:nvSpPr>
          <p:cNvPr id="206" name="Google Shape;206;p63"/>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rgbClr val="FFFFFF"/>
              </a:buClr>
              <a:buSzPts val="3000"/>
              <a:buFont typeface="Montserrat"/>
              <a:buNone/>
              <a:defRPr b="1" i="0" sz="3000" u="none" cap="none" strike="noStrike">
                <a:solidFill>
                  <a:srgbClr val="FFFFFF"/>
                </a:solidFill>
                <a:latin typeface="Montserrat"/>
                <a:ea typeface="Montserrat"/>
                <a:cs typeface="Montserrat"/>
                <a:sym typeface="Montserrat"/>
              </a:defRPr>
            </a:lvl1pPr>
            <a:lvl2pPr lvl="1"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9pPr>
          </a:lstStyle>
          <a:p/>
        </p:txBody>
      </p:sp>
      <p:sp>
        <p:nvSpPr>
          <p:cNvPr id="207" name="Google Shape;207;p63"/>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15000"/>
              </a:lnSpc>
              <a:spcBef>
                <a:spcPts val="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1pPr>
            <a:lvl2pPr indent="-317500" lvl="1" marL="9144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2pPr>
            <a:lvl3pPr indent="-317500" lvl="2" marL="13716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3pPr>
            <a:lvl4pPr indent="-317500" lvl="3" marL="18288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4pPr>
            <a:lvl5pPr indent="-317500" lvl="4" marL="22860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5pPr>
            <a:lvl6pPr indent="-317500" lvl="5" marL="27432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6pPr>
            <a:lvl7pPr indent="-317500" lvl="6" marL="32004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7pPr>
            <a:lvl8pPr indent="-317500" lvl="7" marL="3657600" marR="0" rtl="0" algn="l">
              <a:lnSpc>
                <a:spcPct val="115000"/>
              </a:lnSpc>
              <a:spcBef>
                <a:spcPts val="1600"/>
              </a:spcBef>
              <a:spcAft>
                <a:spcPts val="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8pPr>
            <a:lvl9pPr indent="-317500" lvl="8" marL="4114800" marR="0" rtl="0" algn="l">
              <a:lnSpc>
                <a:spcPct val="115000"/>
              </a:lnSpc>
              <a:spcBef>
                <a:spcPts val="1600"/>
              </a:spcBef>
              <a:spcAft>
                <a:spcPts val="1600"/>
              </a:spcAft>
              <a:buClr>
                <a:schemeClr val="accent1"/>
              </a:buClr>
              <a:buSzPts val="1400"/>
              <a:buFont typeface="Montserrat"/>
              <a:buChar char="■"/>
              <a:defRPr b="0" i="0" sz="1400" u="none" cap="none" strike="noStrike">
                <a:solidFill>
                  <a:schemeClr val="accent1"/>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86" r:id="rId12"/>
    <p:sldLayoutId id="2147483687" r:id="rId13"/>
    <p:sldLayoutId id="2147483688" r:id="rId14"/>
    <p:sldLayoutId id="2147483689" r:id="rId15"/>
    <p:sldLayoutId id="2147483690" r:id="rId16"/>
    <p:sldLayoutId id="2147483691" r:id="rId17"/>
    <p:sldLayoutId id="2147483692" r:id="rId18"/>
    <p:sldLayoutId id="2147483693" r:id="rId19"/>
    <p:sldLayoutId id="2147483694" r:id="rId20"/>
    <p:sldLayoutId id="2147483695" r:id="rId21"/>
    <p:sldLayoutId id="2147483696" r:id="rId22"/>
    <p:sldLayoutId id="2147483697" r:id="rId23"/>
    <p:sldLayoutId id="2147483698" r:id="rId24"/>
    <p:sldLayoutId id="2147483699" r:id="rId25"/>
    <p:sldLayoutId id="2147483700"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413" name="Shape 413"/>
        <p:cNvGrpSpPr/>
        <p:nvPr/>
      </p:nvGrpSpPr>
      <p:grpSpPr>
        <a:xfrm>
          <a:off x="0" y="0"/>
          <a:ext cx="0" cy="0"/>
          <a:chOff x="0" y="0"/>
          <a:chExt cx="0" cy="0"/>
        </a:xfrm>
      </p:grpSpPr>
      <p:sp>
        <p:nvSpPr>
          <p:cNvPr id="414" name="Google Shape;414;p7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415" name="Google Shape;415;p7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1pPr>
            <a:lvl2pPr indent="-304800" lvl="1" marL="9144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2pPr>
            <a:lvl3pPr indent="-304800" lvl="2" marL="13716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3pPr>
            <a:lvl4pPr indent="-304800" lvl="3" marL="18288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4pPr>
            <a:lvl5pPr indent="-304800" lvl="4" marL="22860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5pPr>
            <a:lvl6pPr indent="-304800" lvl="5" marL="27432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6pPr>
            <a:lvl7pPr indent="-304800" lvl="6" marL="32004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7pPr>
            <a:lvl8pPr indent="-304800" lvl="7" marL="36576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8pPr>
            <a:lvl9pPr indent="-304800" lvl="8" marL="4114800" marR="0" rtl="0" algn="l">
              <a:lnSpc>
                <a:spcPct val="115000"/>
              </a:lnSpc>
              <a:spcBef>
                <a:spcPts val="0"/>
              </a:spcBef>
              <a:spcAft>
                <a:spcPts val="0"/>
              </a:spcAft>
              <a:buClr>
                <a:srgbClr val="435D74"/>
              </a:buClr>
              <a:buSzPts val="1200"/>
              <a:buFont typeface="Proxima Nova"/>
              <a:buChar char="■"/>
              <a:defRPr b="0" i="0" sz="1200" u="none" cap="none" strike="noStrike">
                <a:solidFill>
                  <a:srgbClr val="435D74"/>
                </a:solidFill>
                <a:latin typeface="Proxima Nova"/>
                <a:ea typeface="Proxima Nova"/>
                <a:cs typeface="Proxima Nova"/>
                <a:sym typeface="Proxima Nova"/>
              </a:defRPr>
            </a:lvl9pPr>
          </a:lstStyle>
          <a:p/>
        </p:txBody>
      </p:sp>
      <p:sp>
        <p:nvSpPr>
          <p:cNvPr id="416" name="Google Shape;416;p79"/>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indent="0" lvl="0"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1pPr>
            <a:lvl2pPr indent="0" lvl="1"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2pPr>
            <a:lvl3pPr indent="0" lvl="2"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3pPr>
            <a:lvl4pPr indent="0" lvl="3"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4pPr>
            <a:lvl5pPr indent="0" lvl="4"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5pPr>
            <a:lvl6pPr indent="0" lvl="5"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6pPr>
            <a:lvl7pPr indent="0" lvl="6"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7pPr>
            <a:lvl8pPr indent="0" lvl="7"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8pPr>
            <a:lvl9pPr indent="0" lvl="8" marL="0" marR="0" rtl="0" algn="l">
              <a:lnSpc>
                <a:spcPct val="100000"/>
              </a:lnSpc>
              <a:spcBef>
                <a:spcPts val="0"/>
              </a:spcBef>
              <a:spcAft>
                <a:spcPts val="0"/>
              </a:spcAft>
              <a:buClr>
                <a:srgbClr val="000000"/>
              </a:buClr>
              <a:buSzPts val="1200"/>
              <a:buFont typeface="Arial"/>
              <a:buNone/>
              <a:defRPr b="0" i="0" sz="1200" u="none" cap="none" strike="noStrike">
                <a:solidFill>
                  <a:srgbClr val="000000"/>
                </a:solidFill>
                <a:latin typeface="Arvo"/>
                <a:ea typeface="Arvo"/>
                <a:cs typeface="Arvo"/>
                <a:sym typeface="Arvo"/>
              </a:defRPr>
            </a:lvl9pPr>
          </a:lstStyle>
          <a:p>
            <a:pPr indent="0" lvl="0" marL="0" rtl="0" algn="l">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0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19" name="Shape 419"/>
        <p:cNvGrpSpPr/>
        <p:nvPr/>
      </p:nvGrpSpPr>
      <p:grpSpPr>
        <a:xfrm>
          <a:off x="0" y="0"/>
          <a:ext cx="0" cy="0"/>
          <a:chOff x="0" y="0"/>
          <a:chExt cx="0" cy="0"/>
        </a:xfrm>
      </p:grpSpPr>
      <p:sp>
        <p:nvSpPr>
          <p:cNvPr id="420" name="Google Shape;420;p8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421" name="Google Shape;421;p8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png"/><Relationship Id="rId4"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1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image" Target="../media/image10.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2.xml"/><Relationship Id="rId3" Type="http://schemas.openxmlformats.org/officeDocument/2006/relationships/image" Target="../media/image15.png"/><Relationship Id="rId4" Type="http://schemas.openxmlformats.org/officeDocument/2006/relationships/image" Target="../media/image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1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 Id="rId3" Type="http://schemas.openxmlformats.org/officeDocument/2006/relationships/image" Target="../media/image16.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 Id="rId3" Type="http://schemas.openxmlformats.org/officeDocument/2006/relationships/image" Target="../media/image5.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8.xml"/><Relationship Id="rId3" Type="http://schemas.openxmlformats.org/officeDocument/2006/relationships/image" Target="../media/image1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0.xml"/><Relationship Id="rId3" Type="http://schemas.openxmlformats.org/officeDocument/2006/relationships/image" Target="../media/image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1.xml"/><Relationship Id="rId3" Type="http://schemas.openxmlformats.org/officeDocument/2006/relationships/image" Target="../media/image7.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 Id="rId3" Type="http://schemas.openxmlformats.org/officeDocument/2006/relationships/image" Target="../media/image8.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3.xml"/><Relationship Id="rId3" Type="http://schemas.openxmlformats.org/officeDocument/2006/relationships/hyperlink" Target="https://docs.google.com/spreadsheets/d/1uHO7ZSkgeF-Tvl-lMQh2kF3EqJ0ZqSxGlnjbb39VFvM/copy" TargetMode="External"/><Relationship Id="rId4" Type="http://schemas.openxmlformats.org/officeDocument/2006/relationships/image" Target="../media/image6.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4.xml"/><Relationship Id="rId3" Type="http://schemas.openxmlformats.org/officeDocument/2006/relationships/image" Target="../media/image12.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7.xml"/><Relationship Id="rId3" Type="http://schemas.openxmlformats.org/officeDocument/2006/relationships/hyperlink" Target="https://www.freepik.com/free-photo/portrait-female-working_7068837.htm?utm_source=slidesgo_template&amp;utm_medium=referral-link&amp;utm_campaign=sg_resources&amp;utm_content=freepik" TargetMode="External"/><Relationship Id="rId4" Type="http://schemas.openxmlformats.org/officeDocument/2006/relationships/hyperlink" Target="https://www.freepik.com/free-photo/high-angle-woman-working-laptop_7068839.htm?utm_source=slidesgo_template&amp;utm_medium=referral-link&amp;utm_campaign=sg_resources&amp;utm_content=freepik" TargetMode="External"/><Relationship Id="rId5" Type="http://schemas.openxmlformats.org/officeDocument/2006/relationships/hyperlink" Target="https://www.freepik.com/free-photo/high-angle-womens-office-working_7068852.htm?utm_source=slidesgo_template&amp;utm_medium=referral-link&amp;utm_campaign=sg_resources&amp;utm_content=freepik" TargetMode="External"/><Relationship Id="rId6" Type="http://schemas.openxmlformats.org/officeDocument/2006/relationships/hyperlink" Target="https://www.freepik.com/free-photo/high-angle-females-working_7068853.htm?utm_source=slidesgo_template&amp;utm_medium=referral-link&amp;utm_campaign=sg_resources&amp;utm_content=freepik" TargetMode="External"/><Relationship Id="rId7" Type="http://schemas.openxmlformats.org/officeDocument/2006/relationships/hyperlink" Target="https://www.freepik.com/free-photo/portrait-female-office_7068838.htm?utm_source=slidesgo_template&amp;utm_medium=referral-link&amp;utm_campaign=sg_resources&amp;utm_content=freepik" TargetMode="External"/><Relationship Id="rId8" Type="http://schemas.openxmlformats.org/officeDocument/2006/relationships/hyperlink" Target="https://www.freepik.com/free-photo/smiley-womens-office_7068842.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8.xml"/><Relationship Id="rId3" Type="http://schemas.openxmlformats.org/officeDocument/2006/relationships/hyperlink" Target="https://www.freepik.com/free-photo/low-angle-womens-office_7068845.htm/?utm_source=slidesgo_template&amp;utm_medium=referral-link&amp;utm_campaign=sg_resources&amp;utm_content=freepik" TargetMode="External"/><Relationship Id="rId4" Type="http://schemas.openxmlformats.org/officeDocument/2006/relationships/hyperlink" Target="http://freepik.com/free-vector/set-business-brochure-concept_7437457.htm/?utm_source=slidesgo_template&amp;utm_medium=referral-link&amp;utm_campaign=sg_resources&amp;utm_content=freepik" TargetMode="External"/><Relationship Id="rId5" Type="http://schemas.openxmlformats.org/officeDocument/2006/relationships/hyperlink" Target="https://www.freepik.com/free-photo/low-angle-womens-team-meeting_7068894.htm#page=1&amp;query=Work%20team&amp;position=10/?utm_source=slidesgo_template&amp;utm_medium=referral-link&amp;utm_campaign=sg_resources&amp;utm_content=freepik" TargetMode="External"/><Relationship Id="rId6" Type="http://schemas.openxmlformats.org/officeDocument/2006/relationships/hyperlink" Target="https://www.freepik.com/free-photo/womens-office-working-together_7068848.htm/?utm_source=slidesgo_template&amp;utm_medium=referral-link&amp;utm_campaign=sg_resources&amp;utm_content=freepik" TargetMode="External"/><Relationship Id="rId7" Type="http://schemas.openxmlformats.org/officeDocument/2006/relationships/hyperlink" Target="https://www.freepik.com/free-photo/low-angle-womens-office_7068845.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9.xml"/><Relationship Id="rId3" Type="http://schemas.openxmlformats.org/officeDocument/2006/relationships/hyperlink" Target="http://bit.ly/2X9RQ9U" TargetMode="External"/><Relationship Id="rId4" Type="http://schemas.openxmlformats.org/officeDocument/2006/relationships/slide" Target="/ppt/slides/slide36.xml"/><Relationship Id="rId5" Type="http://schemas.openxmlformats.org/officeDocument/2006/relationships/hyperlink" Target="https://slidesgo.com/faqs"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1.xml"/><Relationship Id="rId3" Type="http://schemas.openxmlformats.org/officeDocument/2006/relationships/image" Target="../media/image20.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17.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8.gif"/><Relationship Id="rId10" Type="http://schemas.openxmlformats.org/officeDocument/2006/relationships/image" Target="../media/image19.gif"/></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8.xml"/><Relationship Id="rId3" Type="http://schemas.openxmlformats.org/officeDocument/2006/relationships/hyperlink" Target="https://chrome.google.com/webstore/detail/flaticon-for-gsuit-gslide/haekgjfnhhdkgfgmldhfokhmfkgmciba"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2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6" name="Shape 426"/>
        <p:cNvGrpSpPr/>
        <p:nvPr/>
      </p:nvGrpSpPr>
      <p:grpSpPr>
        <a:xfrm>
          <a:off x="0" y="0"/>
          <a:ext cx="0" cy="0"/>
          <a:chOff x="0" y="0"/>
          <a:chExt cx="0" cy="0"/>
        </a:xfrm>
      </p:grpSpPr>
      <p:sp>
        <p:nvSpPr>
          <p:cNvPr id="427" name="Google Shape;427;p1"/>
          <p:cNvSpPr txBox="1"/>
          <p:nvPr>
            <p:ph type="title"/>
          </p:nvPr>
        </p:nvSpPr>
        <p:spPr>
          <a:xfrm>
            <a:off x="1332441" y="1514550"/>
            <a:ext cx="6261600" cy="1362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latin typeface="Arial"/>
                <a:ea typeface="Arial"/>
                <a:cs typeface="Arial"/>
                <a:sym typeface="Arial"/>
              </a:rPr>
              <a:t>Sumatoare binare</a:t>
            </a:r>
            <a:endParaRPr>
              <a:latin typeface="Arial"/>
              <a:ea typeface="Arial"/>
              <a:cs typeface="Arial"/>
              <a:sym typeface="Arial"/>
            </a:endParaRPr>
          </a:p>
        </p:txBody>
      </p:sp>
      <p:pic>
        <p:nvPicPr>
          <p:cNvPr id="428" name="Google Shape;428;p1"/>
          <p:cNvPicPr preferRelativeResize="0"/>
          <p:nvPr/>
        </p:nvPicPr>
        <p:blipFill rotWithShape="1">
          <a:blip r:embed="rId3">
            <a:alphaModFix/>
          </a:blip>
          <a:srcRect b="0" l="0" r="0" t="0"/>
          <a:stretch/>
        </p:blipFill>
        <p:spPr>
          <a:xfrm>
            <a:off x="914400" y="514350"/>
            <a:ext cx="790575" cy="790575"/>
          </a:xfrm>
          <a:prstGeom prst="rect">
            <a:avLst/>
          </a:prstGeom>
          <a:noFill/>
          <a:ln>
            <a:noFill/>
          </a:ln>
        </p:spPr>
      </p:pic>
      <p:pic>
        <p:nvPicPr>
          <p:cNvPr id="429" name="Google Shape;429;p1"/>
          <p:cNvPicPr preferRelativeResize="0"/>
          <p:nvPr/>
        </p:nvPicPr>
        <p:blipFill rotWithShape="1">
          <a:blip r:embed="rId4">
            <a:alphaModFix/>
          </a:blip>
          <a:srcRect b="0" l="0" r="0" t="0"/>
          <a:stretch/>
        </p:blipFill>
        <p:spPr>
          <a:xfrm>
            <a:off x="7467600" y="514350"/>
            <a:ext cx="800100" cy="800100"/>
          </a:xfrm>
          <a:prstGeom prst="rect">
            <a:avLst/>
          </a:prstGeom>
          <a:noFill/>
          <a:ln>
            <a:noFill/>
          </a:ln>
        </p:spPr>
      </p:pic>
      <p:sp>
        <p:nvSpPr>
          <p:cNvPr id="430" name="Google Shape;430;p1"/>
          <p:cNvSpPr/>
          <p:nvPr/>
        </p:nvSpPr>
        <p:spPr>
          <a:xfrm>
            <a:off x="2209800" y="514350"/>
            <a:ext cx="4572000" cy="830997"/>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1" i="0" lang="en" sz="1600" u="none" cap="none" strike="noStrike">
                <a:solidFill>
                  <a:srgbClr val="000000"/>
                </a:solidFill>
                <a:latin typeface="Arial"/>
                <a:ea typeface="Arial"/>
                <a:cs typeface="Arial"/>
                <a:sym typeface="Arial"/>
              </a:rPr>
              <a:t>Universitatea </a:t>
            </a:r>
            <a:r>
              <a:rPr b="1" i="1" lang="en" sz="1600" u="none" cap="none" strike="noStrike">
                <a:solidFill>
                  <a:srgbClr val="000000"/>
                </a:solidFill>
                <a:latin typeface="Arial"/>
                <a:ea typeface="Arial"/>
                <a:cs typeface="Arial"/>
                <a:sym typeface="Arial"/>
              </a:rPr>
              <a:t>Transilvania </a:t>
            </a:r>
            <a:r>
              <a:rPr b="1" i="0" lang="en" sz="1600" u="none" cap="none" strike="noStrike">
                <a:solidFill>
                  <a:srgbClr val="000000"/>
                </a:solidFill>
                <a:latin typeface="Arial"/>
                <a:ea typeface="Arial"/>
                <a:cs typeface="Arial"/>
                <a:sym typeface="Arial"/>
              </a:rPr>
              <a:t>din Brașov</a:t>
            </a:r>
            <a:endParaRPr b="0" i="0" sz="1600" u="none" cap="none" strike="noStrike">
              <a:solidFill>
                <a:srgbClr val="000000"/>
              </a:solidFill>
              <a:latin typeface="Arial"/>
              <a:ea typeface="Arial"/>
              <a:cs typeface="Arial"/>
              <a:sym typeface="Arial"/>
            </a:endParaRPr>
          </a:p>
          <a:p>
            <a:pPr indent="0" lvl="0" marL="0" marR="0" rtl="0" algn="ctr">
              <a:lnSpc>
                <a:spcPct val="100000"/>
              </a:lnSpc>
              <a:spcBef>
                <a:spcPts val="0"/>
              </a:spcBef>
              <a:spcAft>
                <a:spcPts val="0"/>
              </a:spcAft>
              <a:buNone/>
            </a:pPr>
            <a:r>
              <a:rPr b="1" i="0" lang="en" sz="1600" u="none" cap="none" strike="noStrike">
                <a:solidFill>
                  <a:srgbClr val="000000"/>
                </a:solidFill>
                <a:latin typeface="Arial"/>
                <a:ea typeface="Arial"/>
                <a:cs typeface="Arial"/>
                <a:sym typeface="Arial"/>
              </a:rPr>
              <a:t>Facultatea de Inginerie Electrică și Știința Calculatoarelor</a:t>
            </a:r>
            <a:endParaRPr b="0" i="0" sz="1600" u="none" cap="none" strike="noStrike">
              <a:solidFill>
                <a:srgbClr val="000000"/>
              </a:solidFill>
              <a:latin typeface="Arial"/>
              <a:ea typeface="Arial"/>
              <a:cs typeface="Arial"/>
              <a:sym typeface="Arial"/>
            </a:endParaRPr>
          </a:p>
        </p:txBody>
      </p:sp>
      <p:sp>
        <p:nvSpPr>
          <p:cNvPr id="431" name="Google Shape;431;p1"/>
          <p:cNvSpPr/>
          <p:nvPr/>
        </p:nvSpPr>
        <p:spPr>
          <a:xfrm>
            <a:off x="914400" y="2876550"/>
            <a:ext cx="4572000" cy="1384995"/>
          </a:xfrm>
          <a:prstGeom prst="rect">
            <a:avLst/>
          </a:prstGeom>
          <a:noFill/>
          <a:ln>
            <a:noFill/>
          </a:ln>
        </p:spPr>
        <p:txBody>
          <a:bodyPr anchorCtr="0" anchor="t" bIns="45700" lIns="91425" spcFirstLastPara="1" rIns="91425" wrap="square" tIns="45700">
            <a:spAutoFit/>
          </a:bodyPr>
          <a:lstStyle/>
          <a:p>
            <a:pPr indent="0" lvl="0" marL="0" marR="0" rtl="0" algn="l">
              <a:lnSpc>
                <a:spcPct val="150000"/>
              </a:lnSpc>
              <a:spcBef>
                <a:spcPts val="0"/>
              </a:spcBef>
              <a:spcAft>
                <a:spcPts val="0"/>
              </a:spcAft>
              <a:buNone/>
            </a:pPr>
            <a:r>
              <a:rPr b="0" i="1" lang="en" sz="1400" u="none" cap="none" strike="noStrike">
                <a:solidFill>
                  <a:srgbClr val="000000"/>
                </a:solidFill>
                <a:latin typeface="Arial"/>
                <a:ea typeface="Arial"/>
                <a:cs typeface="Arial"/>
                <a:sym typeface="Arial"/>
              </a:rPr>
              <a:t/>
            </a:r>
            <a:endParaRPr b="0" i="1" sz="1400" u="none" cap="none" strike="noStrike">
              <a:solidFill>
                <a:srgbClr val="000000"/>
              </a:solidFill>
              <a:latin typeface="Arial"/>
              <a:ea typeface="Arial"/>
              <a:cs typeface="Arial"/>
              <a:sym typeface="Arial"/>
            </a:endParaRPr>
          </a:p>
          <a:p>
            <a:pPr indent="0" lvl="0" marL="0" marR="0" rtl="0" algn="l">
              <a:lnSpc>
                <a:spcPct val="150000"/>
              </a:lnSpc>
              <a:spcBef>
                <a:spcPts val="0"/>
              </a:spcBef>
              <a:spcAft>
                <a:spcPts val="0"/>
              </a:spcAft>
              <a:buNone/>
            </a:pPr>
            <a:r>
              <a:rPr b="0" i="1" lang="en" sz="1400" u="none" cap="none" strike="noStrike">
                <a:solidFill>
                  <a:srgbClr val="000000"/>
                </a:solidFill>
                <a:latin typeface="Arial"/>
                <a:ea typeface="Arial"/>
                <a:cs typeface="Arial"/>
                <a:sym typeface="Arial"/>
              </a:rPr>
              <a:t>Studenți : </a:t>
            </a:r>
            <a:endParaRPr/>
          </a:p>
          <a:p>
            <a:pPr indent="0" lvl="0" marL="0" marR="0" rtl="0" algn="l">
              <a:lnSpc>
                <a:spcPct val="150000"/>
              </a:lnSpc>
              <a:spcBef>
                <a:spcPts val="0"/>
              </a:spcBef>
              <a:spcAft>
                <a:spcPts val="0"/>
              </a:spcAft>
              <a:buNone/>
            </a:pPr>
            <a:r>
              <a:rPr b="0" i="1" lang="en" sz="1400" u="none" cap="none" strike="noStrike">
                <a:solidFill>
                  <a:srgbClr val="000000"/>
                </a:solidFill>
                <a:latin typeface="Arial"/>
                <a:ea typeface="Arial"/>
                <a:cs typeface="Arial"/>
                <a:sym typeface="Arial"/>
              </a:rPr>
              <a:t>                   </a:t>
            </a:r>
            <a:endParaRPr/>
          </a:p>
          <a:p>
            <a:pPr indent="0" lvl="0" marL="0" marR="0" rtl="0" algn="l">
              <a:lnSpc>
                <a:spcPct val="150000"/>
              </a:lnSpc>
              <a:spcBef>
                <a:spcPts val="0"/>
              </a:spcBef>
              <a:spcAft>
                <a:spcPts val="0"/>
              </a:spcAft>
              <a:buNone/>
            </a:pPr>
            <a:r>
              <a:rPr b="0" i="1" lang="en" sz="1400" u="none" cap="none" strike="noStrike">
                <a:solidFill>
                  <a:srgbClr val="000000"/>
                </a:solidFill>
                <a:latin typeface="Arial"/>
                <a:ea typeface="Arial"/>
                <a:cs typeface="Arial"/>
                <a:sym typeface="Arial"/>
              </a:rPr>
              <a:t>                   </a:t>
            </a:r>
            <a:endParaRPr b="0" i="1" sz="1400" u="none" cap="none" strike="noStrike">
              <a:solidFill>
                <a:srgbClr val="000000"/>
              </a:solidFill>
              <a:latin typeface="Arial"/>
              <a:ea typeface="Arial"/>
              <a:cs typeface="Arial"/>
              <a:sym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 name="Shape 435"/>
        <p:cNvGrpSpPr/>
        <p:nvPr/>
      </p:nvGrpSpPr>
      <p:grpSpPr>
        <a:xfrm>
          <a:off x="0" y="0"/>
          <a:ext cx="0" cy="0"/>
          <a:chOff x="0" y="0"/>
          <a:chExt cx="0" cy="0"/>
        </a:xfrm>
      </p:grpSpPr>
      <p:sp>
        <p:nvSpPr>
          <p:cNvPr id="436" name="Google Shape;436;p2"/>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latin typeface="Arial"/>
                <a:ea typeface="Arial"/>
                <a:cs typeface="Arial"/>
                <a:sym typeface="Arial"/>
              </a:rPr>
              <a:t>Curpins</a:t>
            </a:r>
            <a:endParaRPr>
              <a:latin typeface="Arial"/>
              <a:ea typeface="Arial"/>
              <a:cs typeface="Arial"/>
              <a:sym typeface="Arial"/>
            </a:endParaRPr>
          </a:p>
        </p:txBody>
      </p:sp>
      <p:sp>
        <p:nvSpPr>
          <p:cNvPr id="437" name="Google Shape;437;p2"/>
          <p:cNvSpPr/>
          <p:nvPr/>
        </p:nvSpPr>
        <p:spPr>
          <a:xfrm>
            <a:off x="4626050" y="1641053"/>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2"/>
          <p:cNvSpPr txBox="1"/>
          <p:nvPr>
            <p:ph idx="1" type="subTitle"/>
          </p:nvPr>
        </p:nvSpPr>
        <p:spPr>
          <a:xfrm>
            <a:off x="1676400" y="1763624"/>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Introducere</a:t>
            </a:r>
            <a:endParaRPr/>
          </a:p>
        </p:txBody>
      </p:sp>
      <p:sp>
        <p:nvSpPr>
          <p:cNvPr id="439" name="Google Shape;439;p2"/>
          <p:cNvSpPr/>
          <p:nvPr/>
        </p:nvSpPr>
        <p:spPr>
          <a:xfrm>
            <a:off x="4716469" y="3261625"/>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2"/>
          <p:cNvSpPr/>
          <p:nvPr/>
        </p:nvSpPr>
        <p:spPr>
          <a:xfrm>
            <a:off x="794977" y="3287959"/>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2"/>
          <p:cNvSpPr txBox="1"/>
          <p:nvPr>
            <p:ph idx="3" type="subTitle"/>
          </p:nvPr>
        </p:nvSpPr>
        <p:spPr>
          <a:xfrm>
            <a:off x="1676400" y="3457807"/>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Sumator binar serie</a:t>
            </a:r>
            <a:endParaRPr/>
          </a:p>
        </p:txBody>
      </p:sp>
      <p:sp>
        <p:nvSpPr>
          <p:cNvPr id="442" name="Google Shape;442;p2"/>
          <p:cNvSpPr txBox="1"/>
          <p:nvPr>
            <p:ph idx="5" type="subTitle"/>
          </p:nvPr>
        </p:nvSpPr>
        <p:spPr>
          <a:xfrm>
            <a:off x="5638800" y="1708384"/>
            <a:ext cx="2673442" cy="666332"/>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Sumator binar elementar</a:t>
            </a:r>
            <a:endParaRPr/>
          </a:p>
          <a:p>
            <a:pPr indent="0" lvl="0" marL="0" rtl="0" algn="l">
              <a:lnSpc>
                <a:spcPct val="100000"/>
              </a:lnSpc>
              <a:spcBef>
                <a:spcPts val="1600"/>
              </a:spcBef>
              <a:spcAft>
                <a:spcPts val="1600"/>
              </a:spcAft>
              <a:buSzPts val="1400"/>
              <a:buNone/>
            </a:pPr>
            <a:r>
              <a:t/>
            </a:r>
            <a:endParaRPr/>
          </a:p>
        </p:txBody>
      </p:sp>
      <p:sp>
        <p:nvSpPr>
          <p:cNvPr id="443" name="Google Shape;443;p2"/>
          <p:cNvSpPr txBox="1"/>
          <p:nvPr>
            <p:ph idx="7" type="subTitle"/>
          </p:nvPr>
        </p:nvSpPr>
        <p:spPr>
          <a:xfrm>
            <a:off x="5638800" y="3455749"/>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Sumator binar paralel</a:t>
            </a:r>
            <a:endParaRPr/>
          </a:p>
          <a:p>
            <a:pPr indent="0" lvl="0" marL="0" rtl="0" algn="l">
              <a:lnSpc>
                <a:spcPct val="100000"/>
              </a:lnSpc>
              <a:spcBef>
                <a:spcPts val="1600"/>
              </a:spcBef>
              <a:spcAft>
                <a:spcPts val="0"/>
              </a:spcAft>
              <a:buClr>
                <a:schemeClr val="dk1"/>
              </a:buClr>
              <a:buSzPts val="1100"/>
              <a:buFont typeface="Arial"/>
              <a:buNone/>
            </a:pPr>
            <a:r>
              <a:t/>
            </a:r>
            <a:endParaRPr/>
          </a:p>
          <a:p>
            <a:pPr indent="0" lvl="0" marL="0" rtl="0" algn="l">
              <a:lnSpc>
                <a:spcPct val="100000"/>
              </a:lnSpc>
              <a:spcBef>
                <a:spcPts val="1600"/>
              </a:spcBef>
              <a:spcAft>
                <a:spcPts val="1600"/>
              </a:spcAft>
              <a:buClr>
                <a:schemeClr val="dk1"/>
              </a:buClr>
              <a:buSzPts val="1100"/>
              <a:buFont typeface="Arial"/>
              <a:buNone/>
            </a:pPr>
            <a:r>
              <a:t/>
            </a:r>
            <a:endParaRPr/>
          </a:p>
        </p:txBody>
      </p:sp>
      <p:grpSp>
        <p:nvGrpSpPr>
          <p:cNvPr id="444" name="Google Shape;444;p2"/>
          <p:cNvGrpSpPr/>
          <p:nvPr/>
        </p:nvGrpSpPr>
        <p:grpSpPr>
          <a:xfrm>
            <a:off x="923543" y="1696287"/>
            <a:ext cx="563967" cy="567127"/>
            <a:chOff x="4818100" y="1507675"/>
            <a:chExt cx="71225" cy="71625"/>
          </a:xfrm>
        </p:grpSpPr>
        <p:sp>
          <p:nvSpPr>
            <p:cNvPr id="445" name="Google Shape;445;p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9" name="Google Shape;449;p2"/>
          <p:cNvGrpSpPr/>
          <p:nvPr/>
        </p:nvGrpSpPr>
        <p:grpSpPr>
          <a:xfrm>
            <a:off x="923543" y="3386538"/>
            <a:ext cx="563967" cy="567127"/>
            <a:chOff x="4818100" y="1507675"/>
            <a:chExt cx="71225" cy="71625"/>
          </a:xfrm>
        </p:grpSpPr>
        <p:sp>
          <p:nvSpPr>
            <p:cNvPr id="450" name="Google Shape;450;p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4" name="Google Shape;454;p2"/>
          <p:cNvGrpSpPr/>
          <p:nvPr/>
        </p:nvGrpSpPr>
        <p:grpSpPr>
          <a:xfrm>
            <a:off x="4840020" y="3386538"/>
            <a:ext cx="563967" cy="567127"/>
            <a:chOff x="4818100" y="1507675"/>
            <a:chExt cx="71225" cy="71625"/>
          </a:xfrm>
        </p:grpSpPr>
        <p:sp>
          <p:nvSpPr>
            <p:cNvPr id="455" name="Google Shape;455;p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59" name="Google Shape;459;p2"/>
          <p:cNvSpPr/>
          <p:nvPr/>
        </p:nvSpPr>
        <p:spPr>
          <a:xfrm>
            <a:off x="792898" y="1583670"/>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0" name="Google Shape;460;p2"/>
          <p:cNvGrpSpPr/>
          <p:nvPr/>
        </p:nvGrpSpPr>
        <p:grpSpPr>
          <a:xfrm>
            <a:off x="923543" y="1669073"/>
            <a:ext cx="563967" cy="567127"/>
            <a:chOff x="4818100" y="1507675"/>
            <a:chExt cx="71225" cy="71625"/>
          </a:xfrm>
        </p:grpSpPr>
        <p:sp>
          <p:nvSpPr>
            <p:cNvPr id="461" name="Google Shape;461;p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 name="Google Shape;464;p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5" name="Google Shape;465;p2"/>
          <p:cNvGrpSpPr/>
          <p:nvPr/>
        </p:nvGrpSpPr>
        <p:grpSpPr>
          <a:xfrm>
            <a:off x="4716469" y="1729641"/>
            <a:ext cx="563967" cy="567127"/>
            <a:chOff x="4818100" y="1507675"/>
            <a:chExt cx="71225" cy="71625"/>
          </a:xfrm>
        </p:grpSpPr>
        <p:sp>
          <p:nvSpPr>
            <p:cNvPr id="466" name="Google Shape;466;p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 name="Google Shape;467;p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sp>
        <p:nvSpPr>
          <p:cNvPr id="474" name="Google Shape;474;p3"/>
          <p:cNvSpPr txBox="1"/>
          <p:nvPr>
            <p:ph type="title"/>
          </p:nvPr>
        </p:nvSpPr>
        <p:spPr>
          <a:xfrm>
            <a:off x="1167450" y="1168250"/>
            <a:ext cx="6809100" cy="2612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7200"/>
              <a:buNone/>
            </a:pPr>
            <a:r>
              <a:rPr lang="en">
                <a:latin typeface="Arial"/>
                <a:ea typeface="Arial"/>
                <a:cs typeface="Arial"/>
                <a:sym typeface="Arial"/>
              </a:rPr>
              <a:t>Introducere</a:t>
            </a:r>
            <a:endParaRPr>
              <a:latin typeface="Arial"/>
              <a:ea typeface="Arial"/>
              <a:cs typeface="Arial"/>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
          <p:cNvSpPr txBox="1"/>
          <p:nvPr>
            <p:ph idx="2" type="title"/>
          </p:nvPr>
        </p:nvSpPr>
        <p:spPr>
          <a:xfrm>
            <a:off x="1056100" y="1739050"/>
            <a:ext cx="2595000" cy="1688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latin typeface="Arial"/>
                <a:ea typeface="Arial"/>
                <a:cs typeface="Arial"/>
                <a:sym typeface="Arial"/>
              </a:rPr>
              <a:t>1</a:t>
            </a:r>
            <a:endParaRPr>
              <a:latin typeface="Arial"/>
              <a:ea typeface="Arial"/>
              <a:cs typeface="Arial"/>
              <a:sym typeface="Arial"/>
            </a:endParaRPr>
          </a:p>
        </p:txBody>
      </p:sp>
      <p:sp>
        <p:nvSpPr>
          <p:cNvPr id="480" name="Google Shape;480;p4"/>
          <p:cNvSpPr txBox="1"/>
          <p:nvPr>
            <p:ph type="title"/>
          </p:nvPr>
        </p:nvSpPr>
        <p:spPr>
          <a:xfrm>
            <a:off x="3962400" y="1428750"/>
            <a:ext cx="3801925" cy="237325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600"/>
              <a:buNone/>
            </a:pPr>
            <a:r>
              <a:rPr lang="en">
                <a:latin typeface="Arial"/>
                <a:ea typeface="Arial"/>
                <a:cs typeface="Arial"/>
                <a:sym typeface="Arial"/>
              </a:rPr>
              <a:t>Sumatorul binar elementar </a:t>
            </a:r>
            <a:endParaRPr>
              <a:latin typeface="Arial"/>
              <a:ea typeface="Arial"/>
              <a:cs typeface="Arial"/>
              <a:sym typeface="Aria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 name="Shape 484"/>
        <p:cNvGrpSpPr/>
        <p:nvPr/>
      </p:nvGrpSpPr>
      <p:grpSpPr>
        <a:xfrm>
          <a:off x="0" y="0"/>
          <a:ext cx="0" cy="0"/>
          <a:chOff x="0" y="0"/>
          <a:chExt cx="0" cy="0"/>
        </a:xfrm>
      </p:grpSpPr>
      <p:sp>
        <p:nvSpPr>
          <p:cNvPr id="485" name="Google Shape;485;p5"/>
          <p:cNvSpPr txBox="1"/>
          <p:nvPr>
            <p:ph idx="2" type="title"/>
          </p:nvPr>
        </p:nvSpPr>
        <p:spPr>
          <a:xfrm>
            <a:off x="1056100" y="1739050"/>
            <a:ext cx="2595000" cy="1688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latin typeface="Arial"/>
                <a:ea typeface="Arial"/>
                <a:cs typeface="Arial"/>
                <a:sym typeface="Arial"/>
              </a:rPr>
              <a:t>2</a:t>
            </a:r>
            <a:endParaRPr>
              <a:latin typeface="Arial"/>
              <a:ea typeface="Arial"/>
              <a:cs typeface="Arial"/>
              <a:sym typeface="Arial"/>
            </a:endParaRPr>
          </a:p>
        </p:txBody>
      </p:sp>
      <p:sp>
        <p:nvSpPr>
          <p:cNvPr id="486" name="Google Shape;486;p5"/>
          <p:cNvSpPr txBox="1"/>
          <p:nvPr>
            <p:ph type="title"/>
          </p:nvPr>
        </p:nvSpPr>
        <p:spPr>
          <a:xfrm>
            <a:off x="4075825" y="1821400"/>
            <a:ext cx="3993300" cy="15234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600"/>
              <a:buNone/>
            </a:pPr>
            <a:r>
              <a:rPr lang="en">
                <a:latin typeface="Arial"/>
                <a:ea typeface="Arial"/>
                <a:cs typeface="Arial"/>
                <a:sym typeface="Arial"/>
              </a:rPr>
              <a:t>Sumatorul binar serie </a:t>
            </a:r>
            <a:endParaRPr>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 name="Shape 490"/>
        <p:cNvGrpSpPr/>
        <p:nvPr/>
      </p:nvGrpSpPr>
      <p:grpSpPr>
        <a:xfrm>
          <a:off x="0" y="0"/>
          <a:ext cx="0" cy="0"/>
          <a:chOff x="0" y="0"/>
          <a:chExt cx="0" cy="0"/>
        </a:xfrm>
      </p:grpSpPr>
      <p:sp>
        <p:nvSpPr>
          <p:cNvPr id="491" name="Google Shape;491;p6"/>
          <p:cNvSpPr txBox="1"/>
          <p:nvPr>
            <p:ph type="title"/>
          </p:nvPr>
        </p:nvSpPr>
        <p:spPr>
          <a:xfrm>
            <a:off x="1094125" y="281670"/>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latin typeface="Arial"/>
                <a:ea typeface="Arial"/>
                <a:cs typeface="Arial"/>
                <a:sym typeface="Arial"/>
              </a:rPr>
              <a:t>Definiție și caracteristici</a:t>
            </a:r>
            <a:endParaRPr>
              <a:latin typeface="Arial"/>
              <a:ea typeface="Arial"/>
              <a:cs typeface="Arial"/>
              <a:sym typeface="Arial"/>
            </a:endParaRPr>
          </a:p>
        </p:txBody>
      </p:sp>
      <p:sp>
        <p:nvSpPr>
          <p:cNvPr id="492" name="Google Shape;492;p6"/>
          <p:cNvSpPr txBox="1"/>
          <p:nvPr>
            <p:ph idx="1" type="subTitle"/>
          </p:nvPr>
        </p:nvSpPr>
        <p:spPr>
          <a:xfrm>
            <a:off x="702925" y="1133350"/>
            <a:ext cx="7738200" cy="3024000"/>
          </a:xfrm>
          <a:prstGeom prst="rect">
            <a:avLst/>
          </a:prstGeom>
          <a:noFill/>
          <a:ln>
            <a:noFill/>
          </a:ln>
        </p:spPr>
        <p:txBody>
          <a:bodyPr anchorCtr="0" anchor="t" bIns="91425" lIns="91425" spcFirstLastPara="1" rIns="91425" wrap="square" tIns="91425">
            <a:noAutofit/>
          </a:bodyPr>
          <a:lstStyle/>
          <a:p>
            <a:pPr indent="0" lvl="0" marL="0" rtl="0" algn="l">
              <a:lnSpc>
                <a:spcPct val="200000"/>
              </a:lnSpc>
              <a:spcBef>
                <a:spcPts val="0"/>
              </a:spcBef>
              <a:spcAft>
                <a:spcPts val="0"/>
              </a:spcAft>
              <a:buClr>
                <a:schemeClr val="dk1"/>
              </a:buClr>
              <a:buSzPts val="1100"/>
              <a:buFont typeface="Arial"/>
              <a:buNone/>
            </a:pPr>
            <a:r>
              <a:rPr lang="en"/>
              <a:t>   </a:t>
            </a:r>
            <a:endParaRPr/>
          </a:p>
          <a:p>
            <a:pPr indent="0" lvl="0" marL="0" rtl="0" algn="l">
              <a:lnSpc>
                <a:spcPct val="200000"/>
              </a:lnSpc>
              <a:spcBef>
                <a:spcPts val="0"/>
              </a:spcBef>
              <a:spcAft>
                <a:spcPts val="0"/>
              </a:spcAft>
              <a:buClr>
                <a:schemeClr val="dk1"/>
              </a:buClr>
              <a:buSzPts val="1100"/>
              <a:buFont typeface="Arial"/>
              <a:buNone/>
            </a:pPr>
            <a:r>
              <a:rPr lang="en">
                <a:latin typeface="Arial"/>
                <a:ea typeface="Arial"/>
                <a:cs typeface="Arial"/>
                <a:sym typeface="Arial"/>
              </a:rPr>
              <a:t>     Sumatorul serie este un subsistem logic combinațional în care biții de același rang ai celor două numere care trebuiesc adunate sunt aplicați la intrările sumatorului, în mod succesiv, rang după rang.</a:t>
            </a:r>
            <a:endParaRPr>
              <a:latin typeface="Arial"/>
              <a:ea typeface="Arial"/>
              <a:cs typeface="Arial"/>
              <a:sym typeface="Arial"/>
            </a:endParaRPr>
          </a:p>
          <a:p>
            <a:pPr indent="0" lvl="0" marL="0" rtl="0" algn="l">
              <a:lnSpc>
                <a:spcPct val="200000"/>
              </a:lnSpc>
              <a:spcBef>
                <a:spcPts val="0"/>
              </a:spcBef>
              <a:spcAft>
                <a:spcPts val="0"/>
              </a:spcAft>
              <a:buClr>
                <a:schemeClr val="dk1"/>
              </a:buClr>
              <a:buSzPts val="1100"/>
              <a:buFont typeface="Arial"/>
              <a:buNone/>
            </a:pPr>
            <a:r>
              <a:rPr lang="en">
                <a:latin typeface="Arial"/>
                <a:ea typeface="Arial"/>
                <a:cs typeface="Arial"/>
                <a:sym typeface="Arial"/>
              </a:rPr>
              <a:t>    Acest tip de sumator se utilizează rar, din cauza duratei mari de  adunare a operației a celor n biți (n*𝝅) ai numerelor,unde  𝝅 reprezintă timpul de rezoluție(întârziere) introdusă în bistabilul de tip D.</a:t>
            </a:r>
            <a:endParaRPr>
              <a:latin typeface="Arial"/>
              <a:ea typeface="Arial"/>
              <a:cs typeface="Arial"/>
              <a:sym typeface="Arial"/>
            </a:endParaRPr>
          </a:p>
          <a:p>
            <a:pPr indent="0" lvl="0" marL="0" rtl="0" algn="l">
              <a:lnSpc>
                <a:spcPct val="200000"/>
              </a:lnSpc>
              <a:spcBef>
                <a:spcPts val="0"/>
              </a:spcBef>
              <a:spcAft>
                <a:spcPts val="0"/>
              </a:spcAft>
              <a:buClr>
                <a:schemeClr val="dk1"/>
              </a:buClr>
              <a:buSzPts val="1100"/>
              <a:buFont typeface="Arial"/>
              <a:buNone/>
            </a:pPr>
            <a:r>
              <a:rPr lang="en">
                <a:latin typeface="Arial"/>
                <a:ea typeface="Arial"/>
                <a:cs typeface="Arial"/>
                <a:sym typeface="Arial"/>
              </a:rPr>
              <a:t>    Este o soluție mai economică din punct de vedere al componentelor ,dar este mult prea lentă în raport cu alte tipuri de sumatoare</a:t>
            </a:r>
            <a:r>
              <a:rPr lang="en"/>
              <a: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 name="Shape 496"/>
        <p:cNvGrpSpPr/>
        <p:nvPr/>
      </p:nvGrpSpPr>
      <p:grpSpPr>
        <a:xfrm>
          <a:off x="0" y="0"/>
          <a:ext cx="0" cy="0"/>
          <a:chOff x="0" y="0"/>
          <a:chExt cx="0" cy="0"/>
        </a:xfrm>
      </p:grpSpPr>
      <p:sp>
        <p:nvSpPr>
          <p:cNvPr id="497" name="Google Shape;497;p7"/>
          <p:cNvSpPr txBox="1"/>
          <p:nvPr>
            <p:ph type="title"/>
          </p:nvPr>
        </p:nvSpPr>
        <p:spPr>
          <a:xfrm>
            <a:off x="2493150" y="1445325"/>
            <a:ext cx="4157700" cy="1847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t/>
            </a:r>
            <a:endParaRPr/>
          </a:p>
        </p:txBody>
      </p:sp>
      <p:sp>
        <p:nvSpPr>
          <p:cNvPr id="498" name="Google Shape;498;p7"/>
          <p:cNvSpPr txBox="1"/>
          <p:nvPr>
            <p:ph idx="2" type="title"/>
          </p:nvPr>
        </p:nvSpPr>
        <p:spPr>
          <a:xfrm>
            <a:off x="2999550" y="3695750"/>
            <a:ext cx="3144900" cy="874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latin typeface="Arial"/>
                <a:ea typeface="Arial"/>
                <a:cs typeface="Arial"/>
                <a:sym typeface="Arial"/>
              </a:rPr>
              <a:t>Schema bloc a sumatorului binar serie</a:t>
            </a:r>
            <a:endParaRPr>
              <a:latin typeface="Arial"/>
              <a:ea typeface="Arial"/>
              <a:cs typeface="Arial"/>
              <a:sym typeface="Arial"/>
            </a:endParaRPr>
          </a:p>
        </p:txBody>
      </p:sp>
      <p:pic>
        <p:nvPicPr>
          <p:cNvPr id="499" name="Google Shape;499;p7"/>
          <p:cNvPicPr preferRelativeResize="0"/>
          <p:nvPr/>
        </p:nvPicPr>
        <p:blipFill rotWithShape="1">
          <a:blip r:embed="rId3">
            <a:alphaModFix/>
          </a:blip>
          <a:srcRect b="0" l="0" r="0" t="0"/>
          <a:stretch/>
        </p:blipFill>
        <p:spPr>
          <a:xfrm>
            <a:off x="2286500" y="1034638"/>
            <a:ext cx="4571000" cy="26687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 name="Shape 503"/>
        <p:cNvGrpSpPr/>
        <p:nvPr/>
      </p:nvGrpSpPr>
      <p:grpSpPr>
        <a:xfrm>
          <a:off x="0" y="0"/>
          <a:ext cx="0" cy="0"/>
          <a:chOff x="0" y="0"/>
          <a:chExt cx="0" cy="0"/>
        </a:xfrm>
      </p:grpSpPr>
      <p:sp>
        <p:nvSpPr>
          <p:cNvPr id="504" name="Google Shape;504;p8"/>
          <p:cNvSpPr txBox="1"/>
          <p:nvPr>
            <p:ph idx="2" type="title"/>
          </p:nvPr>
        </p:nvSpPr>
        <p:spPr>
          <a:xfrm>
            <a:off x="1056100" y="1739050"/>
            <a:ext cx="2595000" cy="1688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latin typeface="Arial"/>
                <a:ea typeface="Arial"/>
                <a:cs typeface="Arial"/>
                <a:sym typeface="Arial"/>
              </a:rPr>
              <a:t>3</a:t>
            </a:r>
            <a:endParaRPr>
              <a:latin typeface="Arial"/>
              <a:ea typeface="Arial"/>
              <a:cs typeface="Arial"/>
              <a:sym typeface="Arial"/>
            </a:endParaRPr>
          </a:p>
        </p:txBody>
      </p:sp>
      <p:sp>
        <p:nvSpPr>
          <p:cNvPr id="505" name="Google Shape;505;p8"/>
          <p:cNvSpPr txBox="1"/>
          <p:nvPr>
            <p:ph type="title"/>
          </p:nvPr>
        </p:nvSpPr>
        <p:spPr>
          <a:xfrm>
            <a:off x="3903225" y="1475950"/>
            <a:ext cx="3945375" cy="19340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600"/>
              <a:buNone/>
            </a:pPr>
            <a:r>
              <a:rPr lang="en">
                <a:latin typeface="Arial"/>
                <a:ea typeface="Arial"/>
                <a:cs typeface="Arial"/>
                <a:sym typeface="Arial"/>
              </a:rPr>
              <a:t>Sumatorul binar paralel </a:t>
            </a:r>
            <a:endParaRPr>
              <a:latin typeface="Arial"/>
              <a:ea typeface="Arial"/>
              <a:cs typeface="Arial"/>
              <a:sym typeface="Aria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 name="Shape 509"/>
        <p:cNvGrpSpPr/>
        <p:nvPr/>
      </p:nvGrpSpPr>
      <p:grpSpPr>
        <a:xfrm>
          <a:off x="0" y="0"/>
          <a:ext cx="0" cy="0"/>
          <a:chOff x="0" y="0"/>
          <a:chExt cx="0" cy="0"/>
        </a:xfrm>
      </p:grpSpPr>
      <p:sp>
        <p:nvSpPr>
          <p:cNvPr id="510" name="Google Shape;510;p9"/>
          <p:cNvSpPr txBox="1"/>
          <p:nvPr>
            <p:ph type="title"/>
          </p:nvPr>
        </p:nvSpPr>
        <p:spPr>
          <a:xfrm>
            <a:off x="1094125" y="281670"/>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latin typeface="Arial"/>
                <a:ea typeface="Arial"/>
                <a:cs typeface="Arial"/>
                <a:sym typeface="Arial"/>
              </a:rPr>
              <a:t>Definiție</a:t>
            </a:r>
            <a:r>
              <a:rPr lang="en"/>
              <a:t> </a:t>
            </a:r>
            <a:endParaRPr/>
          </a:p>
        </p:txBody>
      </p:sp>
      <p:sp>
        <p:nvSpPr>
          <p:cNvPr id="511" name="Google Shape;511;p9"/>
          <p:cNvSpPr txBox="1"/>
          <p:nvPr>
            <p:ph idx="1" type="subTitle"/>
          </p:nvPr>
        </p:nvSpPr>
        <p:spPr>
          <a:xfrm>
            <a:off x="702925" y="1133350"/>
            <a:ext cx="7738200" cy="1326300"/>
          </a:xfrm>
          <a:prstGeom prst="rect">
            <a:avLst/>
          </a:prstGeom>
          <a:noFill/>
          <a:ln>
            <a:noFill/>
          </a:ln>
        </p:spPr>
        <p:txBody>
          <a:bodyPr anchorCtr="0" anchor="t" bIns="91425" lIns="91425" spcFirstLastPara="1" rIns="91425" wrap="square" tIns="91425">
            <a:noAutofit/>
          </a:bodyPr>
          <a:lstStyle/>
          <a:p>
            <a:pPr indent="0" lvl="0" marL="0" rtl="0" algn="l">
              <a:lnSpc>
                <a:spcPct val="200000"/>
              </a:lnSpc>
              <a:spcBef>
                <a:spcPts val="0"/>
              </a:spcBef>
              <a:spcAft>
                <a:spcPts val="0"/>
              </a:spcAft>
              <a:buClr>
                <a:schemeClr val="dk1"/>
              </a:buClr>
              <a:buSzPts val="1100"/>
              <a:buFont typeface="Arial"/>
              <a:buNone/>
            </a:pPr>
            <a:r>
              <a:rPr lang="en"/>
              <a:t>   </a:t>
            </a:r>
            <a:r>
              <a:rPr lang="en">
                <a:latin typeface="Arial"/>
                <a:ea typeface="Arial"/>
                <a:cs typeface="Arial"/>
                <a:sym typeface="Arial"/>
              </a:rPr>
              <a:t>Sumatorul binar paralel este un circuit logic combinațional cu 2n+1 intrări şi n+1 ieşiri, care însumează cifrele, aflate pe poziţii corespondente, a două numere binare cu n cifre ţinând cont de un eventual transport iniţial C0 şi generează un număr binar cu n +1 cifre, cifrele sumei şi cifra transportului</a:t>
            </a:r>
            <a:r>
              <a:rPr lang="en"/>
              <a:t>.</a:t>
            </a:r>
            <a:endParaRPr/>
          </a:p>
        </p:txBody>
      </p:sp>
      <p:pic>
        <p:nvPicPr>
          <p:cNvPr id="512" name="Google Shape;512;p9"/>
          <p:cNvPicPr preferRelativeResize="0"/>
          <p:nvPr/>
        </p:nvPicPr>
        <p:blipFill rotWithShape="1">
          <a:blip r:embed="rId3">
            <a:alphaModFix/>
          </a:blip>
          <a:srcRect b="0" l="0" r="0" t="0"/>
          <a:stretch/>
        </p:blipFill>
        <p:spPr>
          <a:xfrm>
            <a:off x="2435950" y="2459650"/>
            <a:ext cx="3810000" cy="198120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 name="Shape 516"/>
        <p:cNvGrpSpPr/>
        <p:nvPr/>
      </p:nvGrpSpPr>
      <p:grpSpPr>
        <a:xfrm>
          <a:off x="0" y="0"/>
          <a:ext cx="0" cy="0"/>
          <a:chOff x="0" y="0"/>
          <a:chExt cx="0" cy="0"/>
        </a:xfrm>
      </p:grpSpPr>
      <p:sp>
        <p:nvSpPr>
          <p:cNvPr id="517" name="Google Shape;517;p10"/>
          <p:cNvSpPr txBox="1"/>
          <p:nvPr>
            <p:ph type="title"/>
          </p:nvPr>
        </p:nvSpPr>
        <p:spPr>
          <a:xfrm>
            <a:off x="1094125" y="281670"/>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latin typeface="Arial"/>
                <a:ea typeface="Arial"/>
                <a:cs typeface="Arial"/>
                <a:sym typeface="Arial"/>
              </a:rPr>
              <a:t>Caracteristici</a:t>
            </a:r>
            <a:endParaRPr>
              <a:latin typeface="Arial"/>
              <a:ea typeface="Arial"/>
              <a:cs typeface="Arial"/>
              <a:sym typeface="Arial"/>
            </a:endParaRPr>
          </a:p>
        </p:txBody>
      </p:sp>
      <p:sp>
        <p:nvSpPr>
          <p:cNvPr id="518" name="Google Shape;518;p10"/>
          <p:cNvSpPr txBox="1"/>
          <p:nvPr>
            <p:ph idx="1" type="subTitle"/>
          </p:nvPr>
        </p:nvSpPr>
        <p:spPr>
          <a:xfrm>
            <a:off x="702925" y="1133350"/>
            <a:ext cx="7738200" cy="3024000"/>
          </a:xfrm>
          <a:prstGeom prst="rect">
            <a:avLst/>
          </a:prstGeom>
          <a:noFill/>
          <a:ln>
            <a:noFill/>
          </a:ln>
        </p:spPr>
        <p:txBody>
          <a:bodyPr anchorCtr="0" anchor="t" bIns="91425" lIns="91425" spcFirstLastPara="1" rIns="91425" wrap="square" tIns="91425">
            <a:noAutofit/>
          </a:bodyPr>
          <a:lstStyle/>
          <a:p>
            <a:pPr indent="0" lvl="0" marL="0" rtl="0" algn="l">
              <a:lnSpc>
                <a:spcPct val="200000"/>
              </a:lnSpc>
              <a:spcBef>
                <a:spcPts val="0"/>
              </a:spcBef>
              <a:spcAft>
                <a:spcPts val="0"/>
              </a:spcAft>
              <a:buClr>
                <a:schemeClr val="dk1"/>
              </a:buClr>
              <a:buSzPts val="1100"/>
              <a:buFont typeface="Arial"/>
              <a:buNone/>
            </a:pPr>
            <a:r>
              <a:rPr lang="en"/>
              <a:t>   </a:t>
            </a:r>
            <a:endParaRPr/>
          </a:p>
          <a:p>
            <a:pPr indent="0" lvl="0" marL="0" rtl="0" algn="l">
              <a:lnSpc>
                <a:spcPct val="200000"/>
              </a:lnSpc>
              <a:spcBef>
                <a:spcPts val="0"/>
              </a:spcBef>
              <a:spcAft>
                <a:spcPts val="0"/>
              </a:spcAft>
              <a:buClr>
                <a:schemeClr val="dk1"/>
              </a:buClr>
              <a:buSzPts val="1100"/>
              <a:buFont typeface="Arial"/>
              <a:buNone/>
            </a:pPr>
            <a:r>
              <a:rPr lang="en" sz="1400">
                <a:latin typeface="Arial"/>
                <a:ea typeface="Arial"/>
                <a:cs typeface="Arial"/>
                <a:sym typeface="Arial"/>
              </a:rPr>
              <a:t>   Este  format, în cazul general, din n circuite elementare identice (sumatoare complete pentru un rang) la care cei n biţi, ai celor două numere care trebuiesc adunate, se aplică simultan sau în paralel la intrările celor n circuite elementare. </a:t>
            </a:r>
            <a:endParaRPr sz="1400">
              <a:latin typeface="Arial"/>
              <a:ea typeface="Arial"/>
              <a:cs typeface="Arial"/>
              <a:sym typeface="Arial"/>
            </a:endParaRPr>
          </a:p>
          <a:p>
            <a:pPr indent="0" lvl="0" marL="0" rtl="0" algn="l">
              <a:lnSpc>
                <a:spcPct val="200000"/>
              </a:lnSpc>
              <a:spcBef>
                <a:spcPts val="0"/>
              </a:spcBef>
              <a:spcAft>
                <a:spcPts val="0"/>
              </a:spcAft>
              <a:buClr>
                <a:schemeClr val="dk1"/>
              </a:buClr>
              <a:buSzPts val="1100"/>
              <a:buFont typeface="Arial"/>
              <a:buNone/>
            </a:pPr>
            <a:r>
              <a:rPr lang="en" sz="1400">
                <a:latin typeface="Arial"/>
                <a:ea typeface="Arial"/>
                <a:cs typeface="Arial"/>
                <a:sym typeface="Arial"/>
              </a:rPr>
              <a:t>    De obicei, sumatorul paralel se realizează sub forma unui circuit iterativ, în care celula de bază este un sumator complet pentru un rang (sumatorul elementar) sau pentru mai multe ranguri, de obicei patru. </a:t>
            </a:r>
            <a:endParaRPr sz="1400">
              <a:latin typeface="Arial"/>
              <a:ea typeface="Arial"/>
              <a:cs typeface="Arial"/>
              <a:sym typeface="Aria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11"/>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latin typeface="Arial"/>
                <a:ea typeface="Arial"/>
                <a:cs typeface="Arial"/>
                <a:sym typeface="Arial"/>
              </a:rPr>
              <a:t>Clasificare</a:t>
            </a:r>
            <a:endParaRPr>
              <a:latin typeface="Arial"/>
              <a:ea typeface="Arial"/>
              <a:cs typeface="Arial"/>
              <a:sym typeface="Arial"/>
            </a:endParaRPr>
          </a:p>
        </p:txBody>
      </p:sp>
      <p:sp>
        <p:nvSpPr>
          <p:cNvPr id="524" name="Google Shape;524;p11"/>
          <p:cNvSpPr txBox="1"/>
          <p:nvPr>
            <p:ph idx="2" type="subTitle"/>
          </p:nvPr>
        </p:nvSpPr>
        <p:spPr>
          <a:xfrm>
            <a:off x="1186675" y="2831550"/>
            <a:ext cx="2895300" cy="797400"/>
          </a:xfrm>
          <a:prstGeom prst="rect">
            <a:avLst/>
          </a:prstGeom>
          <a:noFill/>
          <a:ln>
            <a:noFill/>
          </a:ln>
        </p:spPr>
        <p:txBody>
          <a:bodyPr anchorCtr="0" anchor="t" bIns="91425" lIns="91425" spcFirstLastPara="1" rIns="91425" wrap="square" tIns="91425">
            <a:noAutofit/>
          </a:bodyPr>
          <a:lstStyle/>
          <a:p>
            <a:pPr indent="0" lvl="0" marL="0" rtl="0" algn="ctr">
              <a:lnSpc>
                <a:spcPct val="150000"/>
              </a:lnSpc>
              <a:spcBef>
                <a:spcPts val="0"/>
              </a:spcBef>
              <a:spcAft>
                <a:spcPts val="1600"/>
              </a:spcAft>
              <a:buClr>
                <a:schemeClr val="dk1"/>
              </a:buClr>
              <a:buSzPts val="1100"/>
              <a:buFont typeface="Arial"/>
              <a:buNone/>
            </a:pPr>
            <a:r>
              <a:rPr lang="en">
                <a:latin typeface="Arial"/>
                <a:ea typeface="Arial"/>
                <a:cs typeface="Arial"/>
                <a:sym typeface="Arial"/>
              </a:rPr>
              <a:t>sumatoare cu propagarea transportului în seri</a:t>
            </a:r>
            <a:r>
              <a:rPr lang="en"/>
              <a:t>e </a:t>
            </a:r>
            <a:endParaRPr sz="1200"/>
          </a:p>
        </p:txBody>
      </p:sp>
      <p:sp>
        <p:nvSpPr>
          <p:cNvPr id="525" name="Google Shape;525;p11"/>
          <p:cNvSpPr txBox="1"/>
          <p:nvPr>
            <p:ph idx="4" type="subTitle"/>
          </p:nvPr>
        </p:nvSpPr>
        <p:spPr>
          <a:xfrm>
            <a:off x="5342000" y="2870400"/>
            <a:ext cx="2641200" cy="719700"/>
          </a:xfrm>
          <a:prstGeom prst="rect">
            <a:avLst/>
          </a:prstGeom>
          <a:noFill/>
          <a:ln>
            <a:noFill/>
          </a:ln>
        </p:spPr>
        <p:txBody>
          <a:bodyPr anchorCtr="0" anchor="t" bIns="91425" lIns="91425" spcFirstLastPara="1" rIns="91425" wrap="square" tIns="91425">
            <a:noAutofit/>
          </a:bodyPr>
          <a:lstStyle/>
          <a:p>
            <a:pPr indent="0" lvl="0" marL="0" rtl="0" algn="ctr">
              <a:lnSpc>
                <a:spcPct val="150000"/>
              </a:lnSpc>
              <a:spcBef>
                <a:spcPts val="0"/>
              </a:spcBef>
              <a:spcAft>
                <a:spcPts val="1600"/>
              </a:spcAft>
              <a:buSzPts val="1400"/>
              <a:buNone/>
            </a:pPr>
            <a:r>
              <a:rPr lang="en">
                <a:latin typeface="Arial"/>
                <a:ea typeface="Arial"/>
                <a:cs typeface="Arial"/>
                <a:sym typeface="Arial"/>
              </a:rPr>
              <a:t>sumatoare cu propagarea transportului în paralel</a:t>
            </a:r>
            <a:endParaRPr>
              <a:latin typeface="Arial"/>
              <a:ea typeface="Arial"/>
              <a:cs typeface="Arial"/>
              <a:sym typeface="Arial"/>
            </a:endParaRPr>
          </a:p>
        </p:txBody>
      </p:sp>
      <p:sp>
        <p:nvSpPr>
          <p:cNvPr id="526" name="Google Shape;526;p11"/>
          <p:cNvSpPr/>
          <p:nvPr/>
        </p:nvSpPr>
        <p:spPr>
          <a:xfrm>
            <a:off x="1759925" y="1727900"/>
            <a:ext cx="1616700" cy="995700"/>
          </a:xfrm>
          <a:prstGeom prst="round1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11"/>
          <p:cNvSpPr/>
          <p:nvPr/>
        </p:nvSpPr>
        <p:spPr>
          <a:xfrm>
            <a:off x="6069300" y="1727900"/>
            <a:ext cx="995700" cy="995700"/>
          </a:xfrm>
          <a:prstGeom prst="round1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11"/>
          <p:cNvSpPr/>
          <p:nvPr/>
        </p:nvSpPr>
        <p:spPr>
          <a:xfrm flipH="1" rot="10800000">
            <a:off x="1858325" y="2007163"/>
            <a:ext cx="733650" cy="437174"/>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 name="Google Shape;529;p11"/>
          <p:cNvSpPr/>
          <p:nvPr/>
        </p:nvSpPr>
        <p:spPr>
          <a:xfrm flipH="1" rot="10800000">
            <a:off x="6243000" y="1808638"/>
            <a:ext cx="733650" cy="437174"/>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 name="Google Shape;530;p11"/>
          <p:cNvSpPr/>
          <p:nvPr/>
        </p:nvSpPr>
        <p:spPr>
          <a:xfrm flipH="1" rot="10800000">
            <a:off x="6243000" y="2245800"/>
            <a:ext cx="733650" cy="437174"/>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11"/>
          <p:cNvSpPr/>
          <p:nvPr/>
        </p:nvSpPr>
        <p:spPr>
          <a:xfrm flipH="1" rot="10800000">
            <a:off x="2591975" y="2007163"/>
            <a:ext cx="733650" cy="437174"/>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 name="Shape 535"/>
        <p:cNvGrpSpPr/>
        <p:nvPr/>
      </p:nvGrpSpPr>
      <p:grpSpPr>
        <a:xfrm>
          <a:off x="0" y="0"/>
          <a:ext cx="0" cy="0"/>
          <a:chOff x="0" y="0"/>
          <a:chExt cx="0" cy="0"/>
        </a:xfrm>
      </p:grpSpPr>
      <p:sp>
        <p:nvSpPr>
          <p:cNvPr id="536" name="Google Shape;536;p12"/>
          <p:cNvSpPr txBox="1"/>
          <p:nvPr>
            <p:ph type="title"/>
          </p:nvPr>
        </p:nvSpPr>
        <p:spPr>
          <a:xfrm>
            <a:off x="2493150" y="1445325"/>
            <a:ext cx="4157700" cy="1847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t/>
            </a:r>
            <a:endParaRPr/>
          </a:p>
        </p:txBody>
      </p:sp>
      <p:sp>
        <p:nvSpPr>
          <p:cNvPr id="537" name="Google Shape;537;p12"/>
          <p:cNvSpPr txBox="1"/>
          <p:nvPr>
            <p:ph idx="2" type="title"/>
          </p:nvPr>
        </p:nvSpPr>
        <p:spPr>
          <a:xfrm>
            <a:off x="1888225" y="3782050"/>
            <a:ext cx="5367900" cy="874200"/>
          </a:xfrm>
          <a:prstGeom prst="rect">
            <a:avLst/>
          </a:prstGeom>
          <a:noFill/>
          <a:ln>
            <a:noFill/>
          </a:ln>
        </p:spPr>
        <p:txBody>
          <a:bodyPr anchorCtr="0" anchor="ctr" bIns="91425" lIns="91425" spcFirstLastPara="1" rIns="91425" wrap="square" tIns="91425">
            <a:noAutofit/>
          </a:bodyPr>
          <a:lstStyle/>
          <a:p>
            <a:pPr indent="0" lvl="0" marL="0" rtl="0" algn="ctr">
              <a:lnSpc>
                <a:spcPct val="150000"/>
              </a:lnSpc>
              <a:spcBef>
                <a:spcPts val="0"/>
              </a:spcBef>
              <a:spcAft>
                <a:spcPts val="0"/>
              </a:spcAft>
              <a:buSzPts val="3000"/>
              <a:buNone/>
            </a:pPr>
            <a:r>
              <a:rPr lang="en">
                <a:latin typeface="Arial"/>
                <a:ea typeface="Arial"/>
                <a:cs typeface="Arial"/>
                <a:sym typeface="Arial"/>
              </a:rPr>
              <a:t>Schema bloc a  sumatoarului de 4 biți cu propagarea transportului în serie  </a:t>
            </a:r>
            <a:endParaRPr>
              <a:latin typeface="Arial"/>
              <a:ea typeface="Arial"/>
              <a:cs typeface="Arial"/>
              <a:sym typeface="Arial"/>
            </a:endParaRPr>
          </a:p>
        </p:txBody>
      </p:sp>
      <p:pic>
        <p:nvPicPr>
          <p:cNvPr id="538" name="Google Shape;538;p12"/>
          <p:cNvPicPr preferRelativeResize="0"/>
          <p:nvPr/>
        </p:nvPicPr>
        <p:blipFill rotWithShape="1">
          <a:blip r:embed="rId3">
            <a:alphaModFix/>
          </a:blip>
          <a:srcRect b="0" l="0" r="0" t="0"/>
          <a:stretch/>
        </p:blipFill>
        <p:spPr>
          <a:xfrm>
            <a:off x="1888238" y="1024350"/>
            <a:ext cx="5367875" cy="2689350"/>
          </a:xfrm>
          <a:prstGeom prst="rect">
            <a:avLst/>
          </a:prstGeom>
          <a:noFill/>
          <a:ln>
            <a:noFill/>
          </a:ln>
        </p:spPr>
      </p:pic>
      <p:pic>
        <p:nvPicPr>
          <p:cNvPr id="539" name="Google Shape;539;p12"/>
          <p:cNvPicPr preferRelativeResize="0"/>
          <p:nvPr/>
        </p:nvPicPr>
        <p:blipFill rotWithShape="1">
          <a:blip r:embed="rId4">
            <a:alphaModFix/>
          </a:blip>
          <a:srcRect b="0" l="0" r="0" t="0"/>
          <a:stretch/>
        </p:blipFill>
        <p:spPr>
          <a:xfrm>
            <a:off x="3586350" y="347725"/>
            <a:ext cx="1971675" cy="48577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 name="Shape 543"/>
        <p:cNvGrpSpPr/>
        <p:nvPr/>
      </p:nvGrpSpPr>
      <p:grpSpPr>
        <a:xfrm>
          <a:off x="0" y="0"/>
          <a:ext cx="0" cy="0"/>
          <a:chOff x="0" y="0"/>
          <a:chExt cx="0" cy="0"/>
        </a:xfrm>
      </p:grpSpPr>
      <p:sp>
        <p:nvSpPr>
          <p:cNvPr id="544" name="Google Shape;544;p13"/>
          <p:cNvSpPr txBox="1"/>
          <p:nvPr/>
        </p:nvSpPr>
        <p:spPr>
          <a:xfrm>
            <a:off x="2143075" y="1451650"/>
            <a:ext cx="34692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Montserrat"/>
              <a:ea typeface="Montserrat"/>
              <a:cs typeface="Montserrat"/>
              <a:sym typeface="Montserrat"/>
            </a:endParaRPr>
          </a:p>
        </p:txBody>
      </p:sp>
      <p:sp>
        <p:nvSpPr>
          <p:cNvPr id="545" name="Google Shape;545;p13"/>
          <p:cNvSpPr txBox="1"/>
          <p:nvPr/>
        </p:nvSpPr>
        <p:spPr>
          <a:xfrm>
            <a:off x="1981200" y="1741800"/>
            <a:ext cx="5341825" cy="14775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4200"/>
              <a:buFont typeface="Arial"/>
              <a:buNone/>
            </a:pPr>
            <a:r>
              <a:rPr b="1" i="0" lang="en" sz="4200" u="none" cap="none" strike="noStrike">
                <a:solidFill>
                  <a:schemeClr val="accent1"/>
                </a:solidFill>
                <a:latin typeface="Arial"/>
                <a:ea typeface="Arial"/>
                <a:cs typeface="Arial"/>
                <a:sym typeface="Arial"/>
              </a:rPr>
              <a:t>Sumatoare binare cu transport anticipat</a:t>
            </a:r>
            <a:endParaRPr b="1" i="0" sz="4200" u="none" cap="none" strike="noStrike">
              <a:solidFill>
                <a:schemeClr val="accent1"/>
              </a:solidFill>
              <a:latin typeface="Arial"/>
              <a:ea typeface="Arial"/>
              <a:cs typeface="Arial"/>
              <a:sym typeface="Aria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 name="Shape 549"/>
        <p:cNvGrpSpPr/>
        <p:nvPr/>
      </p:nvGrpSpPr>
      <p:grpSpPr>
        <a:xfrm>
          <a:off x="0" y="0"/>
          <a:ext cx="0" cy="0"/>
          <a:chOff x="0" y="0"/>
          <a:chExt cx="0" cy="0"/>
        </a:xfrm>
      </p:grpSpPr>
      <p:sp>
        <p:nvSpPr>
          <p:cNvPr id="550" name="Google Shape;550;p14"/>
          <p:cNvSpPr txBox="1"/>
          <p:nvPr>
            <p:ph type="title"/>
          </p:nvPr>
        </p:nvSpPr>
        <p:spPr>
          <a:xfrm>
            <a:off x="985725" y="263000"/>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latin typeface="Arial"/>
                <a:ea typeface="Arial"/>
                <a:cs typeface="Arial"/>
                <a:sym typeface="Arial"/>
              </a:rPr>
              <a:t>Utilizare</a:t>
            </a:r>
            <a:endParaRPr>
              <a:latin typeface="Arial"/>
              <a:ea typeface="Arial"/>
              <a:cs typeface="Arial"/>
              <a:sym typeface="Arial"/>
            </a:endParaRPr>
          </a:p>
        </p:txBody>
      </p:sp>
      <p:sp>
        <p:nvSpPr>
          <p:cNvPr id="551" name="Google Shape;551;p14"/>
          <p:cNvSpPr txBox="1"/>
          <p:nvPr/>
        </p:nvSpPr>
        <p:spPr>
          <a:xfrm>
            <a:off x="433650" y="1409325"/>
            <a:ext cx="7708200" cy="680156"/>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0"/>
              </a:spcBef>
              <a:spcAft>
                <a:spcPts val="0"/>
              </a:spcAft>
              <a:buClr>
                <a:srgbClr val="000000"/>
              </a:buClr>
              <a:buSzPts val="1400"/>
              <a:buFont typeface="Arial"/>
              <a:buNone/>
            </a:pPr>
            <a:r>
              <a:rPr b="1" i="0" lang="en" sz="1400" u="none" cap="none" strike="noStrike">
                <a:solidFill>
                  <a:srgbClr val="27316F"/>
                </a:solidFill>
                <a:latin typeface="Arial"/>
                <a:ea typeface="Arial"/>
                <a:cs typeface="Arial"/>
                <a:sym typeface="Arial"/>
              </a:rPr>
              <a:t>Diferite configurații ale sumatorilor de biți ai dispozitivelor de adăugare cu căutare rapidă cu răspuns rapid sunt fabricate în prezent pe circuite integrate.</a:t>
            </a:r>
            <a:endParaRPr b="1" i="0" sz="1400" u="none" cap="none" strike="noStrike">
              <a:solidFill>
                <a:srgbClr val="27316F"/>
              </a:solidFill>
              <a:latin typeface="Arial"/>
              <a:ea typeface="Arial"/>
              <a:cs typeface="Arial"/>
              <a:sym typeface="Arial"/>
            </a:endParaRPr>
          </a:p>
        </p:txBody>
      </p:sp>
      <p:sp>
        <p:nvSpPr>
          <p:cNvPr id="552" name="Google Shape;552;p14"/>
          <p:cNvSpPr txBox="1"/>
          <p:nvPr/>
        </p:nvSpPr>
        <p:spPr>
          <a:xfrm>
            <a:off x="433650" y="2360950"/>
            <a:ext cx="7274400" cy="927916"/>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0"/>
              </a:spcBef>
              <a:spcAft>
                <a:spcPts val="0"/>
              </a:spcAft>
              <a:buClr>
                <a:srgbClr val="000000"/>
              </a:buClr>
              <a:buSzPts val="1400"/>
              <a:buFont typeface="Arial"/>
              <a:buNone/>
            </a:pPr>
            <a:r>
              <a:rPr b="1" i="0" lang="en" sz="1400" u="none" cap="none" strike="noStrike">
                <a:solidFill>
                  <a:srgbClr val="27316F"/>
                </a:solidFill>
                <a:latin typeface="Arial"/>
                <a:ea typeface="Arial"/>
                <a:cs typeface="Arial"/>
                <a:sym typeface="Arial"/>
              </a:rPr>
              <a:t>În afară de circuite, există și circuite integrate individuale ale generatorului de transport care sunt fabricate și trebuie să realizăm conexiunile necesare pentru a efectua funcția de adăugare rapidă.</a:t>
            </a:r>
            <a:endParaRPr b="1" i="0" sz="1400" u="none" cap="none" strike="noStrike">
              <a:solidFill>
                <a:srgbClr val="27316F"/>
              </a:solidFill>
              <a:latin typeface="Arial"/>
              <a:ea typeface="Arial"/>
              <a:cs typeface="Arial"/>
              <a:sym typeface="Arial"/>
            </a:endParaRPr>
          </a:p>
        </p:txBody>
      </p:sp>
      <p:pic>
        <p:nvPicPr>
          <p:cNvPr id="553" name="Google Shape;553;p14"/>
          <p:cNvPicPr preferRelativeResize="0"/>
          <p:nvPr/>
        </p:nvPicPr>
        <p:blipFill rotWithShape="1">
          <a:blip r:embed="rId3">
            <a:alphaModFix/>
          </a:blip>
          <a:srcRect b="0" l="0" r="0" t="0"/>
          <a:stretch/>
        </p:blipFill>
        <p:spPr>
          <a:xfrm>
            <a:off x="6066825" y="3216400"/>
            <a:ext cx="2183420" cy="158195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57" name="Shape 557"/>
        <p:cNvGrpSpPr/>
        <p:nvPr/>
      </p:nvGrpSpPr>
      <p:grpSpPr>
        <a:xfrm>
          <a:off x="0" y="0"/>
          <a:ext cx="0" cy="0"/>
          <a:chOff x="0" y="0"/>
          <a:chExt cx="0" cy="0"/>
        </a:xfrm>
      </p:grpSpPr>
      <p:sp>
        <p:nvSpPr>
          <p:cNvPr id="558" name="Google Shape;558;p15"/>
          <p:cNvSpPr txBox="1"/>
          <p:nvPr>
            <p:ph type="title"/>
          </p:nvPr>
        </p:nvSpPr>
        <p:spPr>
          <a:xfrm>
            <a:off x="685800" y="285750"/>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sz="2400">
                <a:solidFill>
                  <a:srgbClr val="FFFFFF"/>
                </a:solidFill>
                <a:latin typeface="Arial"/>
                <a:ea typeface="Arial"/>
                <a:cs typeface="Arial"/>
                <a:sym typeface="Arial"/>
              </a:rPr>
              <a:t>Funcțiile sumatorului pentru patru ranguri</a:t>
            </a:r>
            <a:endParaRPr>
              <a:latin typeface="Arial"/>
              <a:ea typeface="Arial"/>
              <a:cs typeface="Arial"/>
              <a:sym typeface="Arial"/>
            </a:endParaRPr>
          </a:p>
        </p:txBody>
      </p:sp>
      <p:pic>
        <p:nvPicPr>
          <p:cNvPr id="559" name="Google Shape;559;p15"/>
          <p:cNvPicPr preferRelativeResize="0"/>
          <p:nvPr/>
        </p:nvPicPr>
        <p:blipFill rotWithShape="1">
          <a:blip r:embed="rId3">
            <a:alphaModFix/>
          </a:blip>
          <a:srcRect b="0" l="0" r="0" t="0"/>
          <a:stretch/>
        </p:blipFill>
        <p:spPr>
          <a:xfrm>
            <a:off x="778775" y="927875"/>
            <a:ext cx="7301525" cy="402685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63" name="Shape 563"/>
        <p:cNvGrpSpPr/>
        <p:nvPr/>
      </p:nvGrpSpPr>
      <p:grpSpPr>
        <a:xfrm>
          <a:off x="0" y="0"/>
          <a:ext cx="0" cy="0"/>
          <a:chOff x="0" y="0"/>
          <a:chExt cx="0" cy="0"/>
        </a:xfrm>
      </p:grpSpPr>
      <p:pic>
        <p:nvPicPr>
          <p:cNvPr id="564" name="Google Shape;564;p16"/>
          <p:cNvPicPr preferRelativeResize="0"/>
          <p:nvPr/>
        </p:nvPicPr>
        <p:blipFill rotWithShape="1">
          <a:blip r:embed="rId3">
            <a:alphaModFix/>
          </a:blip>
          <a:srcRect b="0" l="0" r="0" t="0"/>
          <a:stretch/>
        </p:blipFill>
        <p:spPr>
          <a:xfrm>
            <a:off x="925175" y="98200"/>
            <a:ext cx="7281624" cy="475380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68" name="Shape 568"/>
        <p:cNvGrpSpPr/>
        <p:nvPr/>
      </p:nvGrpSpPr>
      <p:grpSpPr>
        <a:xfrm>
          <a:off x="0" y="0"/>
          <a:ext cx="0" cy="0"/>
          <a:chOff x="0" y="0"/>
          <a:chExt cx="0" cy="0"/>
        </a:xfrm>
      </p:grpSpPr>
      <p:sp>
        <p:nvSpPr>
          <p:cNvPr id="569" name="Google Shape;569;p17"/>
          <p:cNvSpPr txBox="1"/>
          <p:nvPr/>
        </p:nvSpPr>
        <p:spPr>
          <a:xfrm>
            <a:off x="30125" y="355525"/>
            <a:ext cx="9690900" cy="415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500"/>
              <a:buFont typeface="Arial"/>
              <a:buNone/>
            </a:pPr>
            <a:r>
              <a:rPr b="1" i="0" lang="en" sz="1500" u="none" cap="none" strike="noStrike">
                <a:solidFill>
                  <a:schemeClr val="lt1"/>
                </a:solidFill>
                <a:latin typeface="Arial"/>
                <a:ea typeface="Arial"/>
                <a:cs typeface="Arial"/>
                <a:sym typeface="Arial"/>
              </a:rPr>
              <a:t>Expresiile funcţiilor transporturilor  C1, C2, C3 şi C4 , pentru sumatorul de patru ranguri:</a:t>
            </a:r>
            <a:endParaRPr b="1" i="0" sz="1600" u="none" cap="none" strike="noStrike">
              <a:solidFill>
                <a:schemeClr val="lt1"/>
              </a:solidFill>
              <a:latin typeface="Arial"/>
              <a:ea typeface="Arial"/>
              <a:cs typeface="Arial"/>
              <a:sym typeface="Arial"/>
            </a:endParaRPr>
          </a:p>
        </p:txBody>
      </p:sp>
      <p:pic>
        <p:nvPicPr>
          <p:cNvPr id="570" name="Google Shape;570;p17"/>
          <p:cNvPicPr preferRelativeResize="0"/>
          <p:nvPr/>
        </p:nvPicPr>
        <p:blipFill rotWithShape="1">
          <a:blip r:embed="rId3">
            <a:alphaModFix/>
          </a:blip>
          <a:srcRect b="0" l="0" r="0" t="0"/>
          <a:stretch/>
        </p:blipFill>
        <p:spPr>
          <a:xfrm>
            <a:off x="152400" y="923425"/>
            <a:ext cx="7181074" cy="4153974"/>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pic>
        <p:nvPicPr>
          <p:cNvPr id="575" name="Google Shape;575;p18"/>
          <p:cNvPicPr preferRelativeResize="0"/>
          <p:nvPr/>
        </p:nvPicPr>
        <p:blipFill rotWithShape="1">
          <a:blip r:embed="rId3">
            <a:alphaModFix/>
          </a:blip>
          <a:srcRect b="0" l="0" r="0" t="0"/>
          <a:stretch/>
        </p:blipFill>
        <p:spPr>
          <a:xfrm>
            <a:off x="0" y="0"/>
            <a:ext cx="9144000" cy="5143501"/>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 name="Shape 579"/>
        <p:cNvGrpSpPr/>
        <p:nvPr/>
      </p:nvGrpSpPr>
      <p:grpSpPr>
        <a:xfrm>
          <a:off x="0" y="0"/>
          <a:ext cx="0" cy="0"/>
          <a:chOff x="0" y="0"/>
          <a:chExt cx="0" cy="0"/>
        </a:xfrm>
      </p:grpSpPr>
      <p:sp>
        <p:nvSpPr>
          <p:cNvPr id="580" name="Google Shape;580;p19"/>
          <p:cNvSpPr txBox="1"/>
          <p:nvPr>
            <p:ph type="title"/>
          </p:nvPr>
        </p:nvSpPr>
        <p:spPr>
          <a:xfrm>
            <a:off x="1332441" y="1514550"/>
            <a:ext cx="6261600" cy="1362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latin typeface="Arial"/>
                <a:ea typeface="Arial"/>
                <a:cs typeface="Arial"/>
                <a:sym typeface="Arial"/>
              </a:rPr>
              <a:t>Mulțumim!</a:t>
            </a:r>
            <a:endParaRPr>
              <a:latin typeface="Arial"/>
              <a:ea typeface="Arial"/>
              <a:cs typeface="Arial"/>
              <a:sym typeface="Aria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4" name="Shape 584"/>
        <p:cNvGrpSpPr/>
        <p:nvPr/>
      </p:nvGrpSpPr>
      <p:grpSpPr>
        <a:xfrm>
          <a:off x="0" y="0"/>
          <a:ext cx="0" cy="0"/>
          <a:chOff x="0" y="0"/>
          <a:chExt cx="0" cy="0"/>
        </a:xfrm>
      </p:grpSpPr>
      <p:sp>
        <p:nvSpPr>
          <p:cNvPr id="585" name="Google Shape;585;p20"/>
          <p:cNvSpPr txBox="1"/>
          <p:nvPr>
            <p:ph type="title"/>
          </p:nvPr>
        </p:nvSpPr>
        <p:spPr>
          <a:xfrm>
            <a:off x="938675" y="1236950"/>
            <a:ext cx="3613800" cy="1270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ABOUT THE PROJECT</a:t>
            </a:r>
            <a:endParaRPr/>
          </a:p>
        </p:txBody>
      </p:sp>
      <p:pic>
        <p:nvPicPr>
          <p:cNvPr id="586" name="Google Shape;586;p20"/>
          <p:cNvPicPr preferRelativeResize="0"/>
          <p:nvPr/>
        </p:nvPicPr>
        <p:blipFill rotWithShape="1">
          <a:blip r:embed="rId3">
            <a:alphaModFix/>
          </a:blip>
          <a:srcRect b="16138" l="17598" r="17605" t="887"/>
          <a:stretch/>
        </p:blipFill>
        <p:spPr>
          <a:xfrm rot="5400000">
            <a:off x="4886975" y="995100"/>
            <a:ext cx="3692100" cy="3153300"/>
          </a:xfrm>
          <a:prstGeom prst="round1Rect">
            <a:avLst>
              <a:gd fmla="val 16667" name="adj"/>
            </a:avLst>
          </a:prstGeom>
          <a:noFill/>
          <a:ln>
            <a:noFill/>
          </a:ln>
        </p:spPr>
      </p:pic>
      <p:sp>
        <p:nvSpPr>
          <p:cNvPr id="587" name="Google Shape;587;p20"/>
          <p:cNvSpPr txBox="1"/>
          <p:nvPr>
            <p:ph idx="1" type="subTitle"/>
          </p:nvPr>
        </p:nvSpPr>
        <p:spPr>
          <a:xfrm>
            <a:off x="938675" y="2535200"/>
            <a:ext cx="3575400" cy="1908000"/>
          </a:xfrm>
          <a:prstGeom prst="rect">
            <a:avLst/>
          </a:prstGeom>
          <a:noFill/>
          <a:ln>
            <a:noFill/>
          </a:ln>
        </p:spPr>
        <p:txBody>
          <a:bodyPr anchorCtr="0" anchor="t" bIns="91425" lIns="0"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sz="1600"/>
              <a:t>Mercury is the closest planet to the Sun and the smallest one in the Solar System—it’s only a bit larger than the Moon</a:t>
            </a:r>
            <a:endParaRPr sz="1600"/>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21"/>
          <p:cNvSpPr txBox="1"/>
          <p:nvPr>
            <p:ph type="title"/>
          </p:nvPr>
        </p:nvSpPr>
        <p:spPr>
          <a:xfrm>
            <a:off x="220825" y="250975"/>
            <a:ext cx="8776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2100"/>
              <a:t>Formele normale disjunctive ale negatelor funcţiilor :</a:t>
            </a:r>
            <a:endParaRPr sz="2100"/>
          </a:p>
        </p:txBody>
      </p:sp>
      <p:pic>
        <p:nvPicPr>
          <p:cNvPr id="593" name="Google Shape;593;p21"/>
          <p:cNvPicPr preferRelativeResize="0"/>
          <p:nvPr/>
        </p:nvPicPr>
        <p:blipFill rotWithShape="1">
          <a:blip r:embed="rId3">
            <a:alphaModFix/>
          </a:blip>
          <a:srcRect b="0" l="0" r="0" t="0"/>
          <a:stretch/>
        </p:blipFill>
        <p:spPr>
          <a:xfrm>
            <a:off x="648275" y="915625"/>
            <a:ext cx="7632076" cy="3830525"/>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97" name="Shape 597"/>
        <p:cNvGrpSpPr/>
        <p:nvPr/>
      </p:nvGrpSpPr>
      <p:grpSpPr>
        <a:xfrm>
          <a:off x="0" y="0"/>
          <a:ext cx="0" cy="0"/>
          <a:chOff x="0" y="0"/>
          <a:chExt cx="0" cy="0"/>
        </a:xfrm>
      </p:grpSpPr>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 name="Shape 601"/>
        <p:cNvGrpSpPr/>
        <p:nvPr/>
      </p:nvGrpSpPr>
      <p:grpSpPr>
        <a:xfrm>
          <a:off x="0" y="0"/>
          <a:ext cx="0" cy="0"/>
          <a:chOff x="0" y="0"/>
          <a:chExt cx="0" cy="0"/>
        </a:xfrm>
      </p:grpSpPr>
      <p:sp>
        <p:nvSpPr>
          <p:cNvPr id="602" name="Google Shape;602;p23"/>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PROJECT SCHEDULE</a:t>
            </a:r>
            <a:endParaRPr/>
          </a:p>
        </p:txBody>
      </p:sp>
      <p:sp>
        <p:nvSpPr>
          <p:cNvPr id="603" name="Google Shape;603;p23"/>
          <p:cNvSpPr/>
          <p:nvPr/>
        </p:nvSpPr>
        <p:spPr>
          <a:xfrm>
            <a:off x="7352116" y="1674650"/>
            <a:ext cx="928200" cy="327000"/>
          </a:xfrm>
          <a:prstGeom prst="round1Rect">
            <a:avLst>
              <a:gd fmla="val 16667" name="adj"/>
            </a:avLst>
          </a:prstGeom>
          <a:solidFill>
            <a:srgbClr val="2731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1" sz="1400" u="none" cap="none" strike="noStrike">
              <a:solidFill>
                <a:srgbClr val="000000"/>
              </a:solidFill>
              <a:latin typeface="Arial"/>
              <a:ea typeface="Arial"/>
              <a:cs typeface="Arial"/>
              <a:sym typeface="Arial"/>
            </a:endParaRPr>
          </a:p>
        </p:txBody>
      </p:sp>
      <p:sp>
        <p:nvSpPr>
          <p:cNvPr id="604" name="Google Shape;604;p23"/>
          <p:cNvSpPr/>
          <p:nvPr/>
        </p:nvSpPr>
        <p:spPr>
          <a:xfrm>
            <a:off x="6246584" y="1674650"/>
            <a:ext cx="928200" cy="327000"/>
          </a:xfrm>
          <a:prstGeom prst="round1Rect">
            <a:avLst>
              <a:gd fmla="val 16667" name="adj"/>
            </a:avLst>
          </a:prstGeom>
          <a:solidFill>
            <a:srgbClr val="2731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 name="Google Shape;605;p23"/>
          <p:cNvSpPr/>
          <p:nvPr/>
        </p:nvSpPr>
        <p:spPr>
          <a:xfrm>
            <a:off x="5118259" y="1683897"/>
            <a:ext cx="928200" cy="327000"/>
          </a:xfrm>
          <a:prstGeom prst="round1Rect">
            <a:avLst>
              <a:gd fmla="val 16667" name="adj"/>
            </a:avLst>
          </a:prstGeom>
          <a:solidFill>
            <a:srgbClr val="2731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23"/>
          <p:cNvSpPr/>
          <p:nvPr/>
        </p:nvSpPr>
        <p:spPr>
          <a:xfrm>
            <a:off x="3989921" y="1683897"/>
            <a:ext cx="928200" cy="327000"/>
          </a:xfrm>
          <a:prstGeom prst="round1Rect">
            <a:avLst>
              <a:gd fmla="val 16667" name="adj"/>
            </a:avLst>
          </a:prstGeom>
          <a:solidFill>
            <a:srgbClr val="2731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23"/>
          <p:cNvSpPr/>
          <p:nvPr/>
        </p:nvSpPr>
        <p:spPr>
          <a:xfrm>
            <a:off x="2861583" y="1683897"/>
            <a:ext cx="928200" cy="327000"/>
          </a:xfrm>
          <a:prstGeom prst="round1Rect">
            <a:avLst>
              <a:gd fmla="val 16667" name="adj"/>
            </a:avLst>
          </a:prstGeom>
          <a:solidFill>
            <a:srgbClr val="2731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23"/>
          <p:cNvSpPr/>
          <p:nvPr/>
        </p:nvSpPr>
        <p:spPr>
          <a:xfrm>
            <a:off x="1790036" y="1683897"/>
            <a:ext cx="928200" cy="327000"/>
          </a:xfrm>
          <a:prstGeom prst="round1Rect">
            <a:avLst>
              <a:gd fmla="val 16667" name="adj"/>
            </a:avLst>
          </a:prstGeom>
          <a:solidFill>
            <a:srgbClr val="2731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09" name="Google Shape;609;p23"/>
          <p:cNvGrpSpPr/>
          <p:nvPr/>
        </p:nvGrpSpPr>
        <p:grpSpPr>
          <a:xfrm>
            <a:off x="1790036" y="2967819"/>
            <a:ext cx="6513300" cy="141001"/>
            <a:chOff x="1790036" y="2967819"/>
            <a:chExt cx="6513300" cy="141001"/>
          </a:xfrm>
        </p:grpSpPr>
        <p:sp>
          <p:nvSpPr>
            <p:cNvPr id="610" name="Google Shape;610;p23"/>
            <p:cNvSpPr/>
            <p:nvPr/>
          </p:nvSpPr>
          <p:spPr>
            <a:xfrm>
              <a:off x="1790036" y="2967820"/>
              <a:ext cx="6513300" cy="1410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23"/>
            <p:cNvSpPr/>
            <p:nvPr/>
          </p:nvSpPr>
          <p:spPr>
            <a:xfrm>
              <a:off x="1790036" y="2967819"/>
              <a:ext cx="928200" cy="1410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23"/>
            <p:cNvSpPr/>
            <p:nvPr/>
          </p:nvSpPr>
          <p:spPr>
            <a:xfrm>
              <a:off x="1790036" y="2967819"/>
              <a:ext cx="1002600" cy="141000"/>
            </a:xfrm>
            <a:prstGeom prst="rect">
              <a:avLst/>
            </a:prstGeom>
            <a:solidFill>
              <a:srgbClr val="FBBC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3" name="Google Shape;613;p23"/>
          <p:cNvGrpSpPr/>
          <p:nvPr/>
        </p:nvGrpSpPr>
        <p:grpSpPr>
          <a:xfrm>
            <a:off x="1790036" y="3613998"/>
            <a:ext cx="6513300" cy="141001"/>
            <a:chOff x="1790036" y="3613998"/>
            <a:chExt cx="6513300" cy="141001"/>
          </a:xfrm>
        </p:grpSpPr>
        <p:sp>
          <p:nvSpPr>
            <p:cNvPr id="614" name="Google Shape;614;p23"/>
            <p:cNvSpPr/>
            <p:nvPr/>
          </p:nvSpPr>
          <p:spPr>
            <a:xfrm>
              <a:off x="1790036" y="3613999"/>
              <a:ext cx="6513300" cy="1410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23"/>
            <p:cNvSpPr/>
            <p:nvPr/>
          </p:nvSpPr>
          <p:spPr>
            <a:xfrm>
              <a:off x="3921262" y="3613998"/>
              <a:ext cx="1128600" cy="141000"/>
            </a:xfrm>
            <a:prstGeom prst="rect">
              <a:avLst/>
            </a:prstGeom>
            <a:solidFill>
              <a:srgbClr val="FBBC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23"/>
            <p:cNvSpPr/>
            <p:nvPr/>
          </p:nvSpPr>
          <p:spPr>
            <a:xfrm>
              <a:off x="2792613" y="3613998"/>
              <a:ext cx="1128600" cy="141000"/>
            </a:xfrm>
            <a:prstGeom prst="rect">
              <a:avLst/>
            </a:prstGeom>
            <a:solidFill>
              <a:srgbClr val="FBBC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7" name="Google Shape;617;p23"/>
          <p:cNvGrpSpPr/>
          <p:nvPr/>
        </p:nvGrpSpPr>
        <p:grpSpPr>
          <a:xfrm>
            <a:off x="1790036" y="2321640"/>
            <a:ext cx="6513300" cy="141002"/>
            <a:chOff x="1790036" y="2321640"/>
            <a:chExt cx="6513300" cy="141002"/>
          </a:xfrm>
        </p:grpSpPr>
        <p:sp>
          <p:nvSpPr>
            <p:cNvPr id="618" name="Google Shape;618;p23"/>
            <p:cNvSpPr/>
            <p:nvPr/>
          </p:nvSpPr>
          <p:spPr>
            <a:xfrm>
              <a:off x="1790036" y="2321642"/>
              <a:ext cx="6513300" cy="1410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23"/>
            <p:cNvSpPr/>
            <p:nvPr/>
          </p:nvSpPr>
          <p:spPr>
            <a:xfrm>
              <a:off x="1790036" y="2321640"/>
              <a:ext cx="1002600" cy="141000"/>
            </a:xfrm>
            <a:prstGeom prst="rect">
              <a:avLst/>
            </a:prstGeom>
            <a:solidFill>
              <a:srgbClr val="FBBC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7B832"/>
                </a:solidFill>
                <a:latin typeface="Arial"/>
                <a:ea typeface="Arial"/>
                <a:cs typeface="Arial"/>
                <a:sym typeface="Arial"/>
              </a:endParaRPr>
            </a:p>
          </p:txBody>
        </p:sp>
        <p:sp>
          <p:nvSpPr>
            <p:cNvPr id="620" name="Google Shape;620;p23"/>
            <p:cNvSpPr/>
            <p:nvPr/>
          </p:nvSpPr>
          <p:spPr>
            <a:xfrm>
              <a:off x="2792613" y="2321640"/>
              <a:ext cx="1128600" cy="141000"/>
            </a:xfrm>
            <a:prstGeom prst="rect">
              <a:avLst/>
            </a:prstGeom>
            <a:solidFill>
              <a:srgbClr val="FBBC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7B832"/>
                </a:solidFill>
                <a:latin typeface="Arial"/>
                <a:ea typeface="Arial"/>
                <a:cs typeface="Arial"/>
                <a:sym typeface="Arial"/>
              </a:endParaRPr>
            </a:p>
          </p:txBody>
        </p:sp>
      </p:grpSp>
      <p:sp>
        <p:nvSpPr>
          <p:cNvPr id="621" name="Google Shape;621;p23"/>
          <p:cNvSpPr txBox="1"/>
          <p:nvPr/>
        </p:nvSpPr>
        <p:spPr>
          <a:xfrm>
            <a:off x="3787673" y="2544099"/>
            <a:ext cx="1695900" cy="308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160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Jan. 1 - Feb. 28</a:t>
            </a:r>
            <a:endParaRPr b="0" i="0" sz="1400" u="none" cap="none" strike="noStrike">
              <a:solidFill>
                <a:schemeClr val="accent1"/>
              </a:solidFill>
              <a:latin typeface="Montserrat"/>
              <a:ea typeface="Montserrat"/>
              <a:cs typeface="Montserrat"/>
              <a:sym typeface="Montserrat"/>
            </a:endParaRPr>
          </a:p>
        </p:txBody>
      </p:sp>
      <p:sp>
        <p:nvSpPr>
          <p:cNvPr id="622" name="Google Shape;622;p23"/>
          <p:cNvSpPr txBox="1"/>
          <p:nvPr/>
        </p:nvSpPr>
        <p:spPr>
          <a:xfrm>
            <a:off x="1790043" y="3207213"/>
            <a:ext cx="1695900" cy="308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160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Jan. 1 - Jan. 31</a:t>
            </a:r>
            <a:endParaRPr b="0" i="0" sz="1400" u="none" cap="none" strike="noStrike">
              <a:solidFill>
                <a:schemeClr val="accent1"/>
              </a:solidFill>
              <a:latin typeface="Montserrat"/>
              <a:ea typeface="Montserrat"/>
              <a:cs typeface="Montserrat"/>
              <a:sym typeface="Montserrat"/>
            </a:endParaRPr>
          </a:p>
        </p:txBody>
      </p:sp>
      <p:sp>
        <p:nvSpPr>
          <p:cNvPr id="623" name="Google Shape;623;p23"/>
          <p:cNvSpPr txBox="1"/>
          <p:nvPr/>
        </p:nvSpPr>
        <p:spPr>
          <a:xfrm>
            <a:off x="3000861" y="3870350"/>
            <a:ext cx="2049000" cy="308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160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Feb. 1 - Mar. 31</a:t>
            </a:r>
            <a:endParaRPr b="0" i="0" sz="1400" u="none" cap="none" strike="noStrike">
              <a:solidFill>
                <a:schemeClr val="accent1"/>
              </a:solidFill>
              <a:latin typeface="Montserrat"/>
              <a:ea typeface="Montserrat"/>
              <a:cs typeface="Montserrat"/>
              <a:sym typeface="Montserrat"/>
            </a:endParaRPr>
          </a:p>
        </p:txBody>
      </p:sp>
      <p:sp>
        <p:nvSpPr>
          <p:cNvPr id="624" name="Google Shape;624;p23"/>
          <p:cNvSpPr txBox="1"/>
          <p:nvPr/>
        </p:nvSpPr>
        <p:spPr>
          <a:xfrm flipH="1">
            <a:off x="759236" y="2178415"/>
            <a:ext cx="1030800" cy="3534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1600"/>
              </a:spcAft>
              <a:buClr>
                <a:srgbClr val="000000"/>
              </a:buClr>
              <a:buSzPts val="1400"/>
              <a:buFont typeface="Arial"/>
              <a:buNone/>
            </a:pPr>
            <a:r>
              <a:rPr b="1" i="0" lang="en" sz="1400" u="none" cap="none" strike="noStrike">
                <a:solidFill>
                  <a:srgbClr val="75C4C0"/>
                </a:solidFill>
                <a:latin typeface="Montserrat"/>
                <a:ea typeface="Montserrat"/>
                <a:cs typeface="Montserrat"/>
                <a:sym typeface="Montserrat"/>
              </a:rPr>
              <a:t>PHASE 1</a:t>
            </a:r>
            <a:endParaRPr b="1" i="0" sz="1400" u="none" cap="none" strike="noStrike">
              <a:solidFill>
                <a:srgbClr val="75C4C0"/>
              </a:solidFill>
              <a:latin typeface="Montserrat"/>
              <a:ea typeface="Montserrat"/>
              <a:cs typeface="Montserrat"/>
              <a:sym typeface="Montserrat"/>
            </a:endParaRPr>
          </a:p>
        </p:txBody>
      </p:sp>
      <p:sp>
        <p:nvSpPr>
          <p:cNvPr id="625" name="Google Shape;625;p23"/>
          <p:cNvSpPr txBox="1"/>
          <p:nvPr/>
        </p:nvSpPr>
        <p:spPr>
          <a:xfrm flipH="1">
            <a:off x="918536" y="2824593"/>
            <a:ext cx="871500" cy="3534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1400"/>
              <a:buFont typeface="Arial"/>
              <a:buNone/>
            </a:pPr>
            <a:r>
              <a:rPr b="1" i="0" lang="en" sz="1400" u="none" cap="none" strike="noStrike">
                <a:solidFill>
                  <a:srgbClr val="75C4C0"/>
                </a:solidFill>
                <a:latin typeface="Montserrat"/>
                <a:ea typeface="Montserrat"/>
                <a:cs typeface="Montserrat"/>
                <a:sym typeface="Montserrat"/>
              </a:rPr>
              <a:t>Task 1</a:t>
            </a:r>
            <a:endParaRPr b="1" i="0" sz="1400" u="none" cap="none" strike="noStrike">
              <a:solidFill>
                <a:srgbClr val="75C4C0"/>
              </a:solidFill>
              <a:latin typeface="Montserrat"/>
              <a:ea typeface="Montserrat"/>
              <a:cs typeface="Montserrat"/>
              <a:sym typeface="Montserrat"/>
            </a:endParaRPr>
          </a:p>
        </p:txBody>
      </p:sp>
      <p:sp>
        <p:nvSpPr>
          <p:cNvPr id="626" name="Google Shape;626;p23"/>
          <p:cNvSpPr txBox="1"/>
          <p:nvPr/>
        </p:nvSpPr>
        <p:spPr>
          <a:xfrm flipH="1">
            <a:off x="918536" y="3470772"/>
            <a:ext cx="871500" cy="3534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1400"/>
              <a:buFont typeface="Arial"/>
              <a:buNone/>
            </a:pPr>
            <a:r>
              <a:rPr b="1" i="0" lang="en" sz="1400" u="none" cap="none" strike="noStrike">
                <a:solidFill>
                  <a:srgbClr val="75C4C0"/>
                </a:solidFill>
                <a:latin typeface="Montserrat"/>
                <a:ea typeface="Montserrat"/>
                <a:cs typeface="Montserrat"/>
                <a:sym typeface="Montserrat"/>
              </a:rPr>
              <a:t>Task 2</a:t>
            </a:r>
            <a:endParaRPr b="1" i="0" sz="1400" u="none" cap="none" strike="noStrike">
              <a:solidFill>
                <a:srgbClr val="75C4C0"/>
              </a:solidFill>
              <a:latin typeface="Montserrat"/>
              <a:ea typeface="Montserrat"/>
              <a:cs typeface="Montserrat"/>
              <a:sym typeface="Montserrat"/>
            </a:endParaRPr>
          </a:p>
        </p:txBody>
      </p:sp>
      <p:sp>
        <p:nvSpPr>
          <p:cNvPr id="627" name="Google Shape;627;p23"/>
          <p:cNvSpPr txBox="1"/>
          <p:nvPr/>
        </p:nvSpPr>
        <p:spPr>
          <a:xfrm flipH="1">
            <a:off x="1790125" y="1641174"/>
            <a:ext cx="928200" cy="242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1" i="0" lang="en" sz="1600" u="none" cap="none" strike="noStrike">
                <a:solidFill>
                  <a:srgbClr val="FFFFFF"/>
                </a:solidFill>
                <a:latin typeface="Montserrat"/>
                <a:ea typeface="Montserrat"/>
                <a:cs typeface="Montserrat"/>
                <a:sym typeface="Montserrat"/>
              </a:rPr>
              <a:t>JAN</a:t>
            </a:r>
            <a:endParaRPr b="1" i="0" sz="1600" u="none" cap="none" strike="noStrike">
              <a:solidFill>
                <a:srgbClr val="FFFFFF"/>
              </a:solidFill>
              <a:latin typeface="Montserrat"/>
              <a:ea typeface="Montserrat"/>
              <a:cs typeface="Montserrat"/>
              <a:sym typeface="Montserrat"/>
            </a:endParaRPr>
          </a:p>
        </p:txBody>
      </p:sp>
      <p:sp>
        <p:nvSpPr>
          <p:cNvPr id="628" name="Google Shape;628;p23"/>
          <p:cNvSpPr txBox="1"/>
          <p:nvPr/>
        </p:nvSpPr>
        <p:spPr>
          <a:xfrm flipH="1">
            <a:off x="2889974" y="1641175"/>
            <a:ext cx="928200" cy="242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1" i="0" lang="en" sz="1600" u="none" cap="none" strike="noStrike">
                <a:solidFill>
                  <a:srgbClr val="FFFFFF"/>
                </a:solidFill>
                <a:latin typeface="Montserrat"/>
                <a:ea typeface="Montserrat"/>
                <a:cs typeface="Montserrat"/>
                <a:sym typeface="Montserrat"/>
              </a:rPr>
              <a:t>FEB</a:t>
            </a:r>
            <a:endParaRPr b="1" i="0" sz="1600" u="none" cap="none" strike="noStrike">
              <a:solidFill>
                <a:srgbClr val="FFFFFF"/>
              </a:solidFill>
              <a:latin typeface="Montserrat"/>
              <a:ea typeface="Montserrat"/>
              <a:cs typeface="Montserrat"/>
              <a:sym typeface="Montserrat"/>
            </a:endParaRPr>
          </a:p>
        </p:txBody>
      </p:sp>
      <p:sp>
        <p:nvSpPr>
          <p:cNvPr id="629" name="Google Shape;629;p23"/>
          <p:cNvSpPr txBox="1"/>
          <p:nvPr/>
        </p:nvSpPr>
        <p:spPr>
          <a:xfrm flipH="1">
            <a:off x="3989912" y="1641175"/>
            <a:ext cx="928200" cy="242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1" i="0" lang="en" sz="1600" u="none" cap="none" strike="noStrike">
                <a:solidFill>
                  <a:srgbClr val="FFFFFF"/>
                </a:solidFill>
                <a:latin typeface="Montserrat"/>
                <a:ea typeface="Montserrat"/>
                <a:cs typeface="Montserrat"/>
                <a:sym typeface="Montserrat"/>
              </a:rPr>
              <a:t>MAR</a:t>
            </a:r>
            <a:endParaRPr b="1" i="0" sz="1600" u="none" cap="none" strike="noStrike">
              <a:solidFill>
                <a:srgbClr val="FFFFFF"/>
              </a:solidFill>
              <a:latin typeface="Montserrat"/>
              <a:ea typeface="Montserrat"/>
              <a:cs typeface="Montserrat"/>
              <a:sym typeface="Montserrat"/>
            </a:endParaRPr>
          </a:p>
        </p:txBody>
      </p:sp>
      <p:sp>
        <p:nvSpPr>
          <p:cNvPr id="630" name="Google Shape;630;p23"/>
          <p:cNvSpPr txBox="1"/>
          <p:nvPr/>
        </p:nvSpPr>
        <p:spPr>
          <a:xfrm flipH="1">
            <a:off x="5098863" y="1641175"/>
            <a:ext cx="928200" cy="242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1" i="0" lang="en" sz="1600" u="none" cap="none" strike="noStrike">
                <a:solidFill>
                  <a:srgbClr val="FFFFFF"/>
                </a:solidFill>
                <a:latin typeface="Montserrat"/>
                <a:ea typeface="Montserrat"/>
                <a:cs typeface="Montserrat"/>
                <a:sym typeface="Montserrat"/>
              </a:rPr>
              <a:t>APR</a:t>
            </a:r>
            <a:endParaRPr b="1" i="0" sz="1600" u="none" cap="none" strike="noStrike">
              <a:solidFill>
                <a:srgbClr val="FFFFFF"/>
              </a:solidFill>
              <a:latin typeface="Montserrat"/>
              <a:ea typeface="Montserrat"/>
              <a:cs typeface="Montserrat"/>
              <a:sym typeface="Montserrat"/>
            </a:endParaRPr>
          </a:p>
        </p:txBody>
      </p:sp>
      <p:sp>
        <p:nvSpPr>
          <p:cNvPr id="631" name="Google Shape;631;p23"/>
          <p:cNvSpPr txBox="1"/>
          <p:nvPr/>
        </p:nvSpPr>
        <p:spPr>
          <a:xfrm flipH="1">
            <a:off x="6227187" y="1641175"/>
            <a:ext cx="928200" cy="242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1" i="0" lang="en" sz="1600" u="none" cap="none" strike="noStrike">
                <a:solidFill>
                  <a:srgbClr val="FFFFFF"/>
                </a:solidFill>
                <a:latin typeface="Montserrat"/>
                <a:ea typeface="Montserrat"/>
                <a:cs typeface="Montserrat"/>
                <a:sym typeface="Montserrat"/>
              </a:rPr>
              <a:t>MAY</a:t>
            </a:r>
            <a:endParaRPr b="1" i="0" sz="1600" u="none" cap="none" strike="noStrike">
              <a:solidFill>
                <a:srgbClr val="FFFFFF"/>
              </a:solidFill>
              <a:latin typeface="Montserrat"/>
              <a:ea typeface="Montserrat"/>
              <a:cs typeface="Montserrat"/>
              <a:sym typeface="Montserrat"/>
            </a:endParaRPr>
          </a:p>
        </p:txBody>
      </p:sp>
      <p:sp>
        <p:nvSpPr>
          <p:cNvPr id="632" name="Google Shape;632;p23"/>
          <p:cNvSpPr txBox="1"/>
          <p:nvPr/>
        </p:nvSpPr>
        <p:spPr>
          <a:xfrm flipH="1">
            <a:off x="7355513" y="1641175"/>
            <a:ext cx="928200" cy="242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1" i="0" lang="en" sz="1600" u="none" cap="none" strike="noStrike">
                <a:solidFill>
                  <a:srgbClr val="FFFFFF"/>
                </a:solidFill>
                <a:latin typeface="Montserrat"/>
                <a:ea typeface="Montserrat"/>
                <a:cs typeface="Montserrat"/>
                <a:sym typeface="Montserrat"/>
              </a:rPr>
              <a:t>JUN</a:t>
            </a:r>
            <a:endParaRPr b="1" i="0" sz="1600" u="none" cap="none" strike="noStrike">
              <a:solidFill>
                <a:srgbClr val="FFFFFF"/>
              </a:solidFill>
              <a:latin typeface="Montserrat"/>
              <a:ea typeface="Montserrat"/>
              <a:cs typeface="Montserrat"/>
              <a:sym typeface="Montserrat"/>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6" name="Shape 636"/>
        <p:cNvGrpSpPr/>
        <p:nvPr/>
      </p:nvGrpSpPr>
      <p:grpSpPr>
        <a:xfrm>
          <a:off x="0" y="0"/>
          <a:ext cx="0" cy="0"/>
          <a:chOff x="0" y="0"/>
          <a:chExt cx="0" cy="0"/>
        </a:xfrm>
      </p:grpSpPr>
      <p:sp>
        <p:nvSpPr>
          <p:cNvPr id="637" name="Google Shape;637;p24"/>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PROJECT TIMELINE</a:t>
            </a:r>
            <a:endParaRPr/>
          </a:p>
        </p:txBody>
      </p:sp>
      <p:grpSp>
        <p:nvGrpSpPr>
          <p:cNvPr id="638" name="Google Shape;638;p24"/>
          <p:cNvGrpSpPr/>
          <p:nvPr/>
        </p:nvGrpSpPr>
        <p:grpSpPr>
          <a:xfrm>
            <a:off x="1044516" y="1991422"/>
            <a:ext cx="7043929" cy="974700"/>
            <a:chOff x="1044516" y="1991422"/>
            <a:chExt cx="7043929" cy="974700"/>
          </a:xfrm>
        </p:grpSpPr>
        <p:cxnSp>
          <p:nvCxnSpPr>
            <p:cNvPr id="639" name="Google Shape;639;p24"/>
            <p:cNvCxnSpPr>
              <a:endCxn id="640" idx="2"/>
            </p:cNvCxnSpPr>
            <p:nvPr/>
          </p:nvCxnSpPr>
          <p:spPr>
            <a:xfrm>
              <a:off x="4031489" y="2477100"/>
              <a:ext cx="1185000" cy="1800"/>
            </a:xfrm>
            <a:prstGeom prst="straightConnector1">
              <a:avLst/>
            </a:prstGeom>
            <a:noFill/>
            <a:ln cap="flat" cmpd="sng" w="9525">
              <a:solidFill>
                <a:schemeClr val="accent1"/>
              </a:solidFill>
              <a:prstDash val="solid"/>
              <a:round/>
              <a:headEnd len="sm" w="sm" type="none"/>
              <a:tailEnd len="sm" w="sm" type="none"/>
            </a:ln>
          </p:spPr>
        </p:cxnSp>
        <p:cxnSp>
          <p:nvCxnSpPr>
            <p:cNvPr id="641" name="Google Shape;641;p24"/>
            <p:cNvCxnSpPr>
              <a:endCxn id="642" idx="2"/>
            </p:cNvCxnSpPr>
            <p:nvPr/>
          </p:nvCxnSpPr>
          <p:spPr>
            <a:xfrm>
              <a:off x="5993303" y="2478900"/>
              <a:ext cx="1246200" cy="0"/>
            </a:xfrm>
            <a:prstGeom prst="straightConnector1">
              <a:avLst/>
            </a:prstGeom>
            <a:noFill/>
            <a:ln cap="flat" cmpd="sng" w="9525">
              <a:solidFill>
                <a:schemeClr val="accent1"/>
              </a:solidFill>
              <a:prstDash val="solid"/>
              <a:round/>
              <a:headEnd len="sm" w="sm" type="none"/>
              <a:tailEnd len="sm" w="sm" type="none"/>
            </a:ln>
          </p:spPr>
        </p:cxnSp>
        <p:cxnSp>
          <p:nvCxnSpPr>
            <p:cNvPr id="643" name="Google Shape;643;p24"/>
            <p:cNvCxnSpPr>
              <a:stCxn id="644" idx="6"/>
              <a:endCxn id="645" idx="2"/>
            </p:cNvCxnSpPr>
            <p:nvPr/>
          </p:nvCxnSpPr>
          <p:spPr>
            <a:xfrm>
              <a:off x="2018015" y="2478781"/>
              <a:ext cx="1049700" cy="0"/>
            </a:xfrm>
            <a:prstGeom prst="straightConnector1">
              <a:avLst/>
            </a:prstGeom>
            <a:noFill/>
            <a:ln cap="flat" cmpd="sng" w="9525">
              <a:solidFill>
                <a:schemeClr val="accent1"/>
              </a:solidFill>
              <a:prstDash val="solid"/>
              <a:round/>
              <a:headEnd len="sm" w="sm" type="none"/>
              <a:tailEnd len="sm" w="sm" type="none"/>
            </a:ln>
          </p:spPr>
        </p:cxnSp>
        <p:sp>
          <p:nvSpPr>
            <p:cNvPr id="645" name="Google Shape;645;p24"/>
            <p:cNvSpPr/>
            <p:nvPr/>
          </p:nvSpPr>
          <p:spPr>
            <a:xfrm>
              <a:off x="3067704" y="1991422"/>
              <a:ext cx="974700" cy="974700"/>
            </a:xfrm>
            <a:prstGeom prst="ellipse">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24"/>
            <p:cNvSpPr/>
            <p:nvPr/>
          </p:nvSpPr>
          <p:spPr>
            <a:xfrm>
              <a:off x="3192058" y="2115764"/>
              <a:ext cx="726000" cy="726000"/>
            </a:xfrm>
            <a:prstGeom prst="ellipse">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47" name="Google Shape;647;p24"/>
            <p:cNvGrpSpPr/>
            <p:nvPr/>
          </p:nvGrpSpPr>
          <p:grpSpPr>
            <a:xfrm>
              <a:off x="5092125" y="1992122"/>
              <a:ext cx="973306" cy="973306"/>
              <a:chOff x="4426818" y="2440153"/>
              <a:chExt cx="225600" cy="225600"/>
            </a:xfrm>
          </p:grpSpPr>
          <p:sp>
            <p:nvSpPr>
              <p:cNvPr id="648" name="Google Shape;648;p24"/>
              <p:cNvSpPr/>
              <p:nvPr/>
            </p:nvSpPr>
            <p:spPr>
              <a:xfrm>
                <a:off x="4426818" y="2440153"/>
                <a:ext cx="225600" cy="225600"/>
              </a:xfrm>
              <a:prstGeom prst="ellipse">
                <a:avLst/>
              </a:prstGeom>
              <a:solidFill>
                <a:schemeClr val="accent1"/>
              </a:solid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24"/>
              <p:cNvSpPr/>
              <p:nvPr/>
            </p:nvSpPr>
            <p:spPr>
              <a:xfrm>
                <a:off x="4455644" y="2468982"/>
                <a:ext cx="168000" cy="168000"/>
              </a:xfrm>
              <a:prstGeom prst="ellipse">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9" name="Google Shape;649;p24"/>
            <p:cNvGrpSpPr/>
            <p:nvPr/>
          </p:nvGrpSpPr>
          <p:grpSpPr>
            <a:xfrm>
              <a:off x="7115139" y="1992122"/>
              <a:ext cx="973306" cy="973306"/>
              <a:chOff x="4883984" y="2440153"/>
              <a:chExt cx="225600" cy="225600"/>
            </a:xfrm>
          </p:grpSpPr>
          <p:sp>
            <p:nvSpPr>
              <p:cNvPr id="650" name="Google Shape;650;p24"/>
              <p:cNvSpPr/>
              <p:nvPr/>
            </p:nvSpPr>
            <p:spPr>
              <a:xfrm>
                <a:off x="4883984" y="2440153"/>
                <a:ext cx="225600" cy="2256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24"/>
              <p:cNvSpPr/>
              <p:nvPr/>
            </p:nvSpPr>
            <p:spPr>
              <a:xfrm>
                <a:off x="4912810" y="2468982"/>
                <a:ext cx="168000" cy="168000"/>
              </a:xfrm>
              <a:prstGeom prst="ellipse">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1" name="Google Shape;651;p24"/>
            <p:cNvGrpSpPr/>
            <p:nvPr/>
          </p:nvGrpSpPr>
          <p:grpSpPr>
            <a:xfrm>
              <a:off x="1044516" y="1991847"/>
              <a:ext cx="973499" cy="973868"/>
              <a:chOff x="2182679" y="2292572"/>
              <a:chExt cx="792300" cy="792600"/>
            </a:xfrm>
          </p:grpSpPr>
          <p:sp>
            <p:nvSpPr>
              <p:cNvPr id="644" name="Google Shape;644;p24"/>
              <p:cNvSpPr/>
              <p:nvPr/>
            </p:nvSpPr>
            <p:spPr>
              <a:xfrm>
                <a:off x="2182679" y="2292572"/>
                <a:ext cx="792300" cy="7926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24"/>
              <p:cNvSpPr/>
              <p:nvPr/>
            </p:nvSpPr>
            <p:spPr>
              <a:xfrm>
                <a:off x="2283911" y="2393814"/>
                <a:ext cx="590100" cy="590100"/>
              </a:xfrm>
              <a:prstGeom prst="ellipse">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653" name="Google Shape;653;p24"/>
          <p:cNvSpPr txBox="1"/>
          <p:nvPr>
            <p:ph idx="4294967295" type="subTitle"/>
          </p:nvPr>
        </p:nvSpPr>
        <p:spPr>
          <a:xfrm>
            <a:off x="620939" y="3110375"/>
            <a:ext cx="1843800" cy="506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accent1"/>
              </a:buClr>
              <a:buSzPts val="1400"/>
              <a:buFont typeface="Montserrat"/>
              <a:buNone/>
            </a:pPr>
            <a:r>
              <a:rPr b="1" i="0" lang="en" sz="1600" u="none" cap="none" strike="noStrike">
                <a:solidFill>
                  <a:schemeClr val="accent3"/>
                </a:solidFill>
                <a:latin typeface="Montserrat"/>
                <a:ea typeface="Montserrat"/>
                <a:cs typeface="Montserrat"/>
                <a:sym typeface="Montserrat"/>
              </a:rPr>
              <a:t>MERCURY</a:t>
            </a:r>
            <a:endParaRPr b="1" i="0" sz="1600" u="none" cap="none" strike="noStrike">
              <a:solidFill>
                <a:schemeClr val="accent3"/>
              </a:solidFill>
              <a:latin typeface="Montserrat"/>
              <a:ea typeface="Montserrat"/>
              <a:cs typeface="Montserrat"/>
              <a:sym typeface="Montserrat"/>
            </a:endParaRPr>
          </a:p>
        </p:txBody>
      </p:sp>
      <p:sp>
        <p:nvSpPr>
          <p:cNvPr id="654" name="Google Shape;654;p24"/>
          <p:cNvSpPr txBox="1"/>
          <p:nvPr>
            <p:ph idx="4294967295" type="subTitle"/>
          </p:nvPr>
        </p:nvSpPr>
        <p:spPr>
          <a:xfrm>
            <a:off x="620939" y="3460850"/>
            <a:ext cx="1843800" cy="115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accent1"/>
              </a:buClr>
              <a:buSzPts val="1400"/>
              <a:buFont typeface="Montserrat"/>
              <a:buNone/>
            </a:pPr>
            <a:r>
              <a:rPr b="0" i="0" lang="en" sz="1400" u="none" cap="none" strike="noStrike">
                <a:solidFill>
                  <a:schemeClr val="accent1"/>
                </a:solidFill>
                <a:latin typeface="Montserrat"/>
                <a:ea typeface="Montserrat"/>
                <a:cs typeface="Montserrat"/>
                <a:sym typeface="Montserrat"/>
              </a:rPr>
              <a:t>Mercury is the closest planet to the Sun</a:t>
            </a:r>
            <a:endParaRPr b="0" i="0" sz="1400" u="none" cap="none" strike="noStrike">
              <a:solidFill>
                <a:schemeClr val="accent1"/>
              </a:solidFill>
              <a:latin typeface="Montserrat"/>
              <a:ea typeface="Montserrat"/>
              <a:cs typeface="Montserrat"/>
              <a:sym typeface="Montserrat"/>
            </a:endParaRPr>
          </a:p>
        </p:txBody>
      </p:sp>
      <p:sp>
        <p:nvSpPr>
          <p:cNvPr id="655" name="Google Shape;655;p24"/>
          <p:cNvSpPr txBox="1"/>
          <p:nvPr>
            <p:ph idx="4294967295" type="subTitle"/>
          </p:nvPr>
        </p:nvSpPr>
        <p:spPr>
          <a:xfrm>
            <a:off x="2642346" y="3110375"/>
            <a:ext cx="1843800" cy="506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accent1"/>
              </a:buClr>
              <a:buSzPts val="1400"/>
              <a:buFont typeface="Montserrat"/>
              <a:buNone/>
            </a:pPr>
            <a:r>
              <a:rPr b="1" i="0" lang="en" sz="1600" u="none" cap="none" strike="noStrike">
                <a:solidFill>
                  <a:schemeClr val="accent3"/>
                </a:solidFill>
                <a:latin typeface="Montserrat"/>
                <a:ea typeface="Montserrat"/>
                <a:cs typeface="Montserrat"/>
                <a:sym typeface="Montserrat"/>
              </a:rPr>
              <a:t>MARS</a:t>
            </a:r>
            <a:endParaRPr b="1" i="0" sz="1600" u="none" cap="none" strike="noStrike">
              <a:solidFill>
                <a:schemeClr val="accent3"/>
              </a:solidFill>
              <a:latin typeface="Montserrat"/>
              <a:ea typeface="Montserrat"/>
              <a:cs typeface="Montserrat"/>
              <a:sym typeface="Montserrat"/>
            </a:endParaRPr>
          </a:p>
        </p:txBody>
      </p:sp>
      <p:sp>
        <p:nvSpPr>
          <p:cNvPr id="656" name="Google Shape;656;p24"/>
          <p:cNvSpPr txBox="1"/>
          <p:nvPr>
            <p:ph idx="4294967295" type="subTitle"/>
          </p:nvPr>
        </p:nvSpPr>
        <p:spPr>
          <a:xfrm>
            <a:off x="2642346" y="3460850"/>
            <a:ext cx="1843800" cy="115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dk1"/>
              </a:buClr>
              <a:buSzPts val="1100"/>
              <a:buFont typeface="Arial"/>
              <a:buNone/>
            </a:pPr>
            <a:r>
              <a:rPr b="0" i="0" lang="en" sz="1400" u="none" cap="none" strike="noStrike">
                <a:solidFill>
                  <a:schemeClr val="accent1"/>
                </a:solidFill>
                <a:latin typeface="Montserrat"/>
                <a:ea typeface="Montserrat"/>
                <a:cs typeface="Montserrat"/>
                <a:sym typeface="Montserrat"/>
              </a:rPr>
              <a:t>Despite being red, Mars is actually a cold place</a:t>
            </a:r>
            <a:endParaRPr b="0" i="0" sz="1400" u="none" cap="none" strike="noStrike">
              <a:solidFill>
                <a:schemeClr val="accent1"/>
              </a:solidFill>
              <a:latin typeface="Montserrat"/>
              <a:ea typeface="Montserrat"/>
              <a:cs typeface="Montserrat"/>
              <a:sym typeface="Montserrat"/>
            </a:endParaRPr>
          </a:p>
        </p:txBody>
      </p:sp>
      <p:sp>
        <p:nvSpPr>
          <p:cNvPr id="657" name="Google Shape;657;p24"/>
          <p:cNvSpPr txBox="1"/>
          <p:nvPr>
            <p:ph idx="4294967295" type="subTitle"/>
          </p:nvPr>
        </p:nvSpPr>
        <p:spPr>
          <a:xfrm>
            <a:off x="4648056" y="3110375"/>
            <a:ext cx="1843800" cy="506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accent1"/>
              </a:buClr>
              <a:buSzPts val="1400"/>
              <a:buFont typeface="Montserrat"/>
              <a:buNone/>
            </a:pPr>
            <a:r>
              <a:rPr b="1" i="0" lang="en" sz="1600" u="none" cap="none" strike="noStrike">
                <a:solidFill>
                  <a:schemeClr val="accent3"/>
                </a:solidFill>
                <a:latin typeface="Montserrat"/>
                <a:ea typeface="Montserrat"/>
                <a:cs typeface="Montserrat"/>
                <a:sym typeface="Montserrat"/>
              </a:rPr>
              <a:t>JUPITER</a:t>
            </a:r>
            <a:endParaRPr b="1" i="0" sz="1600" u="none" cap="none" strike="noStrike">
              <a:solidFill>
                <a:schemeClr val="accent3"/>
              </a:solidFill>
              <a:latin typeface="Montserrat"/>
              <a:ea typeface="Montserrat"/>
              <a:cs typeface="Montserrat"/>
              <a:sym typeface="Montserrat"/>
            </a:endParaRPr>
          </a:p>
        </p:txBody>
      </p:sp>
      <p:sp>
        <p:nvSpPr>
          <p:cNvPr id="658" name="Google Shape;658;p24"/>
          <p:cNvSpPr txBox="1"/>
          <p:nvPr>
            <p:ph idx="4294967295" type="subTitle"/>
          </p:nvPr>
        </p:nvSpPr>
        <p:spPr>
          <a:xfrm>
            <a:off x="4648056" y="3460850"/>
            <a:ext cx="1843800" cy="115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400" u="none" cap="none" strike="noStrike">
                <a:solidFill>
                  <a:schemeClr val="accent1"/>
                </a:solidFill>
                <a:latin typeface="Montserrat"/>
                <a:ea typeface="Montserrat"/>
                <a:cs typeface="Montserrat"/>
                <a:sym typeface="Montserrat"/>
              </a:rPr>
              <a:t>Jupiter is the biggest planet in the Solar System</a:t>
            </a:r>
            <a:endParaRPr b="0" i="0" sz="1400" u="none" cap="none" strike="noStrike">
              <a:solidFill>
                <a:schemeClr val="accent1"/>
              </a:solidFill>
              <a:latin typeface="Montserrat"/>
              <a:ea typeface="Montserrat"/>
              <a:cs typeface="Montserrat"/>
              <a:sym typeface="Montserrat"/>
            </a:endParaRPr>
          </a:p>
          <a:p>
            <a:pPr indent="0" lvl="0" marL="0" marR="0" rtl="0" algn="ctr">
              <a:lnSpc>
                <a:spcPct val="100000"/>
              </a:lnSpc>
              <a:spcBef>
                <a:spcPts val="1600"/>
              </a:spcBef>
              <a:spcAft>
                <a:spcPts val="1600"/>
              </a:spcAft>
              <a:buClr>
                <a:schemeClr val="accent1"/>
              </a:buClr>
              <a:buSzPts val="1400"/>
              <a:buFont typeface="Montserrat"/>
              <a:buNone/>
            </a:pPr>
            <a:r>
              <a:t/>
            </a:r>
            <a:endParaRPr b="0" i="0" sz="1400" u="none" cap="none" strike="noStrike">
              <a:solidFill>
                <a:schemeClr val="accent1"/>
              </a:solidFill>
              <a:latin typeface="Montserrat"/>
              <a:ea typeface="Montserrat"/>
              <a:cs typeface="Montserrat"/>
              <a:sym typeface="Montserrat"/>
            </a:endParaRPr>
          </a:p>
        </p:txBody>
      </p:sp>
      <p:sp>
        <p:nvSpPr>
          <p:cNvPr id="659" name="Google Shape;659;p24"/>
          <p:cNvSpPr txBox="1"/>
          <p:nvPr>
            <p:ph idx="4294967295" type="subTitle"/>
          </p:nvPr>
        </p:nvSpPr>
        <p:spPr>
          <a:xfrm>
            <a:off x="6679261" y="3110375"/>
            <a:ext cx="1843800" cy="506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accent1"/>
              </a:buClr>
              <a:buSzPts val="1400"/>
              <a:buFont typeface="Montserrat"/>
              <a:buNone/>
            </a:pPr>
            <a:r>
              <a:rPr b="1" i="0" lang="en" sz="1600" u="none" cap="none" strike="noStrike">
                <a:solidFill>
                  <a:schemeClr val="accent3"/>
                </a:solidFill>
                <a:latin typeface="Montserrat"/>
                <a:ea typeface="Montserrat"/>
                <a:cs typeface="Montserrat"/>
                <a:sym typeface="Montserrat"/>
              </a:rPr>
              <a:t>VENUS</a:t>
            </a:r>
            <a:endParaRPr b="1" i="0" sz="1600" u="none" cap="none" strike="noStrike">
              <a:solidFill>
                <a:schemeClr val="accent3"/>
              </a:solidFill>
              <a:latin typeface="Montserrat"/>
              <a:ea typeface="Montserrat"/>
              <a:cs typeface="Montserrat"/>
              <a:sym typeface="Montserrat"/>
            </a:endParaRPr>
          </a:p>
        </p:txBody>
      </p:sp>
      <p:sp>
        <p:nvSpPr>
          <p:cNvPr id="660" name="Google Shape;660;p24"/>
          <p:cNvSpPr txBox="1"/>
          <p:nvPr>
            <p:ph idx="4294967295" type="subTitle"/>
          </p:nvPr>
        </p:nvSpPr>
        <p:spPr>
          <a:xfrm>
            <a:off x="6679261" y="3460850"/>
            <a:ext cx="1843800" cy="115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accent1"/>
              </a:buClr>
              <a:buSzPts val="1400"/>
              <a:buFont typeface="Montserrat"/>
              <a:buNone/>
            </a:pPr>
            <a:r>
              <a:rPr b="0" i="0" lang="en" sz="1400" u="none" cap="none" strike="noStrike">
                <a:solidFill>
                  <a:schemeClr val="accent1"/>
                </a:solidFill>
                <a:latin typeface="Montserrat"/>
                <a:ea typeface="Montserrat"/>
                <a:cs typeface="Montserrat"/>
                <a:sym typeface="Montserrat"/>
              </a:rPr>
              <a:t>Venus has a beautiful name, but it’s terribly hot</a:t>
            </a:r>
            <a:endParaRPr b="0" i="0" sz="1400" u="none" cap="none" strike="noStrike">
              <a:solidFill>
                <a:schemeClr val="accent1"/>
              </a:solidFill>
              <a:latin typeface="Montserrat"/>
              <a:ea typeface="Montserrat"/>
              <a:cs typeface="Montserrat"/>
              <a:sym typeface="Montserrat"/>
            </a:endParaRPr>
          </a:p>
          <a:p>
            <a:pPr indent="0" lvl="0" marL="0" marR="0" rtl="0" algn="ctr">
              <a:lnSpc>
                <a:spcPct val="100000"/>
              </a:lnSpc>
              <a:spcBef>
                <a:spcPts val="1600"/>
              </a:spcBef>
              <a:spcAft>
                <a:spcPts val="1600"/>
              </a:spcAft>
              <a:buClr>
                <a:schemeClr val="accent1"/>
              </a:buClr>
              <a:buSzPts val="1400"/>
              <a:buFont typeface="Montserrat"/>
              <a:buNone/>
            </a:pPr>
            <a:r>
              <a:t/>
            </a:r>
            <a:endParaRPr b="0" i="0" sz="1400" u="none" cap="none" strike="noStrike">
              <a:solidFill>
                <a:schemeClr val="accent1"/>
              </a:solidFill>
              <a:latin typeface="Montserrat"/>
              <a:ea typeface="Montserrat"/>
              <a:cs typeface="Montserrat"/>
              <a:sym typeface="Montserrat"/>
            </a:endParaRPr>
          </a:p>
        </p:txBody>
      </p:sp>
      <p:sp>
        <p:nvSpPr>
          <p:cNvPr id="661" name="Google Shape;661;p24"/>
          <p:cNvSpPr txBox="1"/>
          <p:nvPr>
            <p:ph type="title"/>
          </p:nvPr>
        </p:nvSpPr>
        <p:spPr>
          <a:xfrm>
            <a:off x="1118391" y="1396250"/>
            <a:ext cx="821100" cy="450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solidFill>
                  <a:schemeClr val="accent1"/>
                </a:solidFill>
              </a:rPr>
              <a:t>1</a:t>
            </a:r>
            <a:endParaRPr>
              <a:solidFill>
                <a:schemeClr val="accent1"/>
              </a:solidFill>
            </a:endParaRPr>
          </a:p>
        </p:txBody>
      </p:sp>
      <p:sp>
        <p:nvSpPr>
          <p:cNvPr id="662" name="Google Shape;662;p24"/>
          <p:cNvSpPr txBox="1"/>
          <p:nvPr>
            <p:ph type="title"/>
          </p:nvPr>
        </p:nvSpPr>
        <p:spPr>
          <a:xfrm>
            <a:off x="3139440" y="1388925"/>
            <a:ext cx="821100" cy="412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solidFill>
                  <a:schemeClr val="accent1"/>
                </a:solidFill>
              </a:rPr>
              <a:t>2</a:t>
            </a:r>
            <a:endParaRPr>
              <a:solidFill>
                <a:schemeClr val="accent1"/>
              </a:solidFill>
            </a:endParaRPr>
          </a:p>
        </p:txBody>
      </p:sp>
      <p:sp>
        <p:nvSpPr>
          <p:cNvPr id="663" name="Google Shape;663;p24"/>
          <p:cNvSpPr txBox="1"/>
          <p:nvPr>
            <p:ph type="title"/>
          </p:nvPr>
        </p:nvSpPr>
        <p:spPr>
          <a:xfrm>
            <a:off x="5160488" y="1389213"/>
            <a:ext cx="821100" cy="412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solidFill>
                  <a:schemeClr val="accent1"/>
                </a:solidFill>
              </a:rPr>
              <a:t>3</a:t>
            </a:r>
            <a:endParaRPr>
              <a:solidFill>
                <a:schemeClr val="accent1"/>
              </a:solidFill>
            </a:endParaRPr>
          </a:p>
        </p:txBody>
      </p:sp>
      <p:sp>
        <p:nvSpPr>
          <p:cNvPr id="664" name="Google Shape;664;p24"/>
          <p:cNvSpPr txBox="1"/>
          <p:nvPr>
            <p:ph type="title"/>
          </p:nvPr>
        </p:nvSpPr>
        <p:spPr>
          <a:xfrm>
            <a:off x="7181537" y="1388238"/>
            <a:ext cx="821100" cy="412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solidFill>
                  <a:schemeClr val="accent1"/>
                </a:solidFill>
              </a:rPr>
              <a:t>4</a:t>
            </a:r>
            <a:endParaRPr>
              <a:solidFill>
                <a:schemeClr val="accent1"/>
              </a:solidFill>
            </a:endParaRPr>
          </a:p>
        </p:txBody>
      </p:sp>
      <p:grpSp>
        <p:nvGrpSpPr>
          <p:cNvPr id="665" name="Google Shape;665;p24"/>
          <p:cNvGrpSpPr/>
          <p:nvPr/>
        </p:nvGrpSpPr>
        <p:grpSpPr>
          <a:xfrm>
            <a:off x="7427006" y="2246580"/>
            <a:ext cx="357249" cy="464391"/>
            <a:chOff x="3990517" y="3354173"/>
            <a:chExt cx="279559" cy="363402"/>
          </a:xfrm>
        </p:grpSpPr>
        <p:sp>
          <p:nvSpPr>
            <p:cNvPr id="666" name="Google Shape;666;p24"/>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24"/>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24"/>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9" name="Google Shape;669;p24"/>
          <p:cNvGrpSpPr/>
          <p:nvPr/>
        </p:nvGrpSpPr>
        <p:grpSpPr>
          <a:xfrm>
            <a:off x="3411329" y="2253371"/>
            <a:ext cx="329649" cy="450795"/>
            <a:chOff x="897141" y="3359875"/>
            <a:chExt cx="257962" cy="352762"/>
          </a:xfrm>
        </p:grpSpPr>
        <p:sp>
          <p:nvSpPr>
            <p:cNvPr id="670" name="Google Shape;670;p24"/>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24"/>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24"/>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24"/>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24"/>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24"/>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24"/>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24"/>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8" name="Google Shape;678;p24"/>
          <p:cNvGrpSpPr/>
          <p:nvPr/>
        </p:nvGrpSpPr>
        <p:grpSpPr>
          <a:xfrm>
            <a:off x="5374231" y="2227929"/>
            <a:ext cx="409109" cy="501679"/>
            <a:chOff x="3086313" y="2877049"/>
            <a:chExt cx="320142" cy="392581"/>
          </a:xfrm>
        </p:grpSpPr>
        <p:sp>
          <p:nvSpPr>
            <p:cNvPr id="679" name="Google Shape;679;p24"/>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24"/>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24"/>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24"/>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 name="Google Shape;683;p24"/>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24"/>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24"/>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24"/>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24"/>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24"/>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24"/>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24"/>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1" name="Google Shape;691;p24"/>
          <p:cNvGrpSpPr/>
          <p:nvPr/>
        </p:nvGrpSpPr>
        <p:grpSpPr>
          <a:xfrm>
            <a:off x="1311929" y="2281988"/>
            <a:ext cx="438664" cy="437687"/>
            <a:chOff x="1745217" y="1515471"/>
            <a:chExt cx="343269" cy="342505"/>
          </a:xfrm>
        </p:grpSpPr>
        <p:sp>
          <p:nvSpPr>
            <p:cNvPr id="692" name="Google Shape;692;p24"/>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24"/>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24"/>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24"/>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25"/>
          <p:cNvSpPr txBox="1"/>
          <p:nvPr>
            <p:ph type="title"/>
          </p:nvPr>
        </p:nvSpPr>
        <p:spPr>
          <a:xfrm>
            <a:off x="2493150" y="1445325"/>
            <a:ext cx="4157700" cy="1847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80%</a:t>
            </a:r>
            <a:endParaRPr/>
          </a:p>
        </p:txBody>
      </p:sp>
      <p:sp>
        <p:nvSpPr>
          <p:cNvPr id="701" name="Google Shape;701;p25"/>
          <p:cNvSpPr txBox="1"/>
          <p:nvPr>
            <p:ph idx="2" type="title"/>
          </p:nvPr>
        </p:nvSpPr>
        <p:spPr>
          <a:xfrm>
            <a:off x="2999550" y="3695750"/>
            <a:ext cx="3144900" cy="874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Big numbers catch your audience’s attention</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05" name="Shape 705"/>
        <p:cNvGrpSpPr/>
        <p:nvPr/>
      </p:nvGrpSpPr>
      <p:grpSpPr>
        <a:xfrm>
          <a:off x="0" y="0"/>
          <a:ext cx="0" cy="0"/>
          <a:chOff x="0" y="0"/>
          <a:chExt cx="0" cy="0"/>
        </a:xfrm>
      </p:grpSpPr>
      <p:sp>
        <p:nvSpPr>
          <p:cNvPr id="706" name="Google Shape;706;p26"/>
          <p:cNvSpPr/>
          <p:nvPr/>
        </p:nvSpPr>
        <p:spPr>
          <a:xfrm rot="5400000">
            <a:off x="6203175" y="2069850"/>
            <a:ext cx="1269600" cy="3855000"/>
          </a:xfrm>
          <a:prstGeom prst="round1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26"/>
          <p:cNvSpPr txBox="1"/>
          <p:nvPr>
            <p:ph type="title"/>
          </p:nvPr>
        </p:nvSpPr>
        <p:spPr>
          <a:xfrm>
            <a:off x="4891700" y="3514950"/>
            <a:ext cx="3914100" cy="1424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solidFill>
                  <a:schemeClr val="lt1"/>
                </a:solidFill>
              </a:rPr>
              <a:t>A Picture Is Worth a Thousand Words</a:t>
            </a:r>
            <a:endParaRPr>
              <a:solidFill>
                <a:schemeClr val="lt1"/>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 name="Shape 711"/>
        <p:cNvGrpSpPr/>
        <p:nvPr/>
      </p:nvGrpSpPr>
      <p:grpSpPr>
        <a:xfrm>
          <a:off x="0" y="0"/>
          <a:ext cx="0" cy="0"/>
          <a:chOff x="0" y="0"/>
          <a:chExt cx="0" cy="0"/>
        </a:xfrm>
      </p:grpSpPr>
      <p:sp>
        <p:nvSpPr>
          <p:cNvPr id="712" name="Google Shape;712;p27"/>
          <p:cNvSpPr txBox="1"/>
          <p:nvPr>
            <p:ph idx="16"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OUR NUMBERS</a:t>
            </a:r>
            <a:endParaRPr/>
          </a:p>
        </p:txBody>
      </p:sp>
      <p:grpSp>
        <p:nvGrpSpPr>
          <p:cNvPr id="713" name="Google Shape;713;p27"/>
          <p:cNvGrpSpPr/>
          <p:nvPr/>
        </p:nvGrpSpPr>
        <p:grpSpPr>
          <a:xfrm>
            <a:off x="1003067" y="1355595"/>
            <a:ext cx="1149403" cy="1148596"/>
            <a:chOff x="2097367" y="1299354"/>
            <a:chExt cx="1037273" cy="1036545"/>
          </a:xfrm>
        </p:grpSpPr>
        <p:sp>
          <p:nvSpPr>
            <p:cNvPr id="714" name="Google Shape;714;p27"/>
            <p:cNvSpPr/>
            <p:nvPr/>
          </p:nvSpPr>
          <p:spPr>
            <a:xfrm>
              <a:off x="2097367" y="1299354"/>
              <a:ext cx="1036500" cy="1036500"/>
            </a:xfrm>
            <a:prstGeom prst="donut">
              <a:avLst>
                <a:gd fmla="val 23024" name="adj"/>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27"/>
            <p:cNvSpPr/>
            <p:nvPr/>
          </p:nvSpPr>
          <p:spPr>
            <a:xfrm>
              <a:off x="2098140" y="1299399"/>
              <a:ext cx="1036500" cy="1036500"/>
            </a:xfrm>
            <a:prstGeom prst="blockArc">
              <a:avLst>
                <a:gd fmla="val 5385960" name="adj1"/>
                <a:gd fmla="val 16202350" name="adj2"/>
                <a:gd fmla="val 23880"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6" name="Google Shape;716;p27"/>
          <p:cNvGrpSpPr/>
          <p:nvPr/>
        </p:nvGrpSpPr>
        <p:grpSpPr>
          <a:xfrm>
            <a:off x="1003067" y="3240370"/>
            <a:ext cx="1149403" cy="1148596"/>
            <a:chOff x="2097367" y="1299354"/>
            <a:chExt cx="1037273" cy="1036545"/>
          </a:xfrm>
        </p:grpSpPr>
        <p:sp>
          <p:nvSpPr>
            <p:cNvPr id="717" name="Google Shape;717;p27"/>
            <p:cNvSpPr/>
            <p:nvPr/>
          </p:nvSpPr>
          <p:spPr>
            <a:xfrm>
              <a:off x="2097367" y="1299354"/>
              <a:ext cx="1036500" cy="1036500"/>
            </a:xfrm>
            <a:prstGeom prst="donut">
              <a:avLst>
                <a:gd fmla="val 23024" name="adj"/>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27"/>
            <p:cNvSpPr/>
            <p:nvPr/>
          </p:nvSpPr>
          <p:spPr>
            <a:xfrm>
              <a:off x="2098140" y="1299399"/>
              <a:ext cx="1036500" cy="1036500"/>
            </a:xfrm>
            <a:prstGeom prst="blockArc">
              <a:avLst>
                <a:gd fmla="val 6837691" name="adj1"/>
                <a:gd fmla="val 16202350" name="adj2"/>
                <a:gd fmla="val 23880" name="adj3"/>
              </a:avLst>
            </a:pr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9" name="Google Shape;719;p27"/>
          <p:cNvGrpSpPr/>
          <p:nvPr/>
        </p:nvGrpSpPr>
        <p:grpSpPr>
          <a:xfrm>
            <a:off x="4775667" y="1355595"/>
            <a:ext cx="1149403" cy="1148596"/>
            <a:chOff x="2097367" y="1299354"/>
            <a:chExt cx="1037273" cy="1036545"/>
          </a:xfrm>
        </p:grpSpPr>
        <p:sp>
          <p:nvSpPr>
            <p:cNvPr id="720" name="Google Shape;720;p27"/>
            <p:cNvSpPr/>
            <p:nvPr/>
          </p:nvSpPr>
          <p:spPr>
            <a:xfrm>
              <a:off x="2097367" y="1299354"/>
              <a:ext cx="1036500" cy="1036500"/>
            </a:xfrm>
            <a:prstGeom prst="donut">
              <a:avLst>
                <a:gd fmla="val 23024" name="adj"/>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27"/>
            <p:cNvSpPr/>
            <p:nvPr/>
          </p:nvSpPr>
          <p:spPr>
            <a:xfrm>
              <a:off x="2098140" y="1299399"/>
              <a:ext cx="1036500" cy="1036500"/>
            </a:xfrm>
            <a:prstGeom prst="blockArc">
              <a:avLst>
                <a:gd fmla="val 10719147" name="adj1"/>
                <a:gd fmla="val 16202350" name="adj2"/>
                <a:gd fmla="val 23880" name="adj3"/>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2" name="Google Shape;722;p27"/>
          <p:cNvGrpSpPr/>
          <p:nvPr/>
        </p:nvGrpSpPr>
        <p:grpSpPr>
          <a:xfrm>
            <a:off x="4824767" y="3240370"/>
            <a:ext cx="1149403" cy="1148596"/>
            <a:chOff x="2097367" y="1299354"/>
            <a:chExt cx="1037273" cy="1036545"/>
          </a:xfrm>
        </p:grpSpPr>
        <p:sp>
          <p:nvSpPr>
            <p:cNvPr id="723" name="Google Shape;723;p27"/>
            <p:cNvSpPr/>
            <p:nvPr/>
          </p:nvSpPr>
          <p:spPr>
            <a:xfrm>
              <a:off x="2097367" y="1299354"/>
              <a:ext cx="1036500" cy="1036500"/>
            </a:xfrm>
            <a:prstGeom prst="donut">
              <a:avLst>
                <a:gd fmla="val 23024" name="adj"/>
              </a:avLst>
            </a:pr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27"/>
            <p:cNvSpPr/>
            <p:nvPr/>
          </p:nvSpPr>
          <p:spPr>
            <a:xfrm>
              <a:off x="2098140" y="1299399"/>
              <a:ext cx="1036500" cy="1036500"/>
            </a:xfrm>
            <a:prstGeom prst="blockArc">
              <a:avLst>
                <a:gd fmla="val 2587014" name="adj1"/>
                <a:gd fmla="val 16202350" name="adj2"/>
                <a:gd fmla="val 23880" name="adj3"/>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25" name="Google Shape;725;p27"/>
          <p:cNvSpPr txBox="1"/>
          <p:nvPr>
            <p:ph idx="2" type="title"/>
          </p:nvPr>
        </p:nvSpPr>
        <p:spPr>
          <a:xfrm>
            <a:off x="2405950" y="1258650"/>
            <a:ext cx="2018400" cy="39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50%</a:t>
            </a:r>
            <a:endParaRPr/>
          </a:p>
        </p:txBody>
      </p:sp>
      <p:sp>
        <p:nvSpPr>
          <p:cNvPr id="726" name="Google Shape;726;p27"/>
          <p:cNvSpPr txBox="1"/>
          <p:nvPr>
            <p:ph idx="1" type="subTitle"/>
          </p:nvPr>
        </p:nvSpPr>
        <p:spPr>
          <a:xfrm>
            <a:off x="2405950" y="1531400"/>
            <a:ext cx="2018400" cy="393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MARS</a:t>
            </a:r>
            <a:endParaRPr/>
          </a:p>
        </p:txBody>
      </p:sp>
      <p:sp>
        <p:nvSpPr>
          <p:cNvPr id="727" name="Google Shape;727;p27"/>
          <p:cNvSpPr txBox="1"/>
          <p:nvPr>
            <p:ph idx="3" type="subTitle"/>
          </p:nvPr>
        </p:nvSpPr>
        <p:spPr>
          <a:xfrm>
            <a:off x="2405950" y="1925000"/>
            <a:ext cx="2018400" cy="900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Despite being red, Mars is a cold place</a:t>
            </a:r>
            <a:endParaRPr/>
          </a:p>
        </p:txBody>
      </p:sp>
      <p:sp>
        <p:nvSpPr>
          <p:cNvPr id="728" name="Google Shape;728;p27"/>
          <p:cNvSpPr txBox="1"/>
          <p:nvPr>
            <p:ph idx="4" type="title"/>
          </p:nvPr>
        </p:nvSpPr>
        <p:spPr>
          <a:xfrm>
            <a:off x="2373850" y="3098650"/>
            <a:ext cx="2018400" cy="39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35%</a:t>
            </a:r>
            <a:endParaRPr/>
          </a:p>
        </p:txBody>
      </p:sp>
      <p:sp>
        <p:nvSpPr>
          <p:cNvPr id="729" name="Google Shape;729;p27"/>
          <p:cNvSpPr txBox="1"/>
          <p:nvPr>
            <p:ph idx="5" type="subTitle"/>
          </p:nvPr>
        </p:nvSpPr>
        <p:spPr>
          <a:xfrm>
            <a:off x="2373850" y="3371400"/>
            <a:ext cx="2018400" cy="393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JUPITER</a:t>
            </a:r>
            <a:endParaRPr/>
          </a:p>
        </p:txBody>
      </p:sp>
      <p:sp>
        <p:nvSpPr>
          <p:cNvPr id="730" name="Google Shape;730;p27"/>
          <p:cNvSpPr txBox="1"/>
          <p:nvPr>
            <p:ph idx="6" type="subTitle"/>
          </p:nvPr>
        </p:nvSpPr>
        <p:spPr>
          <a:xfrm>
            <a:off x="2373850" y="3765000"/>
            <a:ext cx="2018400" cy="900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Jupiter is a gas giant and the biggest one</a:t>
            </a:r>
            <a:endParaRPr/>
          </a:p>
        </p:txBody>
      </p:sp>
      <p:sp>
        <p:nvSpPr>
          <p:cNvPr id="731" name="Google Shape;731;p27"/>
          <p:cNvSpPr txBox="1"/>
          <p:nvPr>
            <p:ph idx="7" type="title"/>
          </p:nvPr>
        </p:nvSpPr>
        <p:spPr>
          <a:xfrm>
            <a:off x="6154650" y="1258650"/>
            <a:ext cx="2018400" cy="39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25%</a:t>
            </a:r>
            <a:endParaRPr/>
          </a:p>
        </p:txBody>
      </p:sp>
      <p:sp>
        <p:nvSpPr>
          <p:cNvPr id="732" name="Google Shape;732;p27"/>
          <p:cNvSpPr txBox="1"/>
          <p:nvPr>
            <p:ph idx="8" type="subTitle"/>
          </p:nvPr>
        </p:nvSpPr>
        <p:spPr>
          <a:xfrm>
            <a:off x="6154650" y="1531400"/>
            <a:ext cx="2018400" cy="393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VENUS</a:t>
            </a:r>
            <a:endParaRPr/>
          </a:p>
        </p:txBody>
      </p:sp>
      <p:sp>
        <p:nvSpPr>
          <p:cNvPr id="733" name="Google Shape;733;p27"/>
          <p:cNvSpPr txBox="1"/>
          <p:nvPr>
            <p:ph idx="9" type="subTitle"/>
          </p:nvPr>
        </p:nvSpPr>
        <p:spPr>
          <a:xfrm>
            <a:off x="6154650" y="1925000"/>
            <a:ext cx="2018400" cy="900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Venus has a beautiful name</a:t>
            </a:r>
            <a:endParaRPr/>
          </a:p>
        </p:txBody>
      </p:sp>
      <p:sp>
        <p:nvSpPr>
          <p:cNvPr id="734" name="Google Shape;734;p27"/>
          <p:cNvSpPr txBox="1"/>
          <p:nvPr>
            <p:ph idx="13" type="title"/>
          </p:nvPr>
        </p:nvSpPr>
        <p:spPr>
          <a:xfrm>
            <a:off x="6122550" y="3098650"/>
            <a:ext cx="2018400" cy="39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65%</a:t>
            </a:r>
            <a:endParaRPr/>
          </a:p>
        </p:txBody>
      </p:sp>
      <p:sp>
        <p:nvSpPr>
          <p:cNvPr id="735" name="Google Shape;735;p27"/>
          <p:cNvSpPr txBox="1"/>
          <p:nvPr>
            <p:ph idx="14" type="subTitle"/>
          </p:nvPr>
        </p:nvSpPr>
        <p:spPr>
          <a:xfrm>
            <a:off x="6122550" y="3371400"/>
            <a:ext cx="2018400" cy="393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NEPTUNE</a:t>
            </a:r>
            <a:endParaRPr/>
          </a:p>
        </p:txBody>
      </p:sp>
      <p:sp>
        <p:nvSpPr>
          <p:cNvPr id="736" name="Google Shape;736;p27"/>
          <p:cNvSpPr txBox="1"/>
          <p:nvPr>
            <p:ph idx="15" type="subTitle"/>
          </p:nvPr>
        </p:nvSpPr>
        <p:spPr>
          <a:xfrm>
            <a:off x="6122550" y="3765000"/>
            <a:ext cx="2018400" cy="900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Neptune is the farthest planet</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0" name="Shape 740"/>
        <p:cNvGrpSpPr/>
        <p:nvPr/>
      </p:nvGrpSpPr>
      <p:grpSpPr>
        <a:xfrm>
          <a:off x="0" y="0"/>
          <a:ext cx="0" cy="0"/>
          <a:chOff x="0" y="0"/>
          <a:chExt cx="0" cy="0"/>
        </a:xfrm>
      </p:grpSpPr>
      <p:sp>
        <p:nvSpPr>
          <p:cNvPr id="741" name="Google Shape;741;p28"/>
          <p:cNvSpPr txBox="1"/>
          <p:nvPr>
            <p:ph type="title"/>
          </p:nvPr>
        </p:nvSpPr>
        <p:spPr>
          <a:xfrm>
            <a:off x="1167450" y="1168250"/>
            <a:ext cx="6809100" cy="2612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7200"/>
              <a:buNone/>
            </a:pPr>
            <a:r>
              <a:rPr lang="en"/>
              <a:t>AWESOME</a:t>
            </a:r>
            <a:endParaRPr/>
          </a:p>
          <a:p>
            <a:pPr indent="0" lvl="0" marL="0" rtl="0" algn="ctr">
              <a:lnSpc>
                <a:spcPct val="100000"/>
              </a:lnSpc>
              <a:spcBef>
                <a:spcPts val="0"/>
              </a:spcBef>
              <a:spcAft>
                <a:spcPts val="0"/>
              </a:spcAft>
              <a:buSzPts val="7200"/>
              <a:buNone/>
            </a:pPr>
            <a:r>
              <a:rPr lang="en"/>
              <a:t>WORDS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5" name="Shape 745"/>
        <p:cNvGrpSpPr/>
        <p:nvPr/>
      </p:nvGrpSpPr>
      <p:grpSpPr>
        <a:xfrm>
          <a:off x="0" y="0"/>
          <a:ext cx="0" cy="0"/>
          <a:chOff x="0" y="0"/>
          <a:chExt cx="0" cy="0"/>
        </a:xfrm>
      </p:grpSpPr>
      <p:sp>
        <p:nvSpPr>
          <p:cNvPr id="746" name="Google Shape;746;p29"/>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solidFill>
                  <a:schemeClr val="lt1"/>
                </a:solidFill>
              </a:rPr>
              <a:t>STATUS REPORT</a:t>
            </a:r>
            <a:endParaRPr/>
          </a:p>
        </p:txBody>
      </p:sp>
      <p:sp>
        <p:nvSpPr>
          <p:cNvPr id="747" name="Google Shape;747;p29"/>
          <p:cNvSpPr txBox="1"/>
          <p:nvPr/>
        </p:nvSpPr>
        <p:spPr>
          <a:xfrm>
            <a:off x="1094125" y="2530169"/>
            <a:ext cx="1884600" cy="2814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400"/>
              <a:buFont typeface="Arial"/>
              <a:buNone/>
            </a:pPr>
            <a:r>
              <a:rPr b="1" i="0" lang="en" sz="1400" u="none" cap="none" strike="noStrike">
                <a:solidFill>
                  <a:srgbClr val="27316F"/>
                </a:solidFill>
                <a:latin typeface="Montserrat"/>
                <a:ea typeface="Montserrat"/>
                <a:cs typeface="Montserrat"/>
                <a:sym typeface="Montserrat"/>
              </a:rPr>
              <a:t>BUDGET</a:t>
            </a:r>
            <a:endParaRPr b="1" i="0" sz="1400" u="none" cap="none" strike="noStrike">
              <a:solidFill>
                <a:srgbClr val="27316F"/>
              </a:solidFill>
              <a:latin typeface="Montserrat"/>
              <a:ea typeface="Montserrat"/>
              <a:cs typeface="Montserrat"/>
              <a:sym typeface="Montserrat"/>
            </a:endParaRPr>
          </a:p>
        </p:txBody>
      </p:sp>
      <p:sp>
        <p:nvSpPr>
          <p:cNvPr id="748" name="Google Shape;748;p29"/>
          <p:cNvSpPr txBox="1"/>
          <p:nvPr/>
        </p:nvSpPr>
        <p:spPr>
          <a:xfrm>
            <a:off x="1094125" y="2977632"/>
            <a:ext cx="1884600" cy="2814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400"/>
              <a:buFont typeface="Arial"/>
              <a:buNone/>
            </a:pPr>
            <a:r>
              <a:rPr b="1" i="0" lang="en" sz="1400" u="none" cap="none" strike="noStrike">
                <a:solidFill>
                  <a:srgbClr val="27316F"/>
                </a:solidFill>
                <a:latin typeface="Montserrat"/>
                <a:ea typeface="Montserrat"/>
                <a:cs typeface="Montserrat"/>
                <a:sym typeface="Montserrat"/>
              </a:rPr>
              <a:t>RISKS</a:t>
            </a:r>
            <a:endParaRPr b="1" i="0" sz="1400" u="none" cap="none" strike="noStrike">
              <a:solidFill>
                <a:srgbClr val="27316F"/>
              </a:solidFill>
              <a:latin typeface="Montserrat"/>
              <a:ea typeface="Montserrat"/>
              <a:cs typeface="Montserrat"/>
              <a:sym typeface="Montserrat"/>
            </a:endParaRPr>
          </a:p>
        </p:txBody>
      </p:sp>
      <p:sp>
        <p:nvSpPr>
          <p:cNvPr id="749" name="Google Shape;749;p29"/>
          <p:cNvSpPr txBox="1"/>
          <p:nvPr/>
        </p:nvSpPr>
        <p:spPr>
          <a:xfrm>
            <a:off x="1094125" y="3450561"/>
            <a:ext cx="1884600" cy="2814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400"/>
              <a:buFont typeface="Arial"/>
              <a:buNone/>
            </a:pPr>
            <a:r>
              <a:rPr b="1" i="0" lang="en" sz="1400" u="none" cap="none" strike="noStrike">
                <a:solidFill>
                  <a:srgbClr val="27316F"/>
                </a:solidFill>
                <a:latin typeface="Montserrat"/>
                <a:ea typeface="Montserrat"/>
                <a:cs typeface="Montserrat"/>
                <a:sym typeface="Montserrat"/>
              </a:rPr>
              <a:t>ISSUES</a:t>
            </a:r>
            <a:endParaRPr b="1" i="0" sz="1400" u="none" cap="none" strike="noStrike">
              <a:solidFill>
                <a:srgbClr val="27316F"/>
              </a:solidFill>
              <a:latin typeface="Montserrat"/>
              <a:ea typeface="Montserrat"/>
              <a:cs typeface="Montserrat"/>
              <a:sym typeface="Montserrat"/>
            </a:endParaRPr>
          </a:p>
        </p:txBody>
      </p:sp>
      <p:sp>
        <p:nvSpPr>
          <p:cNvPr id="750" name="Google Shape;750;p29"/>
          <p:cNvSpPr txBox="1"/>
          <p:nvPr/>
        </p:nvSpPr>
        <p:spPr>
          <a:xfrm>
            <a:off x="1094125" y="3938018"/>
            <a:ext cx="1884600" cy="2814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400"/>
              <a:buFont typeface="Arial"/>
              <a:buNone/>
            </a:pPr>
            <a:r>
              <a:rPr b="1" i="0" lang="en" sz="1400" u="none" cap="none" strike="noStrike">
                <a:solidFill>
                  <a:srgbClr val="27316F"/>
                </a:solidFill>
                <a:latin typeface="Montserrat"/>
                <a:ea typeface="Montserrat"/>
                <a:cs typeface="Montserrat"/>
                <a:sym typeface="Montserrat"/>
              </a:rPr>
              <a:t>BENEFITS</a:t>
            </a:r>
            <a:endParaRPr b="1" i="0" sz="1400" u="none" cap="none" strike="noStrike">
              <a:solidFill>
                <a:srgbClr val="27316F"/>
              </a:solidFill>
              <a:latin typeface="Montserrat"/>
              <a:ea typeface="Montserrat"/>
              <a:cs typeface="Montserrat"/>
              <a:sym typeface="Montserrat"/>
            </a:endParaRPr>
          </a:p>
        </p:txBody>
      </p:sp>
      <p:sp>
        <p:nvSpPr>
          <p:cNvPr id="751" name="Google Shape;751;p29"/>
          <p:cNvSpPr/>
          <p:nvPr/>
        </p:nvSpPr>
        <p:spPr>
          <a:xfrm>
            <a:off x="3280620" y="1680825"/>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52" name="Google Shape;752;p29"/>
          <p:cNvSpPr/>
          <p:nvPr/>
        </p:nvSpPr>
        <p:spPr>
          <a:xfrm>
            <a:off x="3597219" y="1680825"/>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53" name="Google Shape;753;p29"/>
          <p:cNvSpPr/>
          <p:nvPr/>
        </p:nvSpPr>
        <p:spPr>
          <a:xfrm>
            <a:off x="3913818" y="1680825"/>
            <a:ext cx="110400" cy="1104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C800"/>
              </a:solidFill>
              <a:latin typeface="Arial"/>
              <a:ea typeface="Arial"/>
              <a:cs typeface="Arial"/>
              <a:sym typeface="Arial"/>
            </a:endParaRPr>
          </a:p>
        </p:txBody>
      </p:sp>
      <p:sp>
        <p:nvSpPr>
          <p:cNvPr id="754" name="Google Shape;754;p29"/>
          <p:cNvSpPr/>
          <p:nvPr/>
        </p:nvSpPr>
        <p:spPr>
          <a:xfrm>
            <a:off x="3280620" y="2153713"/>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55" name="Google Shape;755;p29"/>
          <p:cNvSpPr/>
          <p:nvPr/>
        </p:nvSpPr>
        <p:spPr>
          <a:xfrm>
            <a:off x="3597219" y="2153713"/>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56" name="Google Shape;756;p29"/>
          <p:cNvSpPr/>
          <p:nvPr/>
        </p:nvSpPr>
        <p:spPr>
          <a:xfrm>
            <a:off x="3913818" y="2153713"/>
            <a:ext cx="110400" cy="1104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C800"/>
              </a:solidFill>
              <a:latin typeface="Arial"/>
              <a:ea typeface="Arial"/>
              <a:cs typeface="Arial"/>
              <a:sym typeface="Arial"/>
            </a:endParaRPr>
          </a:p>
        </p:txBody>
      </p:sp>
      <p:sp>
        <p:nvSpPr>
          <p:cNvPr id="757" name="Google Shape;757;p29"/>
          <p:cNvSpPr/>
          <p:nvPr/>
        </p:nvSpPr>
        <p:spPr>
          <a:xfrm>
            <a:off x="3280620" y="2615745"/>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58" name="Google Shape;758;p29"/>
          <p:cNvSpPr/>
          <p:nvPr/>
        </p:nvSpPr>
        <p:spPr>
          <a:xfrm>
            <a:off x="3597219" y="2615745"/>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59" name="Google Shape;759;p29"/>
          <p:cNvSpPr/>
          <p:nvPr/>
        </p:nvSpPr>
        <p:spPr>
          <a:xfrm>
            <a:off x="3913818" y="2615745"/>
            <a:ext cx="110400" cy="1104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C800"/>
              </a:solidFill>
              <a:latin typeface="Arial"/>
              <a:ea typeface="Arial"/>
              <a:cs typeface="Arial"/>
              <a:sym typeface="Arial"/>
            </a:endParaRPr>
          </a:p>
        </p:txBody>
      </p:sp>
      <p:sp>
        <p:nvSpPr>
          <p:cNvPr id="760" name="Google Shape;760;p29"/>
          <p:cNvSpPr/>
          <p:nvPr/>
        </p:nvSpPr>
        <p:spPr>
          <a:xfrm>
            <a:off x="3280620" y="3063208"/>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61" name="Google Shape;761;p29"/>
          <p:cNvSpPr/>
          <p:nvPr/>
        </p:nvSpPr>
        <p:spPr>
          <a:xfrm>
            <a:off x="3597219" y="3063208"/>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62" name="Google Shape;762;p29"/>
          <p:cNvSpPr/>
          <p:nvPr/>
        </p:nvSpPr>
        <p:spPr>
          <a:xfrm>
            <a:off x="3913818" y="3063208"/>
            <a:ext cx="110400" cy="1104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C800"/>
              </a:solidFill>
              <a:latin typeface="Arial"/>
              <a:ea typeface="Arial"/>
              <a:cs typeface="Arial"/>
              <a:sym typeface="Arial"/>
            </a:endParaRPr>
          </a:p>
        </p:txBody>
      </p:sp>
      <p:sp>
        <p:nvSpPr>
          <p:cNvPr id="763" name="Google Shape;763;p29"/>
          <p:cNvSpPr/>
          <p:nvPr/>
        </p:nvSpPr>
        <p:spPr>
          <a:xfrm>
            <a:off x="3280620" y="3536124"/>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64" name="Google Shape;764;p29"/>
          <p:cNvSpPr/>
          <p:nvPr/>
        </p:nvSpPr>
        <p:spPr>
          <a:xfrm>
            <a:off x="3597219" y="3536124"/>
            <a:ext cx="110400" cy="110400"/>
          </a:xfrm>
          <a:prstGeom prst="ellipse">
            <a:avLst/>
          </a:prstGeom>
          <a:solidFill>
            <a:srgbClr val="2731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27316F"/>
              </a:solidFill>
              <a:latin typeface="Arial"/>
              <a:ea typeface="Arial"/>
              <a:cs typeface="Arial"/>
              <a:sym typeface="Arial"/>
            </a:endParaRPr>
          </a:p>
        </p:txBody>
      </p:sp>
      <p:sp>
        <p:nvSpPr>
          <p:cNvPr id="765" name="Google Shape;765;p29"/>
          <p:cNvSpPr/>
          <p:nvPr/>
        </p:nvSpPr>
        <p:spPr>
          <a:xfrm>
            <a:off x="3913818" y="3536124"/>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66" name="Google Shape;766;p29"/>
          <p:cNvSpPr/>
          <p:nvPr/>
        </p:nvSpPr>
        <p:spPr>
          <a:xfrm>
            <a:off x="3280620" y="4023594"/>
            <a:ext cx="110400" cy="110400"/>
          </a:xfrm>
          <a:prstGeom prst="ellipse">
            <a:avLst/>
          </a:prstGeom>
          <a:solidFill>
            <a:srgbClr val="75C4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75C4C0"/>
              </a:solidFill>
              <a:latin typeface="Arial"/>
              <a:ea typeface="Arial"/>
              <a:cs typeface="Arial"/>
              <a:sym typeface="Arial"/>
            </a:endParaRPr>
          </a:p>
        </p:txBody>
      </p:sp>
      <p:sp>
        <p:nvSpPr>
          <p:cNvPr id="767" name="Google Shape;767;p29"/>
          <p:cNvSpPr/>
          <p:nvPr/>
        </p:nvSpPr>
        <p:spPr>
          <a:xfrm>
            <a:off x="3597219" y="4023594"/>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68" name="Google Shape;768;p29"/>
          <p:cNvSpPr/>
          <p:nvPr/>
        </p:nvSpPr>
        <p:spPr>
          <a:xfrm>
            <a:off x="3913818" y="4023594"/>
            <a:ext cx="110400" cy="110400"/>
          </a:xfrm>
          <a:prstGeom prst="ellipse">
            <a:avLst/>
          </a:pr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EEEEEE"/>
              </a:solidFill>
              <a:latin typeface="Arial"/>
              <a:ea typeface="Arial"/>
              <a:cs typeface="Arial"/>
              <a:sym typeface="Arial"/>
            </a:endParaRPr>
          </a:p>
        </p:txBody>
      </p:sp>
      <p:sp>
        <p:nvSpPr>
          <p:cNvPr id="769" name="Google Shape;769;p29"/>
          <p:cNvSpPr txBox="1"/>
          <p:nvPr/>
        </p:nvSpPr>
        <p:spPr>
          <a:xfrm>
            <a:off x="4326006" y="1595275"/>
            <a:ext cx="4413900" cy="281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The project schedule is on track</a:t>
            </a:r>
            <a:endParaRPr b="0" i="0" sz="1400" u="none" cap="none" strike="noStrike">
              <a:solidFill>
                <a:schemeClr val="accent1"/>
              </a:solidFill>
              <a:latin typeface="Montserrat"/>
              <a:ea typeface="Montserrat"/>
              <a:cs typeface="Montserrat"/>
              <a:sym typeface="Montserrat"/>
            </a:endParaRPr>
          </a:p>
        </p:txBody>
      </p:sp>
      <p:sp>
        <p:nvSpPr>
          <p:cNvPr id="770" name="Google Shape;770;p29"/>
          <p:cNvSpPr txBox="1"/>
          <p:nvPr/>
        </p:nvSpPr>
        <p:spPr>
          <a:xfrm>
            <a:off x="4326006" y="2068177"/>
            <a:ext cx="4413900" cy="281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Resourcing is adequate</a:t>
            </a:r>
            <a:endParaRPr b="0" i="0" sz="1400" u="none" cap="none" strike="noStrike">
              <a:solidFill>
                <a:schemeClr val="accent1"/>
              </a:solidFill>
              <a:latin typeface="Montserrat"/>
              <a:ea typeface="Montserrat"/>
              <a:cs typeface="Montserrat"/>
              <a:sym typeface="Montserrat"/>
            </a:endParaRPr>
          </a:p>
        </p:txBody>
      </p:sp>
      <p:sp>
        <p:nvSpPr>
          <p:cNvPr id="771" name="Google Shape;771;p29"/>
          <p:cNvSpPr txBox="1"/>
          <p:nvPr/>
        </p:nvSpPr>
        <p:spPr>
          <a:xfrm>
            <a:off x="4326006" y="2530169"/>
            <a:ext cx="4413900" cy="281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Project is within budget</a:t>
            </a:r>
            <a:endParaRPr b="0" i="0" sz="1400" u="none" cap="none" strike="noStrike">
              <a:solidFill>
                <a:schemeClr val="accent1"/>
              </a:solidFill>
              <a:latin typeface="Montserrat"/>
              <a:ea typeface="Montserrat"/>
              <a:cs typeface="Montserrat"/>
              <a:sym typeface="Montserrat"/>
            </a:endParaRPr>
          </a:p>
        </p:txBody>
      </p:sp>
      <p:sp>
        <p:nvSpPr>
          <p:cNvPr id="772" name="Google Shape;772;p29"/>
          <p:cNvSpPr txBox="1"/>
          <p:nvPr/>
        </p:nvSpPr>
        <p:spPr>
          <a:xfrm>
            <a:off x="4419600" y="2922508"/>
            <a:ext cx="4413900" cy="281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All project risks are under control</a:t>
            </a:r>
            <a:endParaRPr b="0" i="0" sz="1400" u="none" cap="none" strike="noStrike">
              <a:solidFill>
                <a:schemeClr val="accent1"/>
              </a:solidFill>
              <a:latin typeface="Montserrat"/>
              <a:ea typeface="Montserrat"/>
              <a:cs typeface="Montserrat"/>
              <a:sym typeface="Montserrat"/>
            </a:endParaRPr>
          </a:p>
        </p:txBody>
      </p:sp>
      <p:sp>
        <p:nvSpPr>
          <p:cNvPr id="773" name="Google Shape;773;p29"/>
          <p:cNvSpPr txBox="1"/>
          <p:nvPr/>
        </p:nvSpPr>
        <p:spPr>
          <a:xfrm>
            <a:off x="4326006" y="3450561"/>
            <a:ext cx="4413900" cy="281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Project issues need to be solved</a:t>
            </a:r>
            <a:endParaRPr b="0" i="0" sz="1400" u="none" cap="none" strike="noStrike">
              <a:solidFill>
                <a:schemeClr val="accent1"/>
              </a:solidFill>
              <a:latin typeface="Montserrat"/>
              <a:ea typeface="Montserrat"/>
              <a:cs typeface="Montserrat"/>
              <a:sym typeface="Montserrat"/>
            </a:endParaRPr>
          </a:p>
        </p:txBody>
      </p:sp>
      <p:sp>
        <p:nvSpPr>
          <p:cNvPr id="774" name="Google Shape;774;p29"/>
          <p:cNvSpPr txBox="1"/>
          <p:nvPr/>
        </p:nvSpPr>
        <p:spPr>
          <a:xfrm>
            <a:off x="4326006" y="3938018"/>
            <a:ext cx="4413900" cy="2814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Project benefits do not meet the expectations</a:t>
            </a:r>
            <a:endParaRPr b="0" i="0" sz="1400" u="none" cap="none" strike="noStrike">
              <a:solidFill>
                <a:schemeClr val="accent1"/>
              </a:solidFill>
              <a:latin typeface="Montserrat"/>
              <a:ea typeface="Montserrat"/>
              <a:cs typeface="Montserrat"/>
              <a:sym typeface="Montserrat"/>
            </a:endParaRPr>
          </a:p>
        </p:txBody>
      </p:sp>
      <p:sp>
        <p:nvSpPr>
          <p:cNvPr id="775" name="Google Shape;775;p29"/>
          <p:cNvSpPr txBox="1"/>
          <p:nvPr/>
        </p:nvSpPr>
        <p:spPr>
          <a:xfrm>
            <a:off x="1094125" y="2068204"/>
            <a:ext cx="1884600" cy="2814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400"/>
              <a:buFont typeface="Arial"/>
              <a:buNone/>
            </a:pPr>
            <a:r>
              <a:rPr b="1" i="0" lang="en" sz="1400" u="none" cap="none" strike="noStrike">
                <a:solidFill>
                  <a:srgbClr val="27316F"/>
                </a:solidFill>
                <a:latin typeface="Montserrat"/>
                <a:ea typeface="Montserrat"/>
                <a:cs typeface="Montserrat"/>
                <a:sym typeface="Montserrat"/>
              </a:rPr>
              <a:t>RESOURCING</a:t>
            </a:r>
            <a:endParaRPr b="1" i="0" sz="1400" u="none" cap="none" strike="noStrike">
              <a:solidFill>
                <a:srgbClr val="27316F"/>
              </a:solidFill>
              <a:latin typeface="Montserrat"/>
              <a:ea typeface="Montserrat"/>
              <a:cs typeface="Montserrat"/>
              <a:sym typeface="Montserrat"/>
            </a:endParaRPr>
          </a:p>
        </p:txBody>
      </p:sp>
      <p:sp>
        <p:nvSpPr>
          <p:cNvPr id="776" name="Google Shape;776;p29"/>
          <p:cNvSpPr txBox="1"/>
          <p:nvPr/>
        </p:nvSpPr>
        <p:spPr>
          <a:xfrm>
            <a:off x="1094232" y="1595275"/>
            <a:ext cx="1884600" cy="2814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400"/>
              <a:buFont typeface="Arial"/>
              <a:buNone/>
            </a:pPr>
            <a:r>
              <a:rPr b="1" i="0" lang="en" sz="1400" u="none" cap="none" strike="noStrike">
                <a:solidFill>
                  <a:srgbClr val="27316F"/>
                </a:solidFill>
                <a:latin typeface="Montserrat"/>
                <a:ea typeface="Montserrat"/>
                <a:cs typeface="Montserrat"/>
                <a:sym typeface="Montserrat"/>
              </a:rPr>
              <a:t>SCHEDULE</a:t>
            </a:r>
            <a:endParaRPr b="1" i="0" sz="1400" u="none" cap="none" strike="noStrike">
              <a:solidFill>
                <a:srgbClr val="27316F"/>
              </a:solidFill>
              <a:latin typeface="Montserrat"/>
              <a:ea typeface="Montserrat"/>
              <a:cs typeface="Montserrat"/>
              <a:sym typeface="Montserrat"/>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0" name="Shape 780"/>
        <p:cNvGrpSpPr/>
        <p:nvPr/>
      </p:nvGrpSpPr>
      <p:grpSpPr>
        <a:xfrm>
          <a:off x="0" y="0"/>
          <a:ext cx="0" cy="0"/>
          <a:chOff x="0" y="0"/>
          <a:chExt cx="0" cy="0"/>
        </a:xfrm>
      </p:grpSpPr>
      <p:sp>
        <p:nvSpPr>
          <p:cNvPr id="781" name="Google Shape;781;p30"/>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RAID SUMMARY</a:t>
            </a:r>
            <a:endParaRPr/>
          </a:p>
        </p:txBody>
      </p:sp>
      <p:sp>
        <p:nvSpPr>
          <p:cNvPr id="782" name="Google Shape;782;p30"/>
          <p:cNvSpPr/>
          <p:nvPr/>
        </p:nvSpPr>
        <p:spPr>
          <a:xfrm>
            <a:off x="4703119" y="1631000"/>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30"/>
          <p:cNvSpPr/>
          <p:nvPr/>
        </p:nvSpPr>
        <p:spPr>
          <a:xfrm>
            <a:off x="764394" y="1583663"/>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30"/>
          <p:cNvSpPr txBox="1"/>
          <p:nvPr>
            <p:ph idx="1" type="subTitle"/>
          </p:nvPr>
        </p:nvSpPr>
        <p:spPr>
          <a:xfrm>
            <a:off x="1703156" y="1509946"/>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RISK</a:t>
            </a:r>
            <a:endParaRPr/>
          </a:p>
        </p:txBody>
      </p:sp>
      <p:sp>
        <p:nvSpPr>
          <p:cNvPr id="785" name="Google Shape;785;p30"/>
          <p:cNvSpPr/>
          <p:nvPr/>
        </p:nvSpPr>
        <p:spPr>
          <a:xfrm>
            <a:off x="4716469" y="3261625"/>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30"/>
          <p:cNvSpPr txBox="1"/>
          <p:nvPr>
            <p:ph idx="2" type="subTitle"/>
          </p:nvPr>
        </p:nvSpPr>
        <p:spPr>
          <a:xfrm>
            <a:off x="1703156" y="1869089"/>
            <a:ext cx="2755200" cy="821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Despite being red, Mars is a cold place</a:t>
            </a:r>
            <a:endParaRPr/>
          </a:p>
        </p:txBody>
      </p:sp>
      <p:sp>
        <p:nvSpPr>
          <p:cNvPr id="787" name="Google Shape;787;p30"/>
          <p:cNvSpPr/>
          <p:nvPr/>
        </p:nvSpPr>
        <p:spPr>
          <a:xfrm>
            <a:off x="770794" y="3240938"/>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30"/>
          <p:cNvSpPr txBox="1"/>
          <p:nvPr>
            <p:ph idx="3" type="subTitle"/>
          </p:nvPr>
        </p:nvSpPr>
        <p:spPr>
          <a:xfrm>
            <a:off x="1703156" y="3162702"/>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ISSUES</a:t>
            </a:r>
            <a:endParaRPr/>
          </a:p>
        </p:txBody>
      </p:sp>
      <p:sp>
        <p:nvSpPr>
          <p:cNvPr id="789" name="Google Shape;789;p30"/>
          <p:cNvSpPr txBox="1"/>
          <p:nvPr>
            <p:ph idx="4" type="subTitle"/>
          </p:nvPr>
        </p:nvSpPr>
        <p:spPr>
          <a:xfrm>
            <a:off x="1703156" y="3521845"/>
            <a:ext cx="2755200" cy="821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Venus has a beautiful name, but it’s terribly hot</a:t>
            </a:r>
            <a:endParaRPr/>
          </a:p>
        </p:txBody>
      </p:sp>
      <p:sp>
        <p:nvSpPr>
          <p:cNvPr id="790" name="Google Shape;790;p30"/>
          <p:cNvSpPr txBox="1"/>
          <p:nvPr>
            <p:ph idx="5" type="subTitle"/>
          </p:nvPr>
        </p:nvSpPr>
        <p:spPr>
          <a:xfrm>
            <a:off x="5624406" y="1509946"/>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ASSUMPTIONS</a:t>
            </a:r>
            <a:endParaRPr/>
          </a:p>
          <a:p>
            <a:pPr indent="0" lvl="0" marL="0" rtl="0" algn="l">
              <a:lnSpc>
                <a:spcPct val="100000"/>
              </a:lnSpc>
              <a:spcBef>
                <a:spcPts val="1600"/>
              </a:spcBef>
              <a:spcAft>
                <a:spcPts val="1600"/>
              </a:spcAft>
              <a:buSzPts val="1400"/>
              <a:buNone/>
            </a:pPr>
            <a:r>
              <a:t/>
            </a:r>
            <a:endParaRPr/>
          </a:p>
        </p:txBody>
      </p:sp>
      <p:sp>
        <p:nvSpPr>
          <p:cNvPr id="791" name="Google Shape;791;p30"/>
          <p:cNvSpPr txBox="1"/>
          <p:nvPr>
            <p:ph idx="6" type="subTitle"/>
          </p:nvPr>
        </p:nvSpPr>
        <p:spPr>
          <a:xfrm>
            <a:off x="5624406" y="1869089"/>
            <a:ext cx="2755200" cy="821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Mercury is the closest planet to the Sun </a:t>
            </a:r>
            <a:endParaRPr/>
          </a:p>
        </p:txBody>
      </p:sp>
      <p:sp>
        <p:nvSpPr>
          <p:cNvPr id="792" name="Google Shape;792;p30"/>
          <p:cNvSpPr txBox="1"/>
          <p:nvPr>
            <p:ph idx="7" type="subTitle"/>
          </p:nvPr>
        </p:nvSpPr>
        <p:spPr>
          <a:xfrm>
            <a:off x="5624406" y="3162700"/>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DEPENDENCIES</a:t>
            </a:r>
            <a:endParaRPr/>
          </a:p>
          <a:p>
            <a:pPr indent="0" lvl="0" marL="0" rtl="0" algn="l">
              <a:lnSpc>
                <a:spcPct val="100000"/>
              </a:lnSpc>
              <a:spcBef>
                <a:spcPts val="1600"/>
              </a:spcBef>
              <a:spcAft>
                <a:spcPts val="0"/>
              </a:spcAft>
              <a:buClr>
                <a:schemeClr val="dk1"/>
              </a:buClr>
              <a:buSzPts val="1100"/>
              <a:buFont typeface="Arial"/>
              <a:buNone/>
            </a:pPr>
            <a:r>
              <a:t/>
            </a:r>
            <a:endParaRPr/>
          </a:p>
          <a:p>
            <a:pPr indent="0" lvl="0" marL="0" rtl="0" algn="l">
              <a:lnSpc>
                <a:spcPct val="100000"/>
              </a:lnSpc>
              <a:spcBef>
                <a:spcPts val="1600"/>
              </a:spcBef>
              <a:spcAft>
                <a:spcPts val="1600"/>
              </a:spcAft>
              <a:buClr>
                <a:schemeClr val="dk1"/>
              </a:buClr>
              <a:buSzPts val="1100"/>
              <a:buFont typeface="Arial"/>
              <a:buNone/>
            </a:pPr>
            <a:r>
              <a:t/>
            </a:r>
            <a:endParaRPr/>
          </a:p>
        </p:txBody>
      </p:sp>
      <p:sp>
        <p:nvSpPr>
          <p:cNvPr id="793" name="Google Shape;793;p30"/>
          <p:cNvSpPr txBox="1"/>
          <p:nvPr>
            <p:ph idx="8" type="subTitle"/>
          </p:nvPr>
        </p:nvSpPr>
        <p:spPr>
          <a:xfrm>
            <a:off x="5624406" y="3521843"/>
            <a:ext cx="2755200" cy="821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Jupiter is the biggest planet in the Solar System</a:t>
            </a:r>
            <a:endParaRPr/>
          </a:p>
        </p:txBody>
      </p:sp>
      <p:grpSp>
        <p:nvGrpSpPr>
          <p:cNvPr id="794" name="Google Shape;794;p30"/>
          <p:cNvGrpSpPr/>
          <p:nvPr/>
        </p:nvGrpSpPr>
        <p:grpSpPr>
          <a:xfrm>
            <a:off x="1003634" y="1816322"/>
            <a:ext cx="355434" cy="355815"/>
            <a:chOff x="4673540" y="3680297"/>
            <a:chExt cx="355434" cy="355815"/>
          </a:xfrm>
        </p:grpSpPr>
        <p:sp>
          <p:nvSpPr>
            <p:cNvPr id="795" name="Google Shape;795;p3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3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3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8" name="Google Shape;798;p30"/>
          <p:cNvGrpSpPr/>
          <p:nvPr/>
        </p:nvGrpSpPr>
        <p:grpSpPr>
          <a:xfrm>
            <a:off x="4952226" y="1820282"/>
            <a:ext cx="322917" cy="347876"/>
            <a:chOff x="6896644" y="3216007"/>
            <a:chExt cx="322917" cy="347876"/>
          </a:xfrm>
        </p:grpSpPr>
        <p:sp>
          <p:nvSpPr>
            <p:cNvPr id="799" name="Google Shape;799;p3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3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3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3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3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3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3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 name="Google Shape;806;p30"/>
          <p:cNvGrpSpPr/>
          <p:nvPr/>
        </p:nvGrpSpPr>
        <p:grpSpPr>
          <a:xfrm>
            <a:off x="987492" y="3467184"/>
            <a:ext cx="381346" cy="368644"/>
            <a:chOff x="4675986" y="2745684"/>
            <a:chExt cx="381346" cy="368644"/>
          </a:xfrm>
        </p:grpSpPr>
        <p:sp>
          <p:nvSpPr>
            <p:cNvPr id="807" name="Google Shape;807;p3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3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 name="Google Shape;809;p30"/>
          <p:cNvGrpSpPr/>
          <p:nvPr/>
        </p:nvGrpSpPr>
        <p:grpSpPr>
          <a:xfrm>
            <a:off x="4947436" y="3473445"/>
            <a:ext cx="360356" cy="343462"/>
            <a:chOff x="6870193" y="2295620"/>
            <a:chExt cx="360356" cy="343462"/>
          </a:xfrm>
        </p:grpSpPr>
        <p:sp>
          <p:nvSpPr>
            <p:cNvPr id="810" name="Google Shape;810;p3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3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5" name="Shape 815"/>
        <p:cNvGrpSpPr/>
        <p:nvPr/>
      </p:nvGrpSpPr>
      <p:grpSpPr>
        <a:xfrm>
          <a:off x="0" y="0"/>
          <a:ext cx="0" cy="0"/>
          <a:chOff x="0" y="0"/>
          <a:chExt cx="0" cy="0"/>
        </a:xfrm>
      </p:grpSpPr>
      <p:sp>
        <p:nvSpPr>
          <p:cNvPr id="816" name="Google Shape;816;p31"/>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RAID SUMMARY</a:t>
            </a:r>
            <a:endParaRPr/>
          </a:p>
        </p:txBody>
      </p:sp>
      <p:sp>
        <p:nvSpPr>
          <p:cNvPr id="817" name="Google Shape;817;p31"/>
          <p:cNvSpPr/>
          <p:nvPr/>
        </p:nvSpPr>
        <p:spPr>
          <a:xfrm>
            <a:off x="4703119" y="1631000"/>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31"/>
          <p:cNvSpPr/>
          <p:nvPr/>
        </p:nvSpPr>
        <p:spPr>
          <a:xfrm>
            <a:off x="764394" y="1583663"/>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31"/>
          <p:cNvSpPr txBox="1"/>
          <p:nvPr>
            <p:ph idx="1" type="subTitle"/>
          </p:nvPr>
        </p:nvSpPr>
        <p:spPr>
          <a:xfrm>
            <a:off x="1703156" y="1509946"/>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RISK</a:t>
            </a:r>
            <a:endParaRPr/>
          </a:p>
        </p:txBody>
      </p:sp>
      <p:sp>
        <p:nvSpPr>
          <p:cNvPr id="820" name="Google Shape;820;p31"/>
          <p:cNvSpPr/>
          <p:nvPr/>
        </p:nvSpPr>
        <p:spPr>
          <a:xfrm>
            <a:off x="4716469" y="3261625"/>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31"/>
          <p:cNvSpPr txBox="1"/>
          <p:nvPr>
            <p:ph idx="2" type="subTitle"/>
          </p:nvPr>
        </p:nvSpPr>
        <p:spPr>
          <a:xfrm>
            <a:off x="1703156" y="1869089"/>
            <a:ext cx="2755200" cy="821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Despite being red, Mars is a cold place</a:t>
            </a:r>
            <a:endParaRPr/>
          </a:p>
        </p:txBody>
      </p:sp>
      <p:sp>
        <p:nvSpPr>
          <p:cNvPr id="822" name="Google Shape;822;p31"/>
          <p:cNvSpPr/>
          <p:nvPr/>
        </p:nvSpPr>
        <p:spPr>
          <a:xfrm>
            <a:off x="770794" y="3240938"/>
            <a:ext cx="821100" cy="8211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31"/>
          <p:cNvSpPr txBox="1"/>
          <p:nvPr>
            <p:ph idx="3" type="subTitle"/>
          </p:nvPr>
        </p:nvSpPr>
        <p:spPr>
          <a:xfrm>
            <a:off x="1703156" y="3162702"/>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a:t>ISSUES</a:t>
            </a:r>
            <a:endParaRPr/>
          </a:p>
        </p:txBody>
      </p:sp>
      <p:sp>
        <p:nvSpPr>
          <p:cNvPr id="824" name="Google Shape;824;p31"/>
          <p:cNvSpPr txBox="1"/>
          <p:nvPr>
            <p:ph idx="4" type="subTitle"/>
          </p:nvPr>
        </p:nvSpPr>
        <p:spPr>
          <a:xfrm>
            <a:off x="1703156" y="3521845"/>
            <a:ext cx="2755200" cy="821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Venus has a beautiful name, but it’s terribly hot</a:t>
            </a:r>
            <a:endParaRPr/>
          </a:p>
        </p:txBody>
      </p:sp>
      <p:sp>
        <p:nvSpPr>
          <p:cNvPr id="825" name="Google Shape;825;p31"/>
          <p:cNvSpPr txBox="1"/>
          <p:nvPr>
            <p:ph idx="5" type="subTitle"/>
          </p:nvPr>
        </p:nvSpPr>
        <p:spPr>
          <a:xfrm>
            <a:off x="5624406" y="1509946"/>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ASSUMPTIONS</a:t>
            </a:r>
            <a:endParaRPr/>
          </a:p>
          <a:p>
            <a:pPr indent="0" lvl="0" marL="0" rtl="0" algn="l">
              <a:lnSpc>
                <a:spcPct val="100000"/>
              </a:lnSpc>
              <a:spcBef>
                <a:spcPts val="1600"/>
              </a:spcBef>
              <a:spcAft>
                <a:spcPts val="1600"/>
              </a:spcAft>
              <a:buSzPts val="1400"/>
              <a:buNone/>
            </a:pPr>
            <a:r>
              <a:t/>
            </a:r>
            <a:endParaRPr/>
          </a:p>
        </p:txBody>
      </p:sp>
      <p:sp>
        <p:nvSpPr>
          <p:cNvPr id="826" name="Google Shape;826;p31"/>
          <p:cNvSpPr txBox="1"/>
          <p:nvPr>
            <p:ph idx="6" type="subTitle"/>
          </p:nvPr>
        </p:nvSpPr>
        <p:spPr>
          <a:xfrm>
            <a:off x="5624406" y="1869089"/>
            <a:ext cx="2755200" cy="821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Mercury is the closest planet to the Sun </a:t>
            </a:r>
            <a:endParaRPr/>
          </a:p>
        </p:txBody>
      </p:sp>
      <p:sp>
        <p:nvSpPr>
          <p:cNvPr id="827" name="Google Shape;827;p31"/>
          <p:cNvSpPr txBox="1"/>
          <p:nvPr>
            <p:ph idx="7" type="subTitle"/>
          </p:nvPr>
        </p:nvSpPr>
        <p:spPr>
          <a:xfrm>
            <a:off x="5624406" y="3162700"/>
            <a:ext cx="2755200" cy="35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DEPENDENCIES</a:t>
            </a:r>
            <a:endParaRPr/>
          </a:p>
          <a:p>
            <a:pPr indent="0" lvl="0" marL="0" rtl="0" algn="l">
              <a:lnSpc>
                <a:spcPct val="100000"/>
              </a:lnSpc>
              <a:spcBef>
                <a:spcPts val="1600"/>
              </a:spcBef>
              <a:spcAft>
                <a:spcPts val="0"/>
              </a:spcAft>
              <a:buClr>
                <a:schemeClr val="dk1"/>
              </a:buClr>
              <a:buSzPts val="1100"/>
              <a:buFont typeface="Arial"/>
              <a:buNone/>
            </a:pPr>
            <a:r>
              <a:t/>
            </a:r>
            <a:endParaRPr/>
          </a:p>
          <a:p>
            <a:pPr indent="0" lvl="0" marL="0" rtl="0" algn="l">
              <a:lnSpc>
                <a:spcPct val="100000"/>
              </a:lnSpc>
              <a:spcBef>
                <a:spcPts val="1600"/>
              </a:spcBef>
              <a:spcAft>
                <a:spcPts val="1600"/>
              </a:spcAft>
              <a:buClr>
                <a:schemeClr val="dk1"/>
              </a:buClr>
              <a:buSzPts val="1100"/>
              <a:buFont typeface="Arial"/>
              <a:buNone/>
            </a:pPr>
            <a:r>
              <a:t/>
            </a:r>
            <a:endParaRPr/>
          </a:p>
        </p:txBody>
      </p:sp>
      <p:sp>
        <p:nvSpPr>
          <p:cNvPr id="828" name="Google Shape;828;p31"/>
          <p:cNvSpPr txBox="1"/>
          <p:nvPr>
            <p:ph idx="8" type="subTitle"/>
          </p:nvPr>
        </p:nvSpPr>
        <p:spPr>
          <a:xfrm>
            <a:off x="5624406" y="3521843"/>
            <a:ext cx="2755200" cy="821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Jupiter is the biggest planet in the Solar System</a:t>
            </a:r>
            <a:endParaRPr/>
          </a:p>
        </p:txBody>
      </p:sp>
      <p:grpSp>
        <p:nvGrpSpPr>
          <p:cNvPr id="829" name="Google Shape;829;p31"/>
          <p:cNvGrpSpPr/>
          <p:nvPr/>
        </p:nvGrpSpPr>
        <p:grpSpPr>
          <a:xfrm>
            <a:off x="1003634" y="1816322"/>
            <a:ext cx="355434" cy="355815"/>
            <a:chOff x="4673540" y="3680297"/>
            <a:chExt cx="355434" cy="355815"/>
          </a:xfrm>
        </p:grpSpPr>
        <p:sp>
          <p:nvSpPr>
            <p:cNvPr id="830" name="Google Shape;830;p3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3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3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 name="Google Shape;833;p31"/>
          <p:cNvGrpSpPr/>
          <p:nvPr/>
        </p:nvGrpSpPr>
        <p:grpSpPr>
          <a:xfrm>
            <a:off x="4952226" y="1820282"/>
            <a:ext cx="322917" cy="347876"/>
            <a:chOff x="6896644" y="3216007"/>
            <a:chExt cx="322917" cy="347876"/>
          </a:xfrm>
        </p:grpSpPr>
        <p:sp>
          <p:nvSpPr>
            <p:cNvPr id="834" name="Google Shape;834;p3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3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3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3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3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3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3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 name="Google Shape;841;p31"/>
          <p:cNvGrpSpPr/>
          <p:nvPr/>
        </p:nvGrpSpPr>
        <p:grpSpPr>
          <a:xfrm>
            <a:off x="987492" y="3467184"/>
            <a:ext cx="381346" cy="368644"/>
            <a:chOff x="4675986" y="2745684"/>
            <a:chExt cx="381346" cy="368644"/>
          </a:xfrm>
        </p:grpSpPr>
        <p:sp>
          <p:nvSpPr>
            <p:cNvPr id="842" name="Google Shape;842;p3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3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 name="Google Shape;844;p31"/>
          <p:cNvGrpSpPr/>
          <p:nvPr/>
        </p:nvGrpSpPr>
        <p:grpSpPr>
          <a:xfrm>
            <a:off x="4947436" y="3473445"/>
            <a:ext cx="360356" cy="343462"/>
            <a:chOff x="6870193" y="2295620"/>
            <a:chExt cx="360356" cy="343462"/>
          </a:xfrm>
        </p:grpSpPr>
        <p:sp>
          <p:nvSpPr>
            <p:cNvPr id="845" name="Google Shape;845;p3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3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 name="Shape 850"/>
        <p:cNvGrpSpPr/>
        <p:nvPr/>
      </p:nvGrpSpPr>
      <p:grpSpPr>
        <a:xfrm>
          <a:off x="0" y="0"/>
          <a:ext cx="0" cy="0"/>
          <a:chOff x="0" y="0"/>
          <a:chExt cx="0" cy="0"/>
        </a:xfrm>
      </p:grpSpPr>
      <p:sp>
        <p:nvSpPr>
          <p:cNvPr id="851" name="Google Shape;851;p32"/>
          <p:cNvSpPr txBox="1"/>
          <p:nvPr>
            <p:ph type="title"/>
          </p:nvPr>
        </p:nvSpPr>
        <p:spPr>
          <a:xfrm>
            <a:off x="614737" y="2580700"/>
            <a:ext cx="3569700" cy="1145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WHERE WE ARE</a:t>
            </a:r>
            <a:endParaRPr/>
          </a:p>
        </p:txBody>
      </p:sp>
      <p:sp>
        <p:nvSpPr>
          <p:cNvPr id="852" name="Google Shape;852;p32"/>
          <p:cNvSpPr txBox="1"/>
          <p:nvPr>
            <p:ph idx="2" type="title"/>
          </p:nvPr>
        </p:nvSpPr>
        <p:spPr>
          <a:xfrm>
            <a:off x="5006074" y="2580700"/>
            <a:ext cx="3524700" cy="1145100"/>
          </a:xfrm>
          <a:prstGeom prst="rect">
            <a:avLst/>
          </a:prstGeom>
          <a:noFill/>
          <a:ln>
            <a:noFill/>
          </a:ln>
        </p:spPr>
        <p:txBody>
          <a:bodyPr anchorCtr="0" anchor="b" bIns="91425" lIns="114300"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600">
                <a:solidFill>
                  <a:schemeClr val="accent1"/>
                </a:solidFill>
              </a:rPr>
              <a:t>WHERE WE WANT TO BE</a:t>
            </a:r>
            <a:endParaRPr sz="1600">
              <a:solidFill>
                <a:schemeClr val="accent1"/>
              </a:solidFill>
            </a:endParaRPr>
          </a:p>
        </p:txBody>
      </p:sp>
      <p:sp>
        <p:nvSpPr>
          <p:cNvPr id="853" name="Google Shape;853;p32"/>
          <p:cNvSpPr txBox="1"/>
          <p:nvPr>
            <p:ph idx="3" type="subTitle"/>
          </p:nvPr>
        </p:nvSpPr>
        <p:spPr>
          <a:xfrm>
            <a:off x="4983575" y="3513929"/>
            <a:ext cx="3569700" cy="900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en"/>
              <a:t>Mercury is the closest planet to the Sun and the smallest one </a:t>
            </a:r>
            <a:endParaRPr/>
          </a:p>
        </p:txBody>
      </p:sp>
      <p:sp>
        <p:nvSpPr>
          <p:cNvPr id="854" name="Google Shape;854;p32"/>
          <p:cNvSpPr/>
          <p:nvPr/>
        </p:nvSpPr>
        <p:spPr>
          <a:xfrm>
            <a:off x="1213163" y="738771"/>
            <a:ext cx="2356104" cy="2031254"/>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32"/>
          <p:cNvSpPr/>
          <p:nvPr/>
        </p:nvSpPr>
        <p:spPr>
          <a:xfrm>
            <a:off x="1213175" y="1377275"/>
            <a:ext cx="468300" cy="468300"/>
          </a:xfrm>
          <a:prstGeom prst="ellipse">
            <a:avLst/>
          </a:prstGeom>
          <a:noFill/>
          <a:ln cap="flat" cmpd="sng" w="38100">
            <a:solidFill>
              <a:srgbClr val="FBBC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32"/>
          <p:cNvSpPr/>
          <p:nvPr/>
        </p:nvSpPr>
        <p:spPr>
          <a:xfrm>
            <a:off x="5729626" y="738771"/>
            <a:ext cx="2356104" cy="2031254"/>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32"/>
          <p:cNvSpPr/>
          <p:nvPr/>
        </p:nvSpPr>
        <p:spPr>
          <a:xfrm>
            <a:off x="5453037" y="779750"/>
            <a:ext cx="1614900" cy="1614900"/>
          </a:xfrm>
          <a:prstGeom prst="ellipse">
            <a:avLst/>
          </a:prstGeom>
          <a:noFill/>
          <a:ln cap="flat" cmpd="sng" w="38100">
            <a:solidFill>
              <a:srgbClr val="FBBC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32"/>
          <p:cNvSpPr txBox="1"/>
          <p:nvPr>
            <p:ph idx="1" type="subTitle"/>
          </p:nvPr>
        </p:nvSpPr>
        <p:spPr>
          <a:xfrm>
            <a:off x="591950" y="3513929"/>
            <a:ext cx="3615300" cy="900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en"/>
              <a:t>Venus has a beautiful name, but it’s very hot</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 name="Shape 862"/>
        <p:cNvGrpSpPr/>
        <p:nvPr/>
      </p:nvGrpSpPr>
      <p:grpSpPr>
        <a:xfrm>
          <a:off x="0" y="0"/>
          <a:ext cx="0" cy="0"/>
          <a:chOff x="0" y="0"/>
          <a:chExt cx="0" cy="0"/>
        </a:xfrm>
      </p:grpSpPr>
      <p:sp>
        <p:nvSpPr>
          <p:cNvPr id="863" name="Google Shape;863;p33"/>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BUDGET</a:t>
            </a:r>
            <a:endParaRPr/>
          </a:p>
        </p:txBody>
      </p:sp>
      <p:sp>
        <p:nvSpPr>
          <p:cNvPr id="864" name="Google Shape;864;p33"/>
          <p:cNvSpPr txBox="1"/>
          <p:nvPr>
            <p:ph idx="4294967295" type="subTitle"/>
          </p:nvPr>
        </p:nvSpPr>
        <p:spPr>
          <a:xfrm>
            <a:off x="6446275" y="1761250"/>
            <a:ext cx="1935000" cy="483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chemeClr val="dk1"/>
              </a:buClr>
              <a:buSzPts val="1100"/>
              <a:buFont typeface="Arial"/>
              <a:buNone/>
            </a:pPr>
            <a:r>
              <a:rPr b="1" i="0" lang="en" sz="1600" u="none" cap="none" strike="noStrike">
                <a:solidFill>
                  <a:schemeClr val="accent1"/>
                </a:solidFill>
                <a:latin typeface="Montserrat"/>
                <a:ea typeface="Montserrat"/>
                <a:cs typeface="Montserrat"/>
                <a:sym typeface="Montserrat"/>
              </a:rPr>
              <a:t>MARS</a:t>
            </a:r>
            <a:endParaRPr b="0" i="0" sz="1400" u="none" cap="none" strike="noStrike">
              <a:solidFill>
                <a:schemeClr val="accent1"/>
              </a:solidFill>
              <a:latin typeface="Montserrat"/>
              <a:ea typeface="Montserrat"/>
              <a:cs typeface="Montserrat"/>
              <a:sym typeface="Montserrat"/>
            </a:endParaRPr>
          </a:p>
        </p:txBody>
      </p:sp>
      <p:sp>
        <p:nvSpPr>
          <p:cNvPr id="865" name="Google Shape;865;p33"/>
          <p:cNvSpPr txBox="1"/>
          <p:nvPr/>
        </p:nvSpPr>
        <p:spPr>
          <a:xfrm>
            <a:off x="1094125" y="4120725"/>
            <a:ext cx="4064400" cy="48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rPr b="0" i="0" lang="en" sz="1000" u="none" cap="none" strike="noStrike">
                <a:solidFill>
                  <a:schemeClr val="accent1"/>
                </a:solidFill>
                <a:latin typeface="Montserrat"/>
                <a:ea typeface="Montserrat"/>
                <a:cs typeface="Montserrat"/>
                <a:sym typeface="Montserrat"/>
              </a:rPr>
              <a:t>If you want to modify this graph, click on it, follow the link, change the data and replace it</a:t>
            </a:r>
            <a:endParaRPr b="0" i="0" sz="1000" u="none" cap="none" strike="noStrike">
              <a:solidFill>
                <a:schemeClr val="accent1"/>
              </a:solidFill>
              <a:latin typeface="Montserrat"/>
              <a:ea typeface="Montserrat"/>
              <a:cs typeface="Montserrat"/>
              <a:sym typeface="Montserrat"/>
            </a:endParaRPr>
          </a:p>
        </p:txBody>
      </p:sp>
      <p:sp>
        <p:nvSpPr>
          <p:cNvPr id="866" name="Google Shape;866;p33"/>
          <p:cNvSpPr txBox="1"/>
          <p:nvPr>
            <p:ph idx="4294967295" type="subTitle"/>
          </p:nvPr>
        </p:nvSpPr>
        <p:spPr>
          <a:xfrm>
            <a:off x="6446275" y="2095150"/>
            <a:ext cx="1984500" cy="821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600"/>
              </a:spcAft>
              <a:buClr>
                <a:schemeClr val="dk1"/>
              </a:buClr>
              <a:buSzPts val="1100"/>
              <a:buFont typeface="Arial"/>
              <a:buNone/>
            </a:pPr>
            <a:r>
              <a:rPr b="0" i="0" lang="en" sz="1400" u="none" cap="none" strike="noStrike">
                <a:solidFill>
                  <a:schemeClr val="accent1"/>
                </a:solidFill>
                <a:latin typeface="Montserrat"/>
                <a:ea typeface="Montserrat"/>
                <a:cs typeface="Montserrat"/>
                <a:sym typeface="Montserrat"/>
              </a:rPr>
              <a:t>Despite being red, Mars is a cold place </a:t>
            </a:r>
            <a:endParaRPr b="0" i="0" sz="1400" u="none" cap="none" strike="noStrike">
              <a:solidFill>
                <a:schemeClr val="accent1"/>
              </a:solidFill>
              <a:latin typeface="Montserrat"/>
              <a:ea typeface="Montserrat"/>
              <a:cs typeface="Montserrat"/>
              <a:sym typeface="Montserrat"/>
            </a:endParaRPr>
          </a:p>
        </p:txBody>
      </p:sp>
      <p:sp>
        <p:nvSpPr>
          <p:cNvPr id="867" name="Google Shape;867;p33"/>
          <p:cNvSpPr txBox="1"/>
          <p:nvPr>
            <p:ph idx="4294967295" type="subTitle"/>
          </p:nvPr>
        </p:nvSpPr>
        <p:spPr>
          <a:xfrm>
            <a:off x="6446275" y="2916250"/>
            <a:ext cx="1935000" cy="4833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chemeClr val="dk1"/>
              </a:buClr>
              <a:buSzPts val="1100"/>
              <a:buFont typeface="Arial"/>
              <a:buNone/>
            </a:pPr>
            <a:r>
              <a:rPr b="1" i="0" lang="en" sz="1600" u="none" cap="none" strike="noStrike">
                <a:solidFill>
                  <a:schemeClr val="accent1"/>
                </a:solidFill>
                <a:latin typeface="Montserrat"/>
                <a:ea typeface="Montserrat"/>
                <a:cs typeface="Montserrat"/>
                <a:sym typeface="Montserrat"/>
              </a:rPr>
              <a:t>VENUS</a:t>
            </a:r>
            <a:endParaRPr b="0" i="0" sz="1400" u="none" cap="none" strike="noStrike">
              <a:solidFill>
                <a:schemeClr val="accent1"/>
              </a:solidFill>
              <a:latin typeface="Montserrat"/>
              <a:ea typeface="Montserrat"/>
              <a:cs typeface="Montserrat"/>
              <a:sym typeface="Montserrat"/>
            </a:endParaRPr>
          </a:p>
        </p:txBody>
      </p:sp>
      <p:sp>
        <p:nvSpPr>
          <p:cNvPr id="868" name="Google Shape;868;p33"/>
          <p:cNvSpPr txBox="1"/>
          <p:nvPr>
            <p:ph idx="4294967295" type="subTitle"/>
          </p:nvPr>
        </p:nvSpPr>
        <p:spPr>
          <a:xfrm>
            <a:off x="6446275" y="3250150"/>
            <a:ext cx="1984500" cy="821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600"/>
              </a:spcAft>
              <a:buClr>
                <a:schemeClr val="dk1"/>
              </a:buClr>
              <a:buSzPts val="1100"/>
              <a:buFont typeface="Arial"/>
              <a:buNone/>
            </a:pPr>
            <a:r>
              <a:rPr b="0" i="0" lang="en" sz="1400" u="none" cap="none" strike="noStrike">
                <a:solidFill>
                  <a:schemeClr val="accent1"/>
                </a:solidFill>
                <a:latin typeface="Montserrat"/>
                <a:ea typeface="Montserrat"/>
                <a:cs typeface="Montserrat"/>
                <a:sym typeface="Montserrat"/>
              </a:rPr>
              <a:t>Venus has a beautiful name</a:t>
            </a:r>
            <a:endParaRPr b="0" i="0" sz="1400" u="none" cap="none" strike="noStrike">
              <a:solidFill>
                <a:schemeClr val="accent1"/>
              </a:solidFill>
              <a:latin typeface="Montserrat"/>
              <a:ea typeface="Montserrat"/>
              <a:cs typeface="Montserrat"/>
              <a:sym typeface="Montserrat"/>
            </a:endParaRPr>
          </a:p>
        </p:txBody>
      </p:sp>
      <p:grpSp>
        <p:nvGrpSpPr>
          <p:cNvPr id="869" name="Google Shape;869;p33"/>
          <p:cNvGrpSpPr/>
          <p:nvPr/>
        </p:nvGrpSpPr>
        <p:grpSpPr>
          <a:xfrm>
            <a:off x="5703215" y="1923050"/>
            <a:ext cx="504473" cy="430998"/>
            <a:chOff x="866243" y="2291587"/>
            <a:chExt cx="415546" cy="355053"/>
          </a:xfrm>
        </p:grpSpPr>
        <p:sp>
          <p:nvSpPr>
            <p:cNvPr id="870" name="Google Shape;870;p33"/>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33"/>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33"/>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33"/>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33"/>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 name="Google Shape;875;p33"/>
          <p:cNvGrpSpPr/>
          <p:nvPr/>
        </p:nvGrpSpPr>
        <p:grpSpPr>
          <a:xfrm>
            <a:off x="5729737" y="3080047"/>
            <a:ext cx="451466" cy="443912"/>
            <a:chOff x="860940" y="2746477"/>
            <a:chExt cx="371883" cy="365691"/>
          </a:xfrm>
        </p:grpSpPr>
        <p:sp>
          <p:nvSpPr>
            <p:cNvPr id="876" name="Google Shape;876;p33"/>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33"/>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33"/>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33"/>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33"/>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881" name="Google Shape;881;p33" title="Gráfico">
            <a:hlinkClick r:id="rId3"/>
          </p:cNvPr>
          <p:cNvPicPr preferRelativeResize="0"/>
          <p:nvPr/>
        </p:nvPicPr>
        <p:blipFill rotWithShape="1">
          <a:blip r:embed="rId4">
            <a:alphaModFix/>
          </a:blip>
          <a:srcRect b="0" l="0" r="0" t="0"/>
          <a:stretch/>
        </p:blipFill>
        <p:spPr>
          <a:xfrm>
            <a:off x="1179264" y="1493550"/>
            <a:ext cx="4116626" cy="254757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 name="Shape 885"/>
        <p:cNvGrpSpPr/>
        <p:nvPr/>
      </p:nvGrpSpPr>
      <p:grpSpPr>
        <a:xfrm>
          <a:off x="0" y="0"/>
          <a:ext cx="0" cy="0"/>
          <a:chOff x="0" y="0"/>
          <a:chExt cx="0" cy="0"/>
        </a:xfrm>
      </p:grpSpPr>
      <p:sp>
        <p:nvSpPr>
          <p:cNvPr id="886" name="Google Shape;886;p34"/>
          <p:cNvSpPr txBox="1"/>
          <p:nvPr>
            <p:ph idx="2" type="subTitle"/>
          </p:nvPr>
        </p:nvSpPr>
        <p:spPr>
          <a:xfrm>
            <a:off x="4639568" y="2245125"/>
            <a:ext cx="2265000" cy="8220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1400"/>
              <a:buNone/>
            </a:pPr>
            <a:r>
              <a:rPr lang="en"/>
              <a:t>Despite being red, Mars is actually a cold place</a:t>
            </a:r>
            <a:endParaRPr/>
          </a:p>
        </p:txBody>
      </p:sp>
      <p:sp>
        <p:nvSpPr>
          <p:cNvPr id="887" name="Google Shape;887;p34"/>
          <p:cNvSpPr txBox="1"/>
          <p:nvPr>
            <p:ph idx="3" type="subTitle"/>
          </p:nvPr>
        </p:nvSpPr>
        <p:spPr>
          <a:xfrm>
            <a:off x="4634550" y="3038165"/>
            <a:ext cx="2265000" cy="757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1400"/>
              <a:buNone/>
            </a:pPr>
            <a:r>
              <a:rPr lang="en"/>
              <a:t>VENUS</a:t>
            </a:r>
            <a:endParaRPr/>
          </a:p>
        </p:txBody>
      </p:sp>
      <p:sp>
        <p:nvSpPr>
          <p:cNvPr id="888" name="Google Shape;888;p34"/>
          <p:cNvSpPr txBox="1"/>
          <p:nvPr>
            <p:ph idx="4" type="subTitle"/>
          </p:nvPr>
        </p:nvSpPr>
        <p:spPr>
          <a:xfrm>
            <a:off x="4644581" y="3776474"/>
            <a:ext cx="2265000" cy="8220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chemeClr val="dk1"/>
              </a:buClr>
              <a:buSzPts val="1100"/>
              <a:buFont typeface="Arial"/>
              <a:buNone/>
            </a:pPr>
            <a:r>
              <a:rPr lang="en"/>
              <a:t>Venus has a beautiful name, but it’s terribly hot</a:t>
            </a:r>
            <a:endParaRPr/>
          </a:p>
        </p:txBody>
      </p:sp>
      <p:pic>
        <p:nvPicPr>
          <p:cNvPr id="889" name="Google Shape;889;p34"/>
          <p:cNvPicPr preferRelativeResize="0"/>
          <p:nvPr/>
        </p:nvPicPr>
        <p:blipFill rotWithShape="1">
          <a:blip r:embed="rId3">
            <a:alphaModFix/>
          </a:blip>
          <a:srcRect b="-8880" l="17443" r="17247" t="25255"/>
          <a:stretch/>
        </p:blipFill>
        <p:spPr>
          <a:xfrm flipH="1" rot="-5400000">
            <a:off x="434375" y="1017625"/>
            <a:ext cx="3821700" cy="3264000"/>
          </a:xfrm>
          <a:prstGeom prst="round1Rect">
            <a:avLst>
              <a:gd fmla="val 16667" name="adj"/>
            </a:avLst>
          </a:prstGeom>
          <a:noFill/>
          <a:ln>
            <a:noFill/>
          </a:ln>
        </p:spPr>
      </p:pic>
      <p:sp>
        <p:nvSpPr>
          <p:cNvPr id="890" name="Google Shape;890;p34"/>
          <p:cNvSpPr/>
          <p:nvPr/>
        </p:nvSpPr>
        <p:spPr>
          <a:xfrm>
            <a:off x="7202675" y="3472675"/>
            <a:ext cx="995700" cy="995700"/>
          </a:xfrm>
          <a:prstGeom prst="round1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34"/>
          <p:cNvSpPr/>
          <p:nvPr/>
        </p:nvSpPr>
        <p:spPr>
          <a:xfrm>
            <a:off x="7202675" y="1947075"/>
            <a:ext cx="995700" cy="995700"/>
          </a:xfrm>
          <a:prstGeom prst="round1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34"/>
          <p:cNvSpPr txBox="1"/>
          <p:nvPr/>
        </p:nvSpPr>
        <p:spPr>
          <a:xfrm flipH="1">
            <a:off x="7236425" y="2499350"/>
            <a:ext cx="928200" cy="1932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1" i="0" lang="en" sz="1600" u="none" cap="none" strike="noStrike">
                <a:solidFill>
                  <a:srgbClr val="FFFFFF"/>
                </a:solidFill>
                <a:latin typeface="Montserrat"/>
                <a:ea typeface="Montserrat"/>
                <a:cs typeface="Montserrat"/>
                <a:sym typeface="Montserrat"/>
              </a:rPr>
              <a:t>FEB</a:t>
            </a:r>
            <a:endParaRPr b="1" i="0" sz="1600" u="none" cap="none" strike="noStrike">
              <a:solidFill>
                <a:srgbClr val="FFFFFF"/>
              </a:solidFill>
              <a:latin typeface="Montserrat"/>
              <a:ea typeface="Montserrat"/>
              <a:cs typeface="Montserrat"/>
              <a:sym typeface="Montserrat"/>
            </a:endParaRPr>
          </a:p>
        </p:txBody>
      </p:sp>
      <p:sp>
        <p:nvSpPr>
          <p:cNvPr id="893" name="Google Shape;893;p34"/>
          <p:cNvSpPr txBox="1"/>
          <p:nvPr/>
        </p:nvSpPr>
        <p:spPr>
          <a:xfrm flipH="1">
            <a:off x="7236425" y="4005575"/>
            <a:ext cx="928200" cy="1932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1600"/>
              <a:buFont typeface="Arial"/>
              <a:buNone/>
            </a:pPr>
            <a:r>
              <a:rPr b="1" i="0" lang="en" sz="1600" u="none" cap="none" strike="noStrike">
                <a:solidFill>
                  <a:srgbClr val="FFFFFF"/>
                </a:solidFill>
                <a:latin typeface="Montserrat"/>
                <a:ea typeface="Montserrat"/>
                <a:cs typeface="Montserrat"/>
                <a:sym typeface="Montserrat"/>
              </a:rPr>
              <a:t>APR</a:t>
            </a:r>
            <a:endParaRPr b="1" i="0" sz="1600" u="none" cap="none" strike="noStrike">
              <a:solidFill>
                <a:srgbClr val="FFFFFF"/>
              </a:solidFill>
              <a:latin typeface="Montserrat"/>
              <a:ea typeface="Montserrat"/>
              <a:cs typeface="Montserrat"/>
              <a:sym typeface="Montserrat"/>
            </a:endParaRPr>
          </a:p>
        </p:txBody>
      </p:sp>
      <p:sp>
        <p:nvSpPr>
          <p:cNvPr id="894" name="Google Shape;894;p34"/>
          <p:cNvSpPr txBox="1"/>
          <p:nvPr/>
        </p:nvSpPr>
        <p:spPr>
          <a:xfrm flipH="1">
            <a:off x="7236425" y="3494575"/>
            <a:ext cx="9282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0"/>
              <a:buFont typeface="Arial"/>
              <a:buNone/>
            </a:pPr>
            <a:r>
              <a:rPr b="1" i="0" lang="en" sz="3000" u="none" cap="none" strike="noStrike">
                <a:solidFill>
                  <a:srgbClr val="FFFFFF"/>
                </a:solidFill>
                <a:latin typeface="Montserrat"/>
                <a:ea typeface="Montserrat"/>
                <a:cs typeface="Montserrat"/>
                <a:sym typeface="Montserrat"/>
              </a:rPr>
              <a:t>23</a:t>
            </a:r>
            <a:endParaRPr b="1" i="0" sz="3000" u="none" cap="none" strike="noStrike">
              <a:solidFill>
                <a:srgbClr val="FFFFFF"/>
              </a:solidFill>
              <a:latin typeface="Montserrat"/>
              <a:ea typeface="Montserrat"/>
              <a:cs typeface="Montserrat"/>
              <a:sym typeface="Montserrat"/>
            </a:endParaRPr>
          </a:p>
        </p:txBody>
      </p:sp>
      <p:sp>
        <p:nvSpPr>
          <p:cNvPr id="895" name="Google Shape;895;p34"/>
          <p:cNvSpPr txBox="1"/>
          <p:nvPr/>
        </p:nvSpPr>
        <p:spPr>
          <a:xfrm flipH="1">
            <a:off x="7236425" y="1947075"/>
            <a:ext cx="9282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0"/>
              <a:buFont typeface="Arial"/>
              <a:buNone/>
            </a:pPr>
            <a:r>
              <a:rPr b="1" i="0" lang="en" sz="3000" u="none" cap="none" strike="noStrike">
                <a:solidFill>
                  <a:srgbClr val="FFFFFF"/>
                </a:solidFill>
                <a:latin typeface="Montserrat"/>
                <a:ea typeface="Montserrat"/>
                <a:cs typeface="Montserrat"/>
                <a:sym typeface="Montserrat"/>
              </a:rPr>
              <a:t>14</a:t>
            </a:r>
            <a:endParaRPr b="1" i="0" sz="3000" u="none" cap="none" strike="noStrike">
              <a:solidFill>
                <a:srgbClr val="FFFFFF"/>
              </a:solidFill>
              <a:latin typeface="Montserrat"/>
              <a:ea typeface="Montserrat"/>
              <a:cs typeface="Montserrat"/>
              <a:sym typeface="Montserrat"/>
            </a:endParaRPr>
          </a:p>
        </p:txBody>
      </p:sp>
      <p:sp>
        <p:nvSpPr>
          <p:cNvPr id="896" name="Google Shape;896;p34"/>
          <p:cNvSpPr txBox="1"/>
          <p:nvPr>
            <p:ph type="title"/>
          </p:nvPr>
        </p:nvSpPr>
        <p:spPr>
          <a:xfrm>
            <a:off x="5469575" y="562313"/>
            <a:ext cx="2728800" cy="1007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000"/>
              <a:buNone/>
            </a:pPr>
            <a:r>
              <a:rPr lang="en"/>
              <a:t>UPCOMING EVENTS</a:t>
            </a:r>
            <a:endParaRPr/>
          </a:p>
        </p:txBody>
      </p:sp>
      <p:sp>
        <p:nvSpPr>
          <p:cNvPr id="897" name="Google Shape;897;p34"/>
          <p:cNvSpPr txBox="1"/>
          <p:nvPr>
            <p:ph idx="1" type="subTitle"/>
          </p:nvPr>
        </p:nvSpPr>
        <p:spPr>
          <a:xfrm>
            <a:off x="4644581" y="1506915"/>
            <a:ext cx="2265000" cy="757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1400"/>
              <a:buNone/>
            </a:pPr>
            <a:r>
              <a:rPr lang="en"/>
              <a:t>MARS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1" name="Shape 901"/>
        <p:cNvGrpSpPr/>
        <p:nvPr/>
      </p:nvGrpSpPr>
      <p:grpSpPr>
        <a:xfrm>
          <a:off x="0" y="0"/>
          <a:ext cx="0" cy="0"/>
          <a:chOff x="0" y="0"/>
          <a:chExt cx="0" cy="0"/>
        </a:xfrm>
      </p:grpSpPr>
      <p:grpSp>
        <p:nvGrpSpPr>
          <p:cNvPr id="902" name="Google Shape;902;p35"/>
          <p:cNvGrpSpPr/>
          <p:nvPr/>
        </p:nvGrpSpPr>
        <p:grpSpPr>
          <a:xfrm>
            <a:off x="1263455" y="1228859"/>
            <a:ext cx="6828717" cy="3460785"/>
            <a:chOff x="793334" y="1192826"/>
            <a:chExt cx="2665073" cy="1317140"/>
          </a:xfrm>
        </p:grpSpPr>
        <p:sp>
          <p:nvSpPr>
            <p:cNvPr id="903" name="Google Shape;903;p35"/>
            <p:cNvSpPr/>
            <p:nvPr/>
          </p:nvSpPr>
          <p:spPr>
            <a:xfrm>
              <a:off x="2759899" y="2034536"/>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3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3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3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 name="Google Shape;907;p3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3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35"/>
            <p:cNvSpPr/>
            <p:nvPr/>
          </p:nvSpPr>
          <p:spPr>
            <a:xfrm>
              <a:off x="1460410" y="1905428"/>
              <a:ext cx="14" cy="14"/>
            </a:xfrm>
            <a:custGeom>
              <a:rect b="b" l="l" r="r" t="t"/>
              <a:pathLst>
                <a:path extrusionOk="0" h="1" w="1">
                  <a:moveTo>
                    <a:pt x="0"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3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3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3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3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3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3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3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3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3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3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3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3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3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3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3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3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3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3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35"/>
            <p:cNvSpPr/>
            <p:nvPr/>
          </p:nvSpPr>
          <p:spPr>
            <a:xfrm>
              <a:off x="1309917" y="1312268"/>
              <a:ext cx="14" cy="14"/>
            </a:xfrm>
            <a:custGeom>
              <a:rect b="b" l="l" r="r" t="t"/>
              <a:pathLst>
                <a:path extrusionOk="0" h="1" w="1">
                  <a:moveTo>
                    <a:pt x="1"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3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3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3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3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3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3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3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3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3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3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 name="Google Shape;939;p3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 name="Google Shape;940;p3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 name="Google Shape;941;p3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 name="Google Shape;942;p3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3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3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 name="Google Shape;945;p35"/>
            <p:cNvSpPr/>
            <p:nvPr/>
          </p:nvSpPr>
          <p:spPr>
            <a:xfrm>
              <a:off x="2229155" y="2179503"/>
              <a:ext cx="54" cy="14"/>
            </a:xfrm>
            <a:custGeom>
              <a:rect b="b" l="l" r="r" t="t"/>
              <a:pathLst>
                <a:path extrusionOk="0" h="1" w="4">
                  <a:moveTo>
                    <a:pt x="4" y="1"/>
                  </a:moveTo>
                  <a:lnTo>
                    <a:pt x="1" y="1"/>
                  </a:ln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 name="Google Shape;946;p35"/>
            <p:cNvSpPr/>
            <p:nvPr/>
          </p:nvSpPr>
          <p:spPr>
            <a:xfrm>
              <a:off x="2229209" y="2179503"/>
              <a:ext cx="54" cy="109"/>
            </a:xfrm>
            <a:custGeom>
              <a:rect b="b" l="l" r="r" t="t"/>
              <a:pathLst>
                <a:path extrusionOk="0" h="8" w="4">
                  <a:moveTo>
                    <a:pt x="4"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3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3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35"/>
            <p:cNvSpPr/>
            <p:nvPr/>
          </p:nvSpPr>
          <p:spPr>
            <a:xfrm>
              <a:off x="2233106" y="2183400"/>
              <a:ext cx="109" cy="68"/>
            </a:xfrm>
            <a:custGeom>
              <a:rect b="b" l="l" r="r" t="t"/>
              <a:pathLst>
                <a:path extrusionOk="0" h="5" w="8">
                  <a:moveTo>
                    <a:pt x="7"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35"/>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 name="Google Shape;951;p3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3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35"/>
            <p:cNvSpPr/>
            <p:nvPr/>
          </p:nvSpPr>
          <p:spPr>
            <a:xfrm>
              <a:off x="2229915" y="2180508"/>
              <a:ext cx="163" cy="149"/>
            </a:xfrm>
            <a:custGeom>
              <a:rect b="b" l="l" r="r" t="t"/>
              <a:pathLst>
                <a:path extrusionOk="0" h="11" w="12">
                  <a:moveTo>
                    <a:pt x="11"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35"/>
            <p:cNvSpPr/>
            <p:nvPr/>
          </p:nvSpPr>
          <p:spPr>
            <a:xfrm>
              <a:off x="2230200" y="2180834"/>
              <a:ext cx="163" cy="163"/>
            </a:xfrm>
            <a:custGeom>
              <a:rect b="b" l="l" r="r" t="t"/>
              <a:pathLst>
                <a:path extrusionOk="0" h="12" w="12">
                  <a:moveTo>
                    <a:pt x="1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35"/>
            <p:cNvSpPr/>
            <p:nvPr/>
          </p:nvSpPr>
          <p:spPr>
            <a:xfrm>
              <a:off x="2229399" y="2179843"/>
              <a:ext cx="149" cy="149"/>
            </a:xfrm>
            <a:custGeom>
              <a:rect b="b" l="l" r="r" t="t"/>
              <a:pathLst>
                <a:path extrusionOk="0" h="11" w="11">
                  <a:moveTo>
                    <a:pt x="11"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35"/>
            <p:cNvSpPr/>
            <p:nvPr/>
          </p:nvSpPr>
          <p:spPr>
            <a:xfrm>
              <a:off x="2229684" y="2180169"/>
              <a:ext cx="109" cy="163"/>
            </a:xfrm>
            <a:custGeom>
              <a:rect b="b" l="l" r="r" t="t"/>
              <a:pathLst>
                <a:path extrusionOk="0" h="12" w="8">
                  <a:moveTo>
                    <a:pt x="7"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35"/>
            <p:cNvSpPr/>
            <p:nvPr/>
          </p:nvSpPr>
          <p:spPr>
            <a:xfrm>
              <a:off x="2230485" y="2181173"/>
              <a:ext cx="163" cy="204"/>
            </a:xfrm>
            <a:custGeom>
              <a:rect b="b" l="l" r="r" t="t"/>
              <a:pathLst>
                <a:path extrusionOk="0" h="15" w="12">
                  <a:moveTo>
                    <a:pt x="11"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35"/>
            <p:cNvSpPr/>
            <p:nvPr/>
          </p:nvSpPr>
          <p:spPr>
            <a:xfrm>
              <a:off x="2232156" y="2182830"/>
              <a:ext cx="149" cy="109"/>
            </a:xfrm>
            <a:custGeom>
              <a:rect b="b" l="l" r="r" t="t"/>
              <a:pathLst>
                <a:path extrusionOk="0" h="8" w="11">
                  <a:moveTo>
                    <a:pt x="11"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35"/>
            <p:cNvSpPr/>
            <p:nvPr/>
          </p:nvSpPr>
          <p:spPr>
            <a:xfrm>
              <a:off x="2231870" y="2182545"/>
              <a:ext cx="109" cy="163"/>
            </a:xfrm>
            <a:custGeom>
              <a:rect b="b" l="l" r="r" t="t"/>
              <a:pathLst>
                <a:path extrusionOk="0" h="12" w="8">
                  <a:moveTo>
                    <a:pt x="7"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35"/>
            <p:cNvSpPr/>
            <p:nvPr/>
          </p:nvSpPr>
          <p:spPr>
            <a:xfrm>
              <a:off x="2232821" y="2183264"/>
              <a:ext cx="109" cy="54"/>
            </a:xfrm>
            <a:custGeom>
              <a:rect b="b" l="l" r="r" t="t"/>
              <a:pathLst>
                <a:path extrusionOk="0" h="4" w="8">
                  <a:moveTo>
                    <a:pt x="7"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35"/>
            <p:cNvSpPr/>
            <p:nvPr/>
          </p:nvSpPr>
          <p:spPr>
            <a:xfrm>
              <a:off x="2231205" y="2181974"/>
              <a:ext cx="149" cy="109"/>
            </a:xfrm>
            <a:custGeom>
              <a:rect b="b" l="l" r="r" t="t"/>
              <a:pathLst>
                <a:path extrusionOk="0" h="8" w="11">
                  <a:moveTo>
                    <a:pt x="11"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35"/>
            <p:cNvSpPr/>
            <p:nvPr/>
          </p:nvSpPr>
          <p:spPr>
            <a:xfrm>
              <a:off x="2231531" y="2182259"/>
              <a:ext cx="163" cy="163"/>
            </a:xfrm>
            <a:custGeom>
              <a:rect b="b" l="l" r="r" t="t"/>
              <a:pathLst>
                <a:path extrusionOk="0" h="12" w="12">
                  <a:moveTo>
                    <a:pt x="1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35"/>
            <p:cNvSpPr/>
            <p:nvPr/>
          </p:nvSpPr>
          <p:spPr>
            <a:xfrm>
              <a:off x="2230771" y="2181553"/>
              <a:ext cx="163" cy="109"/>
            </a:xfrm>
            <a:custGeom>
              <a:rect b="b" l="l" r="r" t="t"/>
              <a:pathLst>
                <a:path extrusionOk="0" h="8" w="12">
                  <a:moveTo>
                    <a:pt x="1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35"/>
            <p:cNvSpPr/>
            <p:nvPr/>
          </p:nvSpPr>
          <p:spPr>
            <a:xfrm>
              <a:off x="2232481" y="2183074"/>
              <a:ext cx="163" cy="54"/>
            </a:xfrm>
            <a:custGeom>
              <a:rect b="b" l="l" r="r" t="t"/>
              <a:pathLst>
                <a:path extrusionOk="0" h="4" w="12">
                  <a:moveTo>
                    <a:pt x="1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3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3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3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35"/>
            <p:cNvSpPr/>
            <p:nvPr/>
          </p:nvSpPr>
          <p:spPr>
            <a:xfrm>
              <a:off x="2185707" y="2266820"/>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3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35"/>
            <p:cNvSpPr/>
            <p:nvPr/>
          </p:nvSpPr>
          <p:spPr>
            <a:xfrm>
              <a:off x="2182435" y="2266725"/>
              <a:ext cx="149" cy="14"/>
            </a:xfrm>
            <a:custGeom>
              <a:rect b="b" l="l" r="r" t="t"/>
              <a:pathLst>
                <a:path extrusionOk="0" h="1" w="11">
                  <a:moveTo>
                    <a:pt x="0"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35"/>
            <p:cNvSpPr/>
            <p:nvPr/>
          </p:nvSpPr>
          <p:spPr>
            <a:xfrm>
              <a:off x="2184336" y="2266820"/>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35"/>
            <p:cNvSpPr/>
            <p:nvPr/>
          </p:nvSpPr>
          <p:spPr>
            <a:xfrm>
              <a:off x="2186236" y="2266779"/>
              <a:ext cx="149" cy="14"/>
            </a:xfrm>
            <a:custGeom>
              <a:rect b="b" l="l" r="r" t="t"/>
              <a:pathLst>
                <a:path extrusionOk="0" h="1" w="11">
                  <a:moveTo>
                    <a:pt x="0"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3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3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3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35"/>
            <p:cNvSpPr/>
            <p:nvPr/>
          </p:nvSpPr>
          <p:spPr>
            <a:xfrm>
              <a:off x="2188178" y="2266019"/>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35"/>
            <p:cNvSpPr/>
            <p:nvPr/>
          </p:nvSpPr>
          <p:spPr>
            <a:xfrm>
              <a:off x="2187893" y="2266250"/>
              <a:ext cx="109" cy="68"/>
            </a:xfrm>
            <a:custGeom>
              <a:rect b="b" l="l" r="r" t="t"/>
              <a:pathLst>
                <a:path extrusionOk="0" h="5" w="8">
                  <a:moveTo>
                    <a:pt x="1" y="4"/>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35"/>
            <p:cNvSpPr/>
            <p:nvPr/>
          </p:nvSpPr>
          <p:spPr>
            <a:xfrm>
              <a:off x="2187608" y="2266440"/>
              <a:ext cx="109" cy="68"/>
            </a:xfrm>
            <a:custGeom>
              <a:rect b="b" l="l" r="r" t="t"/>
              <a:pathLst>
                <a:path extrusionOk="0" h="5" w="8">
                  <a:moveTo>
                    <a:pt x="1" y="4"/>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35"/>
            <p:cNvSpPr/>
            <p:nvPr/>
          </p:nvSpPr>
          <p:spPr>
            <a:xfrm>
              <a:off x="2186712" y="2266725"/>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3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35"/>
            <p:cNvSpPr/>
            <p:nvPr/>
          </p:nvSpPr>
          <p:spPr>
            <a:xfrm>
              <a:off x="2201728" y="225032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35"/>
            <p:cNvSpPr/>
            <p:nvPr/>
          </p:nvSpPr>
          <p:spPr>
            <a:xfrm>
              <a:off x="2193881" y="2234886"/>
              <a:ext cx="109" cy="54"/>
            </a:xfrm>
            <a:custGeom>
              <a:rect b="b" l="l" r="r" t="t"/>
              <a:pathLst>
                <a:path extrusionOk="0" h="4" w="8">
                  <a:moveTo>
                    <a:pt x="8"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35"/>
            <p:cNvSpPr/>
            <p:nvPr/>
          </p:nvSpPr>
          <p:spPr>
            <a:xfrm>
              <a:off x="2203113" y="225041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35"/>
            <p:cNvSpPr/>
            <p:nvPr/>
          </p:nvSpPr>
          <p:spPr>
            <a:xfrm>
              <a:off x="2195021" y="2235687"/>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35"/>
            <p:cNvSpPr/>
            <p:nvPr/>
          </p:nvSpPr>
          <p:spPr>
            <a:xfrm>
              <a:off x="2195211" y="2235931"/>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35"/>
            <p:cNvSpPr/>
            <p:nvPr/>
          </p:nvSpPr>
          <p:spPr>
            <a:xfrm>
              <a:off x="2200927" y="2250228"/>
              <a:ext cx="95" cy="14"/>
            </a:xfrm>
            <a:custGeom>
              <a:rect b="b" l="l" r="r" t="t"/>
              <a:pathLst>
                <a:path extrusionOk="0" h="1" w="7">
                  <a:moveTo>
                    <a:pt x="7"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35"/>
            <p:cNvSpPr/>
            <p:nvPr/>
          </p:nvSpPr>
          <p:spPr>
            <a:xfrm>
              <a:off x="2194600" y="2235361"/>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35"/>
            <p:cNvSpPr/>
            <p:nvPr/>
          </p:nvSpPr>
          <p:spPr>
            <a:xfrm>
              <a:off x="2194315" y="2235117"/>
              <a:ext cx="54" cy="68"/>
            </a:xfrm>
            <a:custGeom>
              <a:rect b="b" l="l" r="r" t="t"/>
              <a:pathLst>
                <a:path extrusionOk="0" h="5" w="4">
                  <a:moveTo>
                    <a:pt x="4"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35"/>
            <p:cNvSpPr/>
            <p:nvPr/>
          </p:nvSpPr>
          <p:spPr>
            <a:xfrm>
              <a:off x="2203588" y="225041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35"/>
            <p:cNvSpPr/>
            <p:nvPr/>
          </p:nvSpPr>
          <p:spPr>
            <a:xfrm>
              <a:off x="2195116" y="2235836"/>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35"/>
            <p:cNvSpPr/>
            <p:nvPr/>
          </p:nvSpPr>
          <p:spPr>
            <a:xfrm>
              <a:off x="2194831" y="2235497"/>
              <a:ext cx="68" cy="68"/>
            </a:xfrm>
            <a:custGeom>
              <a:rect b="b" l="l" r="r" t="t"/>
              <a:pathLst>
                <a:path extrusionOk="0" h="5" w="5">
                  <a:moveTo>
                    <a:pt x="4"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35"/>
            <p:cNvSpPr/>
            <p:nvPr/>
          </p:nvSpPr>
          <p:spPr>
            <a:xfrm>
              <a:off x="2206005" y="2249468"/>
              <a:ext cx="109" cy="109"/>
            </a:xfrm>
            <a:custGeom>
              <a:rect b="b" l="l" r="r" t="t"/>
              <a:pathLst>
                <a:path extrusionOk="0" h="8" w="8">
                  <a:moveTo>
                    <a:pt x="8"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35"/>
            <p:cNvSpPr/>
            <p:nvPr/>
          </p:nvSpPr>
          <p:spPr>
            <a:xfrm>
              <a:off x="2205625" y="2249753"/>
              <a:ext cx="163" cy="109"/>
            </a:xfrm>
            <a:custGeom>
              <a:rect b="b" l="l" r="r" t="t"/>
              <a:pathLst>
                <a:path extrusionOk="0" h="8" w="12">
                  <a:moveTo>
                    <a:pt x="1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35"/>
            <p:cNvSpPr/>
            <p:nvPr/>
          </p:nvSpPr>
          <p:spPr>
            <a:xfrm>
              <a:off x="2258102" y="2213298"/>
              <a:ext cx="68" cy="68"/>
            </a:xfrm>
            <a:custGeom>
              <a:rect b="b" l="l" r="r" t="t"/>
              <a:pathLst>
                <a:path extrusionOk="0" h="5" w="5">
                  <a:moveTo>
                    <a:pt x="4"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35"/>
            <p:cNvSpPr/>
            <p:nvPr/>
          </p:nvSpPr>
          <p:spPr>
            <a:xfrm>
              <a:off x="2257722" y="2213732"/>
              <a:ext cx="109" cy="149"/>
            </a:xfrm>
            <a:custGeom>
              <a:rect b="b" l="l" r="r" t="t"/>
              <a:pathLst>
                <a:path extrusionOk="0" h="11" w="8">
                  <a:moveTo>
                    <a:pt x="8"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35"/>
            <p:cNvSpPr/>
            <p:nvPr/>
          </p:nvSpPr>
          <p:spPr>
            <a:xfrm>
              <a:off x="2257152" y="2214533"/>
              <a:ext cx="54" cy="109"/>
            </a:xfrm>
            <a:custGeom>
              <a:rect b="b" l="l" r="r" t="t"/>
              <a:pathLst>
                <a:path extrusionOk="0" h="8" w="4">
                  <a:moveTo>
                    <a:pt x="4"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35"/>
            <p:cNvSpPr/>
            <p:nvPr/>
          </p:nvSpPr>
          <p:spPr>
            <a:xfrm>
              <a:off x="2257437" y="2214153"/>
              <a:ext cx="109" cy="163"/>
            </a:xfrm>
            <a:custGeom>
              <a:rect b="b" l="l" r="r" t="t"/>
              <a:pathLst>
                <a:path extrusionOk="0" h="12" w="8">
                  <a:moveTo>
                    <a:pt x="8"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35"/>
            <p:cNvSpPr/>
            <p:nvPr/>
          </p:nvSpPr>
          <p:spPr>
            <a:xfrm>
              <a:off x="2258482" y="2212687"/>
              <a:ext cx="109" cy="149"/>
            </a:xfrm>
            <a:custGeom>
              <a:rect b="b" l="l" r="r" t="t"/>
              <a:pathLst>
                <a:path extrusionOk="0" h="11" w="8">
                  <a:moveTo>
                    <a:pt x="8"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35"/>
            <p:cNvSpPr/>
            <p:nvPr/>
          </p:nvSpPr>
          <p:spPr>
            <a:xfrm>
              <a:off x="2204865" y="2250133"/>
              <a:ext cx="163" cy="68"/>
            </a:xfrm>
            <a:custGeom>
              <a:rect b="b" l="l" r="r" t="t"/>
              <a:pathLst>
                <a:path extrusionOk="0" h="5" w="12">
                  <a:moveTo>
                    <a:pt x="1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35"/>
            <p:cNvSpPr/>
            <p:nvPr/>
          </p:nvSpPr>
          <p:spPr>
            <a:xfrm>
              <a:off x="2258822" y="2212211"/>
              <a:ext cx="109" cy="149"/>
            </a:xfrm>
            <a:custGeom>
              <a:rect b="b" l="l" r="r" t="t"/>
              <a:pathLst>
                <a:path extrusionOk="0" h="11" w="8">
                  <a:moveTo>
                    <a:pt x="7"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35"/>
            <p:cNvSpPr/>
            <p:nvPr/>
          </p:nvSpPr>
          <p:spPr>
            <a:xfrm>
              <a:off x="2193460" y="2234696"/>
              <a:ext cx="14" cy="14"/>
            </a:xfrm>
            <a:custGeom>
              <a:rect b="b" l="l" r="r" t="t"/>
              <a:pathLst>
                <a:path extrusionOk="0" h="1" w="1">
                  <a:moveTo>
                    <a:pt x="0" y="0"/>
                  </a:moveTo>
                  <a:lnTo>
                    <a:pt x="0" y="0"/>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35"/>
            <p:cNvSpPr/>
            <p:nvPr/>
          </p:nvSpPr>
          <p:spPr>
            <a:xfrm>
              <a:off x="2205245" y="2249943"/>
              <a:ext cx="163" cy="109"/>
            </a:xfrm>
            <a:custGeom>
              <a:rect b="b" l="l" r="r" t="t"/>
              <a:pathLst>
                <a:path extrusionOk="0" h="8" w="12">
                  <a:moveTo>
                    <a:pt x="1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35"/>
            <p:cNvSpPr/>
            <p:nvPr/>
          </p:nvSpPr>
          <p:spPr>
            <a:xfrm>
              <a:off x="2204485" y="2250283"/>
              <a:ext cx="109" cy="14"/>
            </a:xfrm>
            <a:custGeom>
              <a:rect b="b" l="l" r="r" t="t"/>
              <a:pathLst>
                <a:path extrusionOk="0" h="1" w="8">
                  <a:moveTo>
                    <a:pt x="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35"/>
            <p:cNvSpPr/>
            <p:nvPr/>
          </p:nvSpPr>
          <p:spPr>
            <a:xfrm>
              <a:off x="2278916" y="2252890"/>
              <a:ext cx="258" cy="163"/>
            </a:xfrm>
            <a:custGeom>
              <a:rect b="b" l="l" r="r" t="t"/>
              <a:pathLst>
                <a:path extrusionOk="0" h="12" w="19">
                  <a:moveTo>
                    <a:pt x="1" y="1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3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3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3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35"/>
            <p:cNvSpPr/>
            <p:nvPr/>
          </p:nvSpPr>
          <p:spPr>
            <a:xfrm>
              <a:off x="2276445" y="2253609"/>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35"/>
            <p:cNvSpPr/>
            <p:nvPr/>
          </p:nvSpPr>
          <p:spPr>
            <a:xfrm>
              <a:off x="2280301" y="2250704"/>
              <a:ext cx="14" cy="14"/>
            </a:xfrm>
            <a:custGeom>
              <a:rect b="b" l="l" r="r" t="t"/>
              <a:pathLst>
                <a:path extrusionOk="0" h="1" w="1">
                  <a:moveTo>
                    <a:pt x="0" y="1"/>
                  </a:moveTo>
                  <a:lnTo>
                    <a:pt x="0" y="1"/>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3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3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3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35"/>
            <p:cNvSpPr/>
            <p:nvPr/>
          </p:nvSpPr>
          <p:spPr>
            <a:xfrm>
              <a:off x="2276119" y="2239584"/>
              <a:ext cx="149" cy="14"/>
            </a:xfrm>
            <a:custGeom>
              <a:rect b="b" l="l" r="r" t="t"/>
              <a:pathLst>
                <a:path extrusionOk="0" h="1" w="11">
                  <a:moveTo>
                    <a:pt x="11"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 name="Google Shape;1014;p35"/>
            <p:cNvSpPr/>
            <p:nvPr/>
          </p:nvSpPr>
          <p:spPr>
            <a:xfrm>
              <a:off x="2277111" y="2239869"/>
              <a:ext cx="109" cy="68"/>
            </a:xfrm>
            <a:custGeom>
              <a:rect b="b" l="l" r="r" t="t"/>
              <a:pathLst>
                <a:path extrusionOk="0" h="5" w="8">
                  <a:moveTo>
                    <a:pt x="8"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35"/>
            <p:cNvSpPr/>
            <p:nvPr/>
          </p:nvSpPr>
          <p:spPr>
            <a:xfrm>
              <a:off x="2276595" y="2239679"/>
              <a:ext cx="149" cy="68"/>
            </a:xfrm>
            <a:custGeom>
              <a:rect b="b" l="l" r="r" t="t"/>
              <a:pathLst>
                <a:path extrusionOk="0" h="5" w="11">
                  <a:moveTo>
                    <a:pt x="11"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35"/>
            <p:cNvSpPr/>
            <p:nvPr/>
          </p:nvSpPr>
          <p:spPr>
            <a:xfrm>
              <a:off x="2277735" y="2240154"/>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35"/>
            <p:cNvSpPr/>
            <p:nvPr/>
          </p:nvSpPr>
          <p:spPr>
            <a:xfrm>
              <a:off x="2278210" y="2240439"/>
              <a:ext cx="149" cy="109"/>
            </a:xfrm>
            <a:custGeom>
              <a:rect b="b" l="l" r="r" t="t"/>
              <a:pathLst>
                <a:path extrusionOk="0" h="8" w="11">
                  <a:moveTo>
                    <a:pt x="11"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35"/>
            <p:cNvSpPr/>
            <p:nvPr/>
          </p:nvSpPr>
          <p:spPr>
            <a:xfrm>
              <a:off x="2278726" y="2240779"/>
              <a:ext cx="163" cy="54"/>
            </a:xfrm>
            <a:custGeom>
              <a:rect b="b" l="l" r="r" t="t"/>
              <a:pathLst>
                <a:path extrusionOk="0" h="4" w="12">
                  <a:moveTo>
                    <a:pt x="1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3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35"/>
            <p:cNvSpPr/>
            <p:nvPr/>
          </p:nvSpPr>
          <p:spPr>
            <a:xfrm>
              <a:off x="2277396" y="2253460"/>
              <a:ext cx="299" cy="68"/>
            </a:xfrm>
            <a:custGeom>
              <a:rect b="b" l="l" r="r" t="t"/>
              <a:pathLst>
                <a:path extrusionOk="0" h="5" w="22">
                  <a:moveTo>
                    <a:pt x="1" y="4"/>
                  </a:move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35"/>
            <p:cNvSpPr/>
            <p:nvPr/>
          </p:nvSpPr>
          <p:spPr>
            <a:xfrm>
              <a:off x="2276921" y="2253514"/>
              <a:ext cx="394" cy="54"/>
            </a:xfrm>
            <a:custGeom>
              <a:rect b="b" l="l" r="r" t="t"/>
              <a:pathLst>
                <a:path extrusionOk="0" h="4" w="29">
                  <a:moveTo>
                    <a:pt x="1" y="4"/>
                  </a:moveTo>
                  <a:lnTo>
                    <a:pt x="2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35"/>
            <p:cNvSpPr/>
            <p:nvPr/>
          </p:nvSpPr>
          <p:spPr>
            <a:xfrm>
              <a:off x="2277776" y="2253419"/>
              <a:ext cx="299" cy="54"/>
            </a:xfrm>
            <a:custGeom>
              <a:rect b="b" l="l" r="r" t="t"/>
              <a:pathLst>
                <a:path extrusionOk="0" h="4" w="22">
                  <a:moveTo>
                    <a:pt x="1" y="4"/>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 name="Google Shape;1023;p35"/>
            <p:cNvSpPr/>
            <p:nvPr/>
          </p:nvSpPr>
          <p:spPr>
            <a:xfrm>
              <a:off x="2276595" y="2253609"/>
              <a:ext cx="299" cy="14"/>
            </a:xfrm>
            <a:custGeom>
              <a:rect b="b" l="l" r="r" t="t"/>
              <a:pathLst>
                <a:path extrusionOk="0" h="1" w="22">
                  <a:moveTo>
                    <a:pt x="0" y="0"/>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 name="Google Shape;1024;p35"/>
            <p:cNvSpPr/>
            <p:nvPr/>
          </p:nvSpPr>
          <p:spPr>
            <a:xfrm>
              <a:off x="2275644" y="225355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35"/>
            <p:cNvSpPr/>
            <p:nvPr/>
          </p:nvSpPr>
          <p:spPr>
            <a:xfrm>
              <a:off x="2252019" y="2279556"/>
              <a:ext cx="149" cy="353"/>
            </a:xfrm>
            <a:custGeom>
              <a:rect b="b" l="l" r="r" t="t"/>
              <a:pathLst>
                <a:path extrusionOk="0" h="26" w="11">
                  <a:moveTo>
                    <a:pt x="11" y="1"/>
                  </a:moveTo>
                  <a:lnTo>
                    <a:pt x="0"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3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3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3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35"/>
            <p:cNvSpPr/>
            <p:nvPr/>
          </p:nvSpPr>
          <p:spPr>
            <a:xfrm>
              <a:off x="2193595" y="2177277"/>
              <a:ext cx="353" cy="14"/>
            </a:xfrm>
            <a:custGeom>
              <a:rect b="b" l="l" r="r" t="t"/>
              <a:pathLst>
                <a:path extrusionOk="0" h="1" w="26">
                  <a:moveTo>
                    <a:pt x="2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 name="Google Shape;1030;p35"/>
            <p:cNvSpPr/>
            <p:nvPr/>
          </p:nvSpPr>
          <p:spPr>
            <a:xfrm>
              <a:off x="2185897" y="2177697"/>
              <a:ext cx="394" cy="14"/>
            </a:xfrm>
            <a:custGeom>
              <a:rect b="b" l="l" r="r" t="t"/>
              <a:pathLst>
                <a:path extrusionOk="0" h="1" w="29">
                  <a:moveTo>
                    <a:pt x="29"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35"/>
            <p:cNvSpPr/>
            <p:nvPr/>
          </p:nvSpPr>
          <p:spPr>
            <a:xfrm>
              <a:off x="2200113" y="2177372"/>
              <a:ext cx="625" cy="109"/>
            </a:xfrm>
            <a:custGeom>
              <a:rect b="b" l="l" r="r" t="t"/>
              <a:pathLst>
                <a:path extrusionOk="0" h="8" w="46">
                  <a:moveTo>
                    <a:pt x="46"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35"/>
            <p:cNvSpPr/>
            <p:nvPr/>
          </p:nvSpPr>
          <p:spPr>
            <a:xfrm>
              <a:off x="2192889" y="2177317"/>
              <a:ext cx="394" cy="14"/>
            </a:xfrm>
            <a:custGeom>
              <a:rect b="b" l="l" r="r" t="t"/>
              <a:pathLst>
                <a:path extrusionOk="0" h="1" w="29">
                  <a:moveTo>
                    <a:pt x="2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35"/>
            <p:cNvSpPr/>
            <p:nvPr/>
          </p:nvSpPr>
          <p:spPr>
            <a:xfrm>
              <a:off x="2197492" y="2177277"/>
              <a:ext cx="774" cy="14"/>
            </a:xfrm>
            <a:custGeom>
              <a:rect b="b" l="l" r="r" t="t"/>
              <a:pathLst>
                <a:path extrusionOk="0" h="1" w="57">
                  <a:moveTo>
                    <a:pt x="57"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 name="Google Shape;1034;p35"/>
            <p:cNvSpPr/>
            <p:nvPr/>
          </p:nvSpPr>
          <p:spPr>
            <a:xfrm>
              <a:off x="2198497" y="2177277"/>
              <a:ext cx="679" cy="54"/>
            </a:xfrm>
            <a:custGeom>
              <a:rect b="b" l="l" r="r" t="t"/>
              <a:pathLst>
                <a:path extrusionOk="0" h="4" w="50">
                  <a:moveTo>
                    <a:pt x="49"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 name="Google Shape;1035;p35"/>
            <p:cNvSpPr/>
            <p:nvPr/>
          </p:nvSpPr>
          <p:spPr>
            <a:xfrm>
              <a:off x="2197261" y="217722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35"/>
            <p:cNvSpPr/>
            <p:nvPr/>
          </p:nvSpPr>
          <p:spPr>
            <a:xfrm>
              <a:off x="2195401" y="2177277"/>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35"/>
            <p:cNvSpPr/>
            <p:nvPr/>
          </p:nvSpPr>
          <p:spPr>
            <a:xfrm>
              <a:off x="2136421" y="2173421"/>
              <a:ext cx="679" cy="149"/>
            </a:xfrm>
            <a:custGeom>
              <a:rect b="b" l="l" r="r" t="t"/>
              <a:pathLst>
                <a:path extrusionOk="0" h="11" w="50">
                  <a:moveTo>
                    <a:pt x="0" y="11"/>
                  </a:moveTo>
                  <a:lnTo>
                    <a:pt x="4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35"/>
            <p:cNvSpPr/>
            <p:nvPr/>
          </p:nvSpPr>
          <p:spPr>
            <a:xfrm>
              <a:off x="2199257" y="2177317"/>
              <a:ext cx="679" cy="68"/>
            </a:xfrm>
            <a:custGeom>
              <a:rect b="b" l="l" r="r" t="t"/>
              <a:pathLst>
                <a:path extrusionOk="0" h="5" w="50">
                  <a:moveTo>
                    <a:pt x="49"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35"/>
            <p:cNvSpPr/>
            <p:nvPr/>
          </p:nvSpPr>
          <p:spPr>
            <a:xfrm>
              <a:off x="2187852" y="2177562"/>
              <a:ext cx="394" cy="14"/>
            </a:xfrm>
            <a:custGeom>
              <a:rect b="b" l="l" r="r" t="t"/>
              <a:pathLst>
                <a:path extrusionOk="0" h="1" w="29">
                  <a:moveTo>
                    <a:pt x="28"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35"/>
            <p:cNvSpPr/>
            <p:nvPr/>
          </p:nvSpPr>
          <p:spPr>
            <a:xfrm>
              <a:off x="2187323" y="2177602"/>
              <a:ext cx="299" cy="14"/>
            </a:xfrm>
            <a:custGeom>
              <a:rect b="b" l="l" r="r" t="t"/>
              <a:pathLst>
                <a:path extrusionOk="0" h="1" w="22">
                  <a:moveTo>
                    <a:pt x="22"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35"/>
            <p:cNvSpPr/>
            <p:nvPr/>
          </p:nvSpPr>
          <p:spPr>
            <a:xfrm>
              <a:off x="2186847" y="2177602"/>
              <a:ext cx="258" cy="14"/>
            </a:xfrm>
            <a:custGeom>
              <a:rect b="b" l="l" r="r" t="t"/>
              <a:pathLst>
                <a:path extrusionOk="0" h="1" w="19">
                  <a:moveTo>
                    <a:pt x="1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35"/>
            <p:cNvSpPr/>
            <p:nvPr/>
          </p:nvSpPr>
          <p:spPr>
            <a:xfrm>
              <a:off x="2200832" y="2177467"/>
              <a:ext cx="475" cy="109"/>
            </a:xfrm>
            <a:custGeom>
              <a:rect b="b" l="l" r="r" t="t"/>
              <a:pathLst>
                <a:path extrusionOk="0" h="8" w="35">
                  <a:moveTo>
                    <a:pt x="35"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p35"/>
            <p:cNvSpPr/>
            <p:nvPr/>
          </p:nvSpPr>
          <p:spPr>
            <a:xfrm>
              <a:off x="2186372" y="2177657"/>
              <a:ext cx="353" cy="14"/>
            </a:xfrm>
            <a:custGeom>
              <a:rect b="b" l="l" r="r" t="t"/>
              <a:pathLst>
                <a:path extrusionOk="0" h="1" w="26">
                  <a:moveTo>
                    <a:pt x="2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p35"/>
            <p:cNvSpPr/>
            <p:nvPr/>
          </p:nvSpPr>
          <p:spPr>
            <a:xfrm>
              <a:off x="2192075" y="2177317"/>
              <a:ext cx="489" cy="14"/>
            </a:xfrm>
            <a:custGeom>
              <a:rect b="b" l="l" r="r" t="t"/>
              <a:pathLst>
                <a:path extrusionOk="0" h="1" w="36">
                  <a:moveTo>
                    <a:pt x="36"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p35"/>
            <p:cNvSpPr/>
            <p:nvPr/>
          </p:nvSpPr>
          <p:spPr>
            <a:xfrm>
              <a:off x="2191219" y="2177372"/>
              <a:ext cx="394" cy="14"/>
            </a:xfrm>
            <a:custGeom>
              <a:rect b="b" l="l" r="r" t="t"/>
              <a:pathLst>
                <a:path extrusionOk="0" h="1" w="29">
                  <a:moveTo>
                    <a:pt x="29"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p35"/>
            <p:cNvSpPr/>
            <p:nvPr/>
          </p:nvSpPr>
          <p:spPr>
            <a:xfrm>
              <a:off x="2190513" y="2177412"/>
              <a:ext cx="394" cy="14"/>
            </a:xfrm>
            <a:custGeom>
              <a:rect b="b" l="l" r="r" t="t"/>
              <a:pathLst>
                <a:path extrusionOk="0" h="1" w="29">
                  <a:moveTo>
                    <a:pt x="2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35"/>
            <p:cNvSpPr/>
            <p:nvPr/>
          </p:nvSpPr>
          <p:spPr>
            <a:xfrm>
              <a:off x="2189223" y="2177467"/>
              <a:ext cx="353" cy="14"/>
            </a:xfrm>
            <a:custGeom>
              <a:rect b="b" l="l" r="r" t="t"/>
              <a:pathLst>
                <a:path extrusionOk="0" h="1" w="26">
                  <a:moveTo>
                    <a:pt x="2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35"/>
            <p:cNvSpPr/>
            <p:nvPr/>
          </p:nvSpPr>
          <p:spPr>
            <a:xfrm>
              <a:off x="2188558" y="2177507"/>
              <a:ext cx="394" cy="14"/>
            </a:xfrm>
            <a:custGeom>
              <a:rect b="b" l="l" r="r" t="t"/>
              <a:pathLst>
                <a:path extrusionOk="0" h="1" w="29">
                  <a:moveTo>
                    <a:pt x="29"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35"/>
            <p:cNvSpPr/>
            <p:nvPr/>
          </p:nvSpPr>
          <p:spPr>
            <a:xfrm>
              <a:off x="2189889" y="2177412"/>
              <a:ext cx="394" cy="14"/>
            </a:xfrm>
            <a:custGeom>
              <a:rect b="b" l="l" r="r" t="t"/>
              <a:pathLst>
                <a:path extrusionOk="0" h="1" w="29">
                  <a:moveTo>
                    <a:pt x="29"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35"/>
            <p:cNvSpPr/>
            <p:nvPr/>
          </p:nvSpPr>
          <p:spPr>
            <a:xfrm>
              <a:off x="2194695" y="217727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35"/>
            <p:cNvSpPr/>
            <p:nvPr/>
          </p:nvSpPr>
          <p:spPr>
            <a:xfrm>
              <a:off x="2195971" y="217722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3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 name="Google Shape;1053;p3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 name="Google Shape;1054;p3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35"/>
            <p:cNvSpPr/>
            <p:nvPr/>
          </p:nvSpPr>
          <p:spPr>
            <a:xfrm>
              <a:off x="2229915" y="2176991"/>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35"/>
            <p:cNvSpPr/>
            <p:nvPr/>
          </p:nvSpPr>
          <p:spPr>
            <a:xfrm>
              <a:off x="2229250" y="2175661"/>
              <a:ext cx="109" cy="109"/>
            </a:xfrm>
            <a:custGeom>
              <a:rect b="b" l="l" r="r" t="t"/>
              <a:pathLst>
                <a:path extrusionOk="0" h="8" w="8">
                  <a:moveTo>
                    <a:pt x="1" y="0"/>
                  </a:moveTo>
                  <a:lnTo>
                    <a:pt x="8" y="7"/>
                  </a:lnTo>
                  <a:lnTo>
                    <a:pt x="8"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35"/>
            <p:cNvSpPr/>
            <p:nvPr/>
          </p:nvSpPr>
          <p:spPr>
            <a:xfrm>
              <a:off x="2230065" y="2177412"/>
              <a:ext cx="14" cy="68"/>
            </a:xfrm>
            <a:custGeom>
              <a:rect b="b" l="l" r="r" t="t"/>
              <a:pathLst>
                <a:path extrusionOk="0" h="5" w="1">
                  <a:moveTo>
                    <a:pt x="0" y="1"/>
                  </a:moveTo>
                  <a:lnTo>
                    <a:pt x="0" y="4"/>
                  </a:ln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35"/>
            <p:cNvSpPr/>
            <p:nvPr/>
          </p:nvSpPr>
          <p:spPr>
            <a:xfrm>
              <a:off x="2229494" y="2175892"/>
              <a:ext cx="95" cy="109"/>
            </a:xfrm>
            <a:custGeom>
              <a:rect b="b" l="l" r="r" t="t"/>
              <a:pathLst>
                <a:path extrusionOk="0" h="8" w="7">
                  <a:moveTo>
                    <a:pt x="0" y="1"/>
                  </a:moveTo>
                  <a:lnTo>
                    <a:pt x="7"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35"/>
            <p:cNvSpPr/>
            <p:nvPr/>
          </p:nvSpPr>
          <p:spPr>
            <a:xfrm>
              <a:off x="2228965" y="2175566"/>
              <a:ext cx="244" cy="54"/>
            </a:xfrm>
            <a:custGeom>
              <a:rect b="b" l="l" r="r" t="t"/>
              <a:pathLst>
                <a:path extrusionOk="0" h="4" w="18">
                  <a:moveTo>
                    <a:pt x="18"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35"/>
            <p:cNvSpPr/>
            <p:nvPr/>
          </p:nvSpPr>
          <p:spPr>
            <a:xfrm>
              <a:off x="2230010" y="2177181"/>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35"/>
            <p:cNvSpPr/>
            <p:nvPr/>
          </p:nvSpPr>
          <p:spPr>
            <a:xfrm>
              <a:off x="2229915" y="2176896"/>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3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3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3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35"/>
            <p:cNvSpPr/>
            <p:nvPr/>
          </p:nvSpPr>
          <p:spPr>
            <a:xfrm>
              <a:off x="2261483" y="2161065"/>
              <a:ext cx="5051" cy="149"/>
            </a:xfrm>
            <a:custGeom>
              <a:rect b="b" l="l" r="r" t="t"/>
              <a:pathLst>
                <a:path extrusionOk="0" h="11" w="372">
                  <a:moveTo>
                    <a:pt x="0" y="11"/>
                  </a:moveTo>
                  <a:lnTo>
                    <a:pt x="371" y="0"/>
                  </a:lnTo>
                  <a:lnTo>
                    <a:pt x="37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3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35"/>
            <p:cNvSpPr/>
            <p:nvPr/>
          </p:nvSpPr>
          <p:spPr>
            <a:xfrm>
              <a:off x="2231056" y="2177127"/>
              <a:ext cx="638" cy="109"/>
            </a:xfrm>
            <a:custGeom>
              <a:rect b="b" l="l" r="r" t="t"/>
              <a:pathLst>
                <a:path extrusionOk="0" h="8" w="47">
                  <a:moveTo>
                    <a:pt x="1" y="8"/>
                  </a:moveTo>
                  <a:lnTo>
                    <a:pt x="46"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35"/>
            <p:cNvSpPr/>
            <p:nvPr/>
          </p:nvSpPr>
          <p:spPr>
            <a:xfrm>
              <a:off x="2230105" y="2177277"/>
              <a:ext cx="774" cy="204"/>
            </a:xfrm>
            <a:custGeom>
              <a:rect b="b" l="l" r="r" t="t"/>
              <a:pathLst>
                <a:path extrusionOk="0" h="15" w="57">
                  <a:moveTo>
                    <a:pt x="57" y="0"/>
                  </a:moveTo>
                  <a:lnTo>
                    <a:pt x="1" y="14"/>
                  </a:ln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35"/>
            <p:cNvSpPr/>
            <p:nvPr/>
          </p:nvSpPr>
          <p:spPr>
            <a:xfrm>
              <a:off x="2232536" y="2177032"/>
              <a:ext cx="489" cy="14"/>
            </a:xfrm>
            <a:custGeom>
              <a:rect b="b" l="l" r="r" t="t"/>
              <a:pathLst>
                <a:path extrusionOk="0" h="1" w="36">
                  <a:moveTo>
                    <a:pt x="0" y="1"/>
                  </a:moveTo>
                  <a:lnTo>
                    <a:pt x="3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3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3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3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 name="Google Shape;1073;p3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3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3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solidFill>
              <a:schemeClr val="accen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3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3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3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3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3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35"/>
            <p:cNvSpPr/>
            <p:nvPr/>
          </p:nvSpPr>
          <p:spPr>
            <a:xfrm>
              <a:off x="2034182" y="1771051"/>
              <a:ext cx="109" cy="163"/>
            </a:xfrm>
            <a:custGeom>
              <a:rect b="b" l="l" r="r" t="t"/>
              <a:pathLst>
                <a:path extrusionOk="0" h="12" w="8">
                  <a:moveTo>
                    <a:pt x="0" y="1"/>
                  </a:moveTo>
                  <a:lnTo>
                    <a:pt x="7"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3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3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3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3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3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35"/>
            <p:cNvSpPr/>
            <p:nvPr/>
          </p:nvSpPr>
          <p:spPr>
            <a:xfrm>
              <a:off x="2110039" y="1759836"/>
              <a:ext cx="14" cy="448"/>
            </a:xfrm>
            <a:custGeom>
              <a:rect b="b" l="l" r="r" t="t"/>
              <a:pathLst>
                <a:path extrusionOk="0" h="33" w="1">
                  <a:moveTo>
                    <a:pt x="0" y="1"/>
                  </a:moveTo>
                  <a:lnTo>
                    <a:pt x="0"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35"/>
            <p:cNvSpPr/>
            <p:nvPr/>
          </p:nvSpPr>
          <p:spPr>
            <a:xfrm>
              <a:off x="2110039" y="1762878"/>
              <a:ext cx="14" cy="299"/>
            </a:xfrm>
            <a:custGeom>
              <a:rect b="b" l="l" r="r" t="t"/>
              <a:pathLst>
                <a:path extrusionOk="0" h="22" w="1">
                  <a:moveTo>
                    <a:pt x="0" y="1"/>
                  </a:moveTo>
                  <a:lnTo>
                    <a:pt x="0"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35"/>
            <p:cNvSpPr/>
            <p:nvPr/>
          </p:nvSpPr>
          <p:spPr>
            <a:xfrm>
              <a:off x="2119218" y="1809706"/>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3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35"/>
            <p:cNvSpPr/>
            <p:nvPr/>
          </p:nvSpPr>
          <p:spPr>
            <a:xfrm>
              <a:off x="2119028" y="1808987"/>
              <a:ext cx="14" cy="163"/>
            </a:xfrm>
            <a:custGeom>
              <a:rect b="b" l="l" r="r" t="t"/>
              <a:pathLst>
                <a:path extrusionOk="0" h="12" w="1">
                  <a:moveTo>
                    <a:pt x="0"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3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3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3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3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35"/>
            <p:cNvSpPr/>
            <p:nvPr/>
          </p:nvSpPr>
          <p:spPr>
            <a:xfrm>
              <a:off x="2109985" y="1761452"/>
              <a:ext cx="14" cy="394"/>
            </a:xfrm>
            <a:custGeom>
              <a:rect b="b" l="l" r="r" t="t"/>
              <a:pathLst>
                <a:path extrusionOk="0" h="29" w="1">
                  <a:moveTo>
                    <a:pt x="1" y="29"/>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3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3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3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3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3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3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35"/>
            <p:cNvSpPr/>
            <p:nvPr/>
          </p:nvSpPr>
          <p:spPr>
            <a:xfrm>
              <a:off x="2135375" y="1790168"/>
              <a:ext cx="14" cy="109"/>
            </a:xfrm>
            <a:custGeom>
              <a:rect b="b" l="l" r="r" t="t"/>
              <a:pathLst>
                <a:path extrusionOk="0" h="8" w="1">
                  <a:moveTo>
                    <a:pt x="0"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35"/>
            <p:cNvSpPr/>
            <p:nvPr/>
          </p:nvSpPr>
          <p:spPr>
            <a:xfrm>
              <a:off x="2127962" y="1796916"/>
              <a:ext cx="434" cy="434"/>
            </a:xfrm>
            <a:custGeom>
              <a:rect b="b" l="l" r="r" t="t"/>
              <a:pathLst>
                <a:path extrusionOk="0" h="32" w="32">
                  <a:moveTo>
                    <a:pt x="0" y="32"/>
                  </a:moveTo>
                  <a:lnTo>
                    <a:pt x="3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35"/>
            <p:cNvSpPr/>
            <p:nvPr/>
          </p:nvSpPr>
          <p:spPr>
            <a:xfrm>
              <a:off x="2128573" y="1796577"/>
              <a:ext cx="109" cy="163"/>
            </a:xfrm>
            <a:custGeom>
              <a:rect b="b" l="l" r="r" t="t"/>
              <a:pathLst>
                <a:path extrusionOk="0" h="12" w="8">
                  <a:moveTo>
                    <a:pt x="1" y="1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35"/>
            <p:cNvSpPr/>
            <p:nvPr/>
          </p:nvSpPr>
          <p:spPr>
            <a:xfrm>
              <a:off x="2135416" y="178902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35"/>
            <p:cNvSpPr/>
            <p:nvPr/>
          </p:nvSpPr>
          <p:spPr>
            <a:xfrm>
              <a:off x="2131668" y="1793821"/>
              <a:ext cx="54" cy="14"/>
            </a:xfrm>
            <a:custGeom>
              <a:rect b="b" l="l" r="r" t="t"/>
              <a:pathLst>
                <a:path extrusionOk="0" h="1" w="4">
                  <a:moveTo>
                    <a:pt x="0" y="1"/>
                  </a:moveTo>
                  <a:lnTo>
                    <a:pt x="0" y="1"/>
                  </a:ln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35"/>
            <p:cNvSpPr/>
            <p:nvPr/>
          </p:nvSpPr>
          <p:spPr>
            <a:xfrm>
              <a:off x="2131899" y="1793726"/>
              <a:ext cx="299" cy="68"/>
            </a:xfrm>
            <a:custGeom>
              <a:rect b="b" l="l" r="r" t="t"/>
              <a:pathLst>
                <a:path extrusionOk="0" h="5" w="22">
                  <a:moveTo>
                    <a:pt x="1" y="4"/>
                  </a:move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35"/>
            <p:cNvSpPr/>
            <p:nvPr/>
          </p:nvSpPr>
          <p:spPr>
            <a:xfrm>
              <a:off x="2131763" y="1793821"/>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3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3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35"/>
            <p:cNvSpPr/>
            <p:nvPr/>
          </p:nvSpPr>
          <p:spPr>
            <a:xfrm>
              <a:off x="2135375" y="1789639"/>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35"/>
            <p:cNvSpPr/>
            <p:nvPr/>
          </p:nvSpPr>
          <p:spPr>
            <a:xfrm>
              <a:off x="2135470" y="178830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3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35"/>
            <p:cNvSpPr/>
            <p:nvPr/>
          </p:nvSpPr>
          <p:spPr>
            <a:xfrm>
              <a:off x="2137222" y="1859943"/>
              <a:ext cx="163" cy="244"/>
            </a:xfrm>
            <a:custGeom>
              <a:rect b="b" l="l" r="r" t="t"/>
              <a:pathLst>
                <a:path extrusionOk="0" h="18" w="12">
                  <a:moveTo>
                    <a:pt x="1" y="0"/>
                  </a:moveTo>
                  <a:lnTo>
                    <a:pt x="1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35"/>
            <p:cNvSpPr/>
            <p:nvPr/>
          </p:nvSpPr>
          <p:spPr>
            <a:xfrm>
              <a:off x="2134615" y="1857418"/>
              <a:ext cx="149" cy="68"/>
            </a:xfrm>
            <a:custGeom>
              <a:rect b="b" l="l" r="r" t="t"/>
              <a:pathLst>
                <a:path extrusionOk="0" h="5" w="11">
                  <a:moveTo>
                    <a:pt x="0" y="1"/>
                  </a:moveTo>
                  <a:lnTo>
                    <a:pt x="1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35"/>
            <p:cNvSpPr/>
            <p:nvPr/>
          </p:nvSpPr>
          <p:spPr>
            <a:xfrm>
              <a:off x="2136706" y="1859034"/>
              <a:ext cx="149" cy="204"/>
            </a:xfrm>
            <a:custGeom>
              <a:rect b="b" l="l" r="r" t="t"/>
              <a:pathLst>
                <a:path extrusionOk="0" h="15" w="11">
                  <a:moveTo>
                    <a:pt x="0" y="1"/>
                  </a:moveTo>
                  <a:lnTo>
                    <a:pt x="1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35"/>
            <p:cNvSpPr/>
            <p:nvPr/>
          </p:nvSpPr>
          <p:spPr>
            <a:xfrm>
              <a:off x="2137466" y="1860459"/>
              <a:ext cx="149" cy="258"/>
            </a:xfrm>
            <a:custGeom>
              <a:rect b="b" l="l" r="r" t="t"/>
              <a:pathLst>
                <a:path extrusionOk="0" h="19" w="11">
                  <a:moveTo>
                    <a:pt x="0" y="1"/>
                  </a:moveTo>
                  <a:lnTo>
                    <a:pt x="1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3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35"/>
            <p:cNvSpPr/>
            <p:nvPr/>
          </p:nvSpPr>
          <p:spPr>
            <a:xfrm>
              <a:off x="2137697" y="1861029"/>
              <a:ext cx="109" cy="258"/>
            </a:xfrm>
            <a:custGeom>
              <a:rect b="b" l="l" r="r" t="t"/>
              <a:pathLst>
                <a:path extrusionOk="0" h="19" w="8">
                  <a:moveTo>
                    <a:pt x="1" y="1"/>
                  </a:moveTo>
                  <a:lnTo>
                    <a:pt x="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35"/>
            <p:cNvSpPr/>
            <p:nvPr/>
          </p:nvSpPr>
          <p:spPr>
            <a:xfrm>
              <a:off x="2135036" y="1857567"/>
              <a:ext cx="163" cy="54"/>
            </a:xfrm>
            <a:custGeom>
              <a:rect b="b" l="l" r="r" t="t"/>
              <a:pathLst>
                <a:path extrusionOk="0" h="4" w="12">
                  <a:moveTo>
                    <a:pt x="1" y="0"/>
                  </a:moveTo>
                  <a:lnTo>
                    <a:pt x="1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p35"/>
            <p:cNvSpPr/>
            <p:nvPr/>
          </p:nvSpPr>
          <p:spPr>
            <a:xfrm>
              <a:off x="2137982" y="1861654"/>
              <a:ext cx="68" cy="204"/>
            </a:xfrm>
            <a:custGeom>
              <a:rect b="b" l="l" r="r" t="t"/>
              <a:pathLst>
                <a:path extrusionOk="0" h="15" w="5">
                  <a:moveTo>
                    <a:pt x="1" y="0"/>
                  </a:moveTo>
                  <a:lnTo>
                    <a:pt x="4"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35"/>
            <p:cNvSpPr/>
            <p:nvPr/>
          </p:nvSpPr>
          <p:spPr>
            <a:xfrm>
              <a:off x="2138172" y="1862265"/>
              <a:ext cx="68" cy="204"/>
            </a:xfrm>
            <a:custGeom>
              <a:rect b="b" l="l" r="r" t="t"/>
              <a:pathLst>
                <a:path extrusionOk="0" h="15" w="5">
                  <a:moveTo>
                    <a:pt x="1" y="1"/>
                  </a:moveTo>
                  <a:lnTo>
                    <a:pt x="4"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35"/>
            <p:cNvSpPr/>
            <p:nvPr/>
          </p:nvSpPr>
          <p:spPr>
            <a:xfrm>
              <a:off x="2136081" y="1858273"/>
              <a:ext cx="163" cy="163"/>
            </a:xfrm>
            <a:custGeom>
              <a:rect b="b" l="l" r="r" t="t"/>
              <a:pathLst>
                <a:path extrusionOk="0" h="12" w="12">
                  <a:moveTo>
                    <a:pt x="1" y="1"/>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35"/>
            <p:cNvSpPr/>
            <p:nvPr/>
          </p:nvSpPr>
          <p:spPr>
            <a:xfrm>
              <a:off x="2136421" y="1858613"/>
              <a:ext cx="149" cy="204"/>
            </a:xfrm>
            <a:custGeom>
              <a:rect b="b" l="l" r="r" t="t"/>
              <a:pathLst>
                <a:path extrusionOk="0" h="15" w="11">
                  <a:moveTo>
                    <a:pt x="0" y="0"/>
                  </a:moveTo>
                  <a:lnTo>
                    <a:pt x="1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p35"/>
            <p:cNvSpPr/>
            <p:nvPr/>
          </p:nvSpPr>
          <p:spPr>
            <a:xfrm>
              <a:off x="2135755" y="1857947"/>
              <a:ext cx="149" cy="149"/>
            </a:xfrm>
            <a:custGeom>
              <a:rect b="b" l="l" r="r" t="t"/>
              <a:pathLst>
                <a:path extrusionOk="0" h="11" w="11">
                  <a:moveTo>
                    <a:pt x="0" y="0"/>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35"/>
            <p:cNvSpPr/>
            <p:nvPr/>
          </p:nvSpPr>
          <p:spPr>
            <a:xfrm>
              <a:off x="2119883" y="1812408"/>
              <a:ext cx="54" cy="109"/>
            </a:xfrm>
            <a:custGeom>
              <a:rect b="b" l="l" r="r" t="t"/>
              <a:pathLst>
                <a:path extrusionOk="0" h="8" w="4">
                  <a:moveTo>
                    <a:pt x="0" y="1"/>
                  </a:moveTo>
                  <a:lnTo>
                    <a:pt x="4"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35"/>
            <p:cNvSpPr/>
            <p:nvPr/>
          </p:nvSpPr>
          <p:spPr>
            <a:xfrm>
              <a:off x="2119788" y="1812218"/>
              <a:ext cx="14" cy="109"/>
            </a:xfrm>
            <a:custGeom>
              <a:rect b="b" l="l" r="r" t="t"/>
              <a:pathLst>
                <a:path extrusionOk="0" h="8" w="1">
                  <a:moveTo>
                    <a:pt x="0" y="1"/>
                  </a:moveTo>
                  <a:lnTo>
                    <a:pt x="0" y="4"/>
                  </a:lnTo>
                  <a:cubicBezTo>
                    <a:pt x="0" y="8"/>
                    <a:pt x="0"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35"/>
            <p:cNvSpPr/>
            <p:nvPr/>
          </p:nvSpPr>
          <p:spPr>
            <a:xfrm>
              <a:off x="2135416" y="1857703"/>
              <a:ext cx="163" cy="163"/>
            </a:xfrm>
            <a:custGeom>
              <a:rect b="b" l="l" r="r" t="t"/>
              <a:pathLst>
                <a:path extrusionOk="0" h="12" w="12">
                  <a:moveTo>
                    <a:pt x="1" y="1"/>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35"/>
            <p:cNvSpPr/>
            <p:nvPr/>
          </p:nvSpPr>
          <p:spPr>
            <a:xfrm>
              <a:off x="2119978" y="1812653"/>
              <a:ext cx="109" cy="204"/>
            </a:xfrm>
            <a:custGeom>
              <a:rect b="b" l="l" r="r" t="t"/>
              <a:pathLst>
                <a:path extrusionOk="0" h="15" w="8">
                  <a:moveTo>
                    <a:pt x="0" y="0"/>
                  </a:moveTo>
                  <a:lnTo>
                    <a:pt x="7"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35"/>
            <p:cNvSpPr/>
            <p:nvPr/>
          </p:nvSpPr>
          <p:spPr>
            <a:xfrm>
              <a:off x="2136991" y="1859468"/>
              <a:ext cx="109" cy="204"/>
            </a:xfrm>
            <a:custGeom>
              <a:rect b="b" l="l" r="r" t="t"/>
              <a:pathLst>
                <a:path extrusionOk="0" h="15" w="8">
                  <a:moveTo>
                    <a:pt x="0" y="0"/>
                  </a:moveTo>
                  <a:lnTo>
                    <a:pt x="7"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p3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35"/>
            <p:cNvSpPr/>
            <p:nvPr/>
          </p:nvSpPr>
          <p:spPr>
            <a:xfrm>
              <a:off x="2121730" y="1810562"/>
              <a:ext cx="109" cy="54"/>
            </a:xfrm>
            <a:custGeom>
              <a:rect b="b" l="l" r="r" t="t"/>
              <a:pathLst>
                <a:path extrusionOk="0" h="4" w="8">
                  <a:moveTo>
                    <a:pt x="8"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35"/>
            <p:cNvSpPr/>
            <p:nvPr/>
          </p:nvSpPr>
          <p:spPr>
            <a:xfrm>
              <a:off x="2138362" y="1862985"/>
              <a:ext cx="68" cy="109"/>
            </a:xfrm>
            <a:custGeom>
              <a:rect b="b" l="l" r="r" t="t"/>
              <a:pathLst>
                <a:path extrusionOk="0" h="8" w="5">
                  <a:moveTo>
                    <a:pt x="1" y="1"/>
                  </a:moveTo>
                  <a:lnTo>
                    <a:pt x="4"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p3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3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3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35"/>
            <p:cNvSpPr/>
            <p:nvPr/>
          </p:nvSpPr>
          <p:spPr>
            <a:xfrm>
              <a:off x="1924802" y="1946215"/>
              <a:ext cx="163" cy="54"/>
            </a:xfrm>
            <a:custGeom>
              <a:rect b="b" l="l" r="r" t="t"/>
              <a:pathLst>
                <a:path extrusionOk="0" h="4" w="12">
                  <a:moveTo>
                    <a:pt x="1" y="4"/>
                  </a:moveTo>
                  <a:lnTo>
                    <a:pt x="1" y="4"/>
                  </a:ln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35"/>
            <p:cNvSpPr/>
            <p:nvPr/>
          </p:nvSpPr>
          <p:spPr>
            <a:xfrm>
              <a:off x="1925752" y="1946065"/>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35"/>
            <p:cNvSpPr/>
            <p:nvPr/>
          </p:nvSpPr>
          <p:spPr>
            <a:xfrm>
              <a:off x="1928943" y="1940268"/>
              <a:ext cx="109" cy="14"/>
            </a:xfrm>
            <a:custGeom>
              <a:rect b="b" l="l" r="r" t="t"/>
              <a:pathLst>
                <a:path extrusionOk="0" h="1" w="8">
                  <a:moveTo>
                    <a:pt x="7"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35"/>
            <p:cNvSpPr/>
            <p:nvPr/>
          </p:nvSpPr>
          <p:spPr>
            <a:xfrm>
              <a:off x="1925752" y="1940268"/>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35"/>
            <p:cNvSpPr/>
            <p:nvPr/>
          </p:nvSpPr>
          <p:spPr>
            <a:xfrm>
              <a:off x="1932880" y="1939181"/>
              <a:ext cx="68" cy="54"/>
            </a:xfrm>
            <a:custGeom>
              <a:rect b="b" l="l" r="r" t="t"/>
              <a:pathLst>
                <a:path extrusionOk="0" h="4" w="5">
                  <a:moveTo>
                    <a:pt x="4"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35"/>
            <p:cNvSpPr/>
            <p:nvPr/>
          </p:nvSpPr>
          <p:spPr>
            <a:xfrm>
              <a:off x="1931835" y="1939562"/>
              <a:ext cx="109" cy="54"/>
            </a:xfrm>
            <a:custGeom>
              <a:rect b="b" l="l" r="r" t="t"/>
              <a:pathLst>
                <a:path extrusionOk="0" h="4" w="8">
                  <a:moveTo>
                    <a:pt x="8"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35"/>
            <p:cNvSpPr/>
            <p:nvPr/>
          </p:nvSpPr>
          <p:spPr>
            <a:xfrm>
              <a:off x="1925901" y="1946025"/>
              <a:ext cx="109" cy="14"/>
            </a:xfrm>
            <a:custGeom>
              <a:rect b="b" l="l" r="r" t="t"/>
              <a:pathLst>
                <a:path extrusionOk="0" h="1" w="8">
                  <a:moveTo>
                    <a:pt x="0" y="0"/>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35"/>
            <p:cNvSpPr/>
            <p:nvPr/>
          </p:nvSpPr>
          <p:spPr>
            <a:xfrm>
              <a:off x="1925521" y="1946120"/>
              <a:ext cx="109" cy="14"/>
            </a:xfrm>
            <a:custGeom>
              <a:rect b="b" l="l" r="r" t="t"/>
              <a:pathLst>
                <a:path extrusionOk="0" h="1" w="8">
                  <a:moveTo>
                    <a:pt x="0" y="0"/>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35"/>
            <p:cNvSpPr/>
            <p:nvPr/>
          </p:nvSpPr>
          <p:spPr>
            <a:xfrm>
              <a:off x="1926947" y="1940322"/>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35"/>
            <p:cNvSpPr/>
            <p:nvPr/>
          </p:nvSpPr>
          <p:spPr>
            <a:xfrm>
              <a:off x="1925087" y="1946160"/>
              <a:ext cx="258" cy="68"/>
            </a:xfrm>
            <a:custGeom>
              <a:rect b="b" l="l" r="r" t="t"/>
              <a:pathLst>
                <a:path extrusionOk="0" h="5" w="19">
                  <a:moveTo>
                    <a:pt x="1" y="4"/>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35"/>
            <p:cNvSpPr/>
            <p:nvPr/>
          </p:nvSpPr>
          <p:spPr>
            <a:xfrm>
              <a:off x="1928033" y="194032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35"/>
            <p:cNvSpPr/>
            <p:nvPr/>
          </p:nvSpPr>
          <p:spPr>
            <a:xfrm>
              <a:off x="1926037" y="194602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35"/>
            <p:cNvSpPr/>
            <p:nvPr/>
          </p:nvSpPr>
          <p:spPr>
            <a:xfrm>
              <a:off x="1929893" y="1940132"/>
              <a:ext cx="149" cy="14"/>
            </a:xfrm>
            <a:custGeom>
              <a:rect b="b" l="l" r="r" t="t"/>
              <a:pathLst>
                <a:path extrusionOk="0" h="1" w="11">
                  <a:moveTo>
                    <a:pt x="11"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 name="Google Shape;1151;p35"/>
            <p:cNvSpPr/>
            <p:nvPr/>
          </p:nvSpPr>
          <p:spPr>
            <a:xfrm>
              <a:off x="1930884" y="1939888"/>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 name="Google Shape;1152;p35"/>
            <p:cNvSpPr/>
            <p:nvPr/>
          </p:nvSpPr>
          <p:spPr>
            <a:xfrm>
              <a:off x="1926132" y="1945970"/>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3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p3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p3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35"/>
            <p:cNvSpPr/>
            <p:nvPr/>
          </p:nvSpPr>
          <p:spPr>
            <a:xfrm>
              <a:off x="1944856" y="1949405"/>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 name="Google Shape;1157;p35"/>
            <p:cNvSpPr/>
            <p:nvPr/>
          </p:nvSpPr>
          <p:spPr>
            <a:xfrm>
              <a:off x="1945141" y="1949500"/>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 name="Google Shape;1158;p3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35"/>
            <p:cNvSpPr/>
            <p:nvPr/>
          </p:nvSpPr>
          <p:spPr>
            <a:xfrm>
              <a:off x="1927612" y="195058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35"/>
            <p:cNvSpPr/>
            <p:nvPr/>
          </p:nvSpPr>
          <p:spPr>
            <a:xfrm>
              <a:off x="1927843" y="1950777"/>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35"/>
            <p:cNvSpPr/>
            <p:nvPr/>
          </p:nvSpPr>
          <p:spPr>
            <a:xfrm>
              <a:off x="1944666" y="194935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35"/>
            <p:cNvSpPr/>
            <p:nvPr/>
          </p:nvSpPr>
          <p:spPr>
            <a:xfrm>
              <a:off x="1927802" y="1950736"/>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35"/>
            <p:cNvSpPr/>
            <p:nvPr/>
          </p:nvSpPr>
          <p:spPr>
            <a:xfrm>
              <a:off x="1927748" y="195068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35"/>
            <p:cNvSpPr/>
            <p:nvPr/>
          </p:nvSpPr>
          <p:spPr>
            <a:xfrm>
              <a:off x="1927137" y="1950546"/>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35"/>
            <p:cNvSpPr/>
            <p:nvPr/>
          </p:nvSpPr>
          <p:spPr>
            <a:xfrm>
              <a:off x="1944475" y="194931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3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3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3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35"/>
            <p:cNvSpPr/>
            <p:nvPr/>
          </p:nvSpPr>
          <p:spPr>
            <a:xfrm>
              <a:off x="2074819" y="195847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35"/>
            <p:cNvSpPr/>
            <p:nvPr/>
          </p:nvSpPr>
          <p:spPr>
            <a:xfrm>
              <a:off x="2069972" y="1992704"/>
              <a:ext cx="109" cy="109"/>
            </a:xfrm>
            <a:custGeom>
              <a:rect b="b" l="l" r="r" t="t"/>
              <a:pathLst>
                <a:path extrusionOk="0" h="8" w="8">
                  <a:moveTo>
                    <a:pt x="7"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35"/>
            <p:cNvSpPr/>
            <p:nvPr/>
          </p:nvSpPr>
          <p:spPr>
            <a:xfrm>
              <a:off x="2074860" y="1958855"/>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35"/>
            <p:cNvSpPr/>
            <p:nvPr/>
          </p:nvSpPr>
          <p:spPr>
            <a:xfrm>
              <a:off x="2074670" y="1957525"/>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35"/>
            <p:cNvSpPr/>
            <p:nvPr/>
          </p:nvSpPr>
          <p:spPr>
            <a:xfrm>
              <a:off x="2074385" y="1955678"/>
              <a:ext cx="68" cy="204"/>
            </a:xfrm>
            <a:custGeom>
              <a:rect b="b" l="l" r="r" t="t"/>
              <a:pathLst>
                <a:path extrusionOk="0" h="15" w="5">
                  <a:moveTo>
                    <a:pt x="1" y="0"/>
                  </a:moveTo>
                  <a:lnTo>
                    <a:pt x="4"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35"/>
            <p:cNvSpPr/>
            <p:nvPr/>
          </p:nvSpPr>
          <p:spPr>
            <a:xfrm>
              <a:off x="2074480" y="1956384"/>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35"/>
            <p:cNvSpPr/>
            <p:nvPr/>
          </p:nvSpPr>
          <p:spPr>
            <a:xfrm>
              <a:off x="2074344" y="1955244"/>
              <a:ext cx="54" cy="258"/>
            </a:xfrm>
            <a:custGeom>
              <a:rect b="b" l="l" r="r" t="t"/>
              <a:pathLst>
                <a:path extrusionOk="0" h="19" w="4">
                  <a:moveTo>
                    <a:pt x="4" y="18"/>
                  </a:moveTo>
                  <a:lnTo>
                    <a:pt x="0" y="1"/>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3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35"/>
            <p:cNvSpPr/>
            <p:nvPr/>
          </p:nvSpPr>
          <p:spPr>
            <a:xfrm>
              <a:off x="2054141" y="1965983"/>
              <a:ext cx="109" cy="204"/>
            </a:xfrm>
            <a:custGeom>
              <a:rect b="b" l="l" r="r" t="t"/>
              <a:pathLst>
                <a:path extrusionOk="0" h="15" w="8">
                  <a:moveTo>
                    <a:pt x="0" y="1"/>
                  </a:moveTo>
                  <a:lnTo>
                    <a:pt x="7"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35"/>
            <p:cNvSpPr/>
            <p:nvPr/>
          </p:nvSpPr>
          <p:spPr>
            <a:xfrm>
              <a:off x="2054331" y="1966323"/>
              <a:ext cx="109" cy="204"/>
            </a:xfrm>
            <a:custGeom>
              <a:rect b="b" l="l" r="r" t="t"/>
              <a:pathLst>
                <a:path extrusionOk="0" h="15" w="8">
                  <a:moveTo>
                    <a:pt x="0" y="0"/>
                  </a:moveTo>
                  <a:lnTo>
                    <a:pt x="7"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3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3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35"/>
            <p:cNvSpPr/>
            <p:nvPr/>
          </p:nvSpPr>
          <p:spPr>
            <a:xfrm>
              <a:off x="2060414" y="1992514"/>
              <a:ext cx="14" cy="774"/>
            </a:xfrm>
            <a:custGeom>
              <a:rect b="b" l="l" r="r" t="t"/>
              <a:pathLst>
                <a:path extrusionOk="0" h="57" w="1">
                  <a:moveTo>
                    <a:pt x="1" y="0"/>
                  </a:moveTo>
                  <a:lnTo>
                    <a:pt x="1" y="5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3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3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3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35"/>
            <p:cNvSpPr/>
            <p:nvPr/>
          </p:nvSpPr>
          <p:spPr>
            <a:xfrm>
              <a:off x="2060319" y="1990369"/>
              <a:ext cx="14" cy="638"/>
            </a:xfrm>
            <a:custGeom>
              <a:rect b="b" l="l" r="r" t="t"/>
              <a:pathLst>
                <a:path extrusionOk="0" h="47" w="1">
                  <a:moveTo>
                    <a:pt x="1" y="1"/>
                  </a:moveTo>
                  <a:lnTo>
                    <a:pt x="1" y="4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35"/>
            <p:cNvSpPr/>
            <p:nvPr/>
          </p:nvSpPr>
          <p:spPr>
            <a:xfrm>
              <a:off x="2060319" y="1989378"/>
              <a:ext cx="14" cy="584"/>
            </a:xfrm>
            <a:custGeom>
              <a:rect b="b" l="l" r="r" t="t"/>
              <a:pathLst>
                <a:path extrusionOk="0" h="43" w="1">
                  <a:moveTo>
                    <a:pt x="1" y="0"/>
                  </a:moveTo>
                  <a:lnTo>
                    <a:pt x="1" y="4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3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35"/>
            <p:cNvSpPr/>
            <p:nvPr/>
          </p:nvSpPr>
          <p:spPr>
            <a:xfrm>
              <a:off x="2054806" y="1966934"/>
              <a:ext cx="149" cy="163"/>
            </a:xfrm>
            <a:custGeom>
              <a:rect b="b" l="l" r="r" t="t"/>
              <a:pathLst>
                <a:path extrusionOk="0" h="12" w="11">
                  <a:moveTo>
                    <a:pt x="11"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35"/>
            <p:cNvSpPr/>
            <p:nvPr/>
          </p:nvSpPr>
          <p:spPr>
            <a:xfrm>
              <a:off x="2053951" y="1965603"/>
              <a:ext cx="109" cy="204"/>
            </a:xfrm>
            <a:custGeom>
              <a:rect b="b" l="l" r="r" t="t"/>
              <a:pathLst>
                <a:path extrusionOk="0" h="15" w="8">
                  <a:moveTo>
                    <a:pt x="0" y="1"/>
                  </a:moveTo>
                  <a:lnTo>
                    <a:pt x="7"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35"/>
            <p:cNvSpPr/>
            <p:nvPr/>
          </p:nvSpPr>
          <p:spPr>
            <a:xfrm>
              <a:off x="2060373" y="1991414"/>
              <a:ext cx="0" cy="679"/>
            </a:xfrm>
            <a:custGeom>
              <a:rect b="b" l="l" r="r" t="t"/>
              <a:pathLst>
                <a:path extrusionOk="0" h="50" w="120000">
                  <a:moveTo>
                    <a:pt x="0" y="1"/>
                  </a:moveTo>
                  <a:lnTo>
                    <a:pt x="0" y="5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 name="Google Shape;1191;p35"/>
            <p:cNvSpPr/>
            <p:nvPr/>
          </p:nvSpPr>
          <p:spPr>
            <a:xfrm>
              <a:off x="2053801" y="1965128"/>
              <a:ext cx="109" cy="258"/>
            </a:xfrm>
            <a:custGeom>
              <a:rect b="b" l="l" r="r" t="t"/>
              <a:pathLst>
                <a:path extrusionOk="0" h="19" w="8">
                  <a:moveTo>
                    <a:pt x="1" y="1"/>
                  </a:moveTo>
                  <a:lnTo>
                    <a:pt x="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35"/>
            <p:cNvSpPr/>
            <p:nvPr/>
          </p:nvSpPr>
          <p:spPr>
            <a:xfrm>
              <a:off x="2060224" y="1987477"/>
              <a:ext cx="14" cy="584"/>
            </a:xfrm>
            <a:custGeom>
              <a:rect b="b" l="l" r="r" t="t"/>
              <a:pathLst>
                <a:path extrusionOk="0" h="43" w="1">
                  <a:moveTo>
                    <a:pt x="1" y="0"/>
                  </a:moveTo>
                  <a:lnTo>
                    <a:pt x="1" y="4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3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35"/>
            <p:cNvSpPr/>
            <p:nvPr/>
          </p:nvSpPr>
          <p:spPr>
            <a:xfrm>
              <a:off x="2059939" y="1982820"/>
              <a:ext cx="14" cy="434"/>
            </a:xfrm>
            <a:custGeom>
              <a:rect b="b" l="l" r="r" t="t"/>
              <a:pathLst>
                <a:path extrusionOk="0" h="32" w="1">
                  <a:moveTo>
                    <a:pt x="1" y="0"/>
                  </a:moveTo>
                  <a:lnTo>
                    <a:pt x="1"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35"/>
            <p:cNvSpPr/>
            <p:nvPr/>
          </p:nvSpPr>
          <p:spPr>
            <a:xfrm>
              <a:off x="2060088" y="1984435"/>
              <a:ext cx="0" cy="530"/>
            </a:xfrm>
            <a:custGeom>
              <a:rect b="b" l="l" r="r" t="t"/>
              <a:pathLst>
                <a:path extrusionOk="0" h="39" w="120000">
                  <a:moveTo>
                    <a:pt x="0" y="0"/>
                  </a:moveTo>
                  <a:lnTo>
                    <a:pt x="0" y="3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3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35"/>
            <p:cNvSpPr/>
            <p:nvPr/>
          </p:nvSpPr>
          <p:spPr>
            <a:xfrm>
              <a:off x="2060468" y="1993695"/>
              <a:ext cx="54" cy="923"/>
            </a:xfrm>
            <a:custGeom>
              <a:rect b="b" l="l" r="r" t="t"/>
              <a:pathLst>
                <a:path extrusionOk="0" h="68" w="4">
                  <a:moveTo>
                    <a:pt x="0" y="1"/>
                  </a:moveTo>
                  <a:lnTo>
                    <a:pt x="4" y="6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35"/>
            <p:cNvSpPr/>
            <p:nvPr/>
          </p:nvSpPr>
          <p:spPr>
            <a:xfrm>
              <a:off x="2060183" y="1986621"/>
              <a:ext cx="0" cy="584"/>
            </a:xfrm>
            <a:custGeom>
              <a:rect b="b" l="l" r="r" t="t"/>
              <a:pathLst>
                <a:path extrusionOk="0" h="43" w="120000">
                  <a:moveTo>
                    <a:pt x="0" y="0"/>
                  </a:moveTo>
                  <a:lnTo>
                    <a:pt x="0" y="4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35"/>
            <p:cNvSpPr/>
            <p:nvPr/>
          </p:nvSpPr>
          <p:spPr>
            <a:xfrm>
              <a:off x="2060129" y="1985807"/>
              <a:ext cx="14" cy="638"/>
            </a:xfrm>
            <a:custGeom>
              <a:rect b="b" l="l" r="r" t="t"/>
              <a:pathLst>
                <a:path extrusionOk="0" h="47" w="1">
                  <a:moveTo>
                    <a:pt x="1" y="1"/>
                  </a:moveTo>
                  <a:lnTo>
                    <a:pt x="1" y="4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35"/>
            <p:cNvSpPr/>
            <p:nvPr/>
          </p:nvSpPr>
          <p:spPr>
            <a:xfrm>
              <a:off x="2060088" y="1985101"/>
              <a:ext cx="0" cy="530"/>
            </a:xfrm>
            <a:custGeom>
              <a:rect b="b" l="l" r="r" t="t"/>
              <a:pathLst>
                <a:path extrusionOk="0" h="39" w="120000">
                  <a:moveTo>
                    <a:pt x="0" y="0"/>
                  </a:moveTo>
                  <a:lnTo>
                    <a:pt x="0" y="3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35"/>
            <p:cNvSpPr/>
            <p:nvPr/>
          </p:nvSpPr>
          <p:spPr>
            <a:xfrm>
              <a:off x="2054562" y="1966649"/>
              <a:ext cx="109" cy="163"/>
            </a:xfrm>
            <a:custGeom>
              <a:rect b="b" l="l" r="r" t="t"/>
              <a:pathLst>
                <a:path extrusionOk="0" h="12" w="8">
                  <a:moveTo>
                    <a:pt x="1" y="1"/>
                  </a:moveTo>
                  <a:lnTo>
                    <a:pt x="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35"/>
            <p:cNvSpPr/>
            <p:nvPr/>
          </p:nvSpPr>
          <p:spPr>
            <a:xfrm>
              <a:off x="2060509" y="1994795"/>
              <a:ext cx="14" cy="530"/>
            </a:xfrm>
            <a:custGeom>
              <a:rect b="b" l="l" r="r" t="t"/>
              <a:pathLst>
                <a:path extrusionOk="0" h="39" w="1">
                  <a:moveTo>
                    <a:pt x="1" y="39"/>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35"/>
            <p:cNvSpPr/>
            <p:nvPr/>
          </p:nvSpPr>
          <p:spPr>
            <a:xfrm>
              <a:off x="2055091" y="1967178"/>
              <a:ext cx="149" cy="149"/>
            </a:xfrm>
            <a:custGeom>
              <a:rect b="b" l="l" r="r" t="t"/>
              <a:pathLst>
                <a:path extrusionOk="0" h="11" w="11">
                  <a:moveTo>
                    <a:pt x="0" y="0"/>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35"/>
            <p:cNvSpPr/>
            <p:nvPr/>
          </p:nvSpPr>
          <p:spPr>
            <a:xfrm>
              <a:off x="2055376" y="1967463"/>
              <a:ext cx="149" cy="109"/>
            </a:xfrm>
            <a:custGeom>
              <a:rect b="b" l="l" r="r" t="t"/>
              <a:pathLst>
                <a:path extrusionOk="0" h="8" w="11">
                  <a:moveTo>
                    <a:pt x="0" y="0"/>
                  </a:moveTo>
                  <a:lnTo>
                    <a:pt x="1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3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35"/>
            <p:cNvSpPr/>
            <p:nvPr/>
          </p:nvSpPr>
          <p:spPr>
            <a:xfrm>
              <a:off x="2060278" y="1988427"/>
              <a:ext cx="0" cy="530"/>
            </a:xfrm>
            <a:custGeom>
              <a:rect b="b" l="l" r="r" t="t"/>
              <a:pathLst>
                <a:path extrusionOk="0" h="39" w="120000">
                  <a:moveTo>
                    <a:pt x="0" y="0"/>
                  </a:moveTo>
                  <a:lnTo>
                    <a:pt x="0" y="3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35"/>
            <p:cNvSpPr/>
            <p:nvPr/>
          </p:nvSpPr>
          <p:spPr>
            <a:xfrm>
              <a:off x="2056137" y="1967884"/>
              <a:ext cx="149" cy="109"/>
            </a:xfrm>
            <a:custGeom>
              <a:rect b="b" l="l" r="r" t="t"/>
              <a:pathLst>
                <a:path extrusionOk="0" h="8" w="11">
                  <a:moveTo>
                    <a:pt x="0"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35"/>
            <p:cNvSpPr/>
            <p:nvPr/>
          </p:nvSpPr>
          <p:spPr>
            <a:xfrm>
              <a:off x="2055757" y="1967654"/>
              <a:ext cx="149" cy="109"/>
            </a:xfrm>
            <a:custGeom>
              <a:rect b="b" l="l" r="r" t="t"/>
              <a:pathLst>
                <a:path extrusionOk="0" h="8" w="11">
                  <a:moveTo>
                    <a:pt x="0" y="0"/>
                  </a:moveTo>
                  <a:lnTo>
                    <a:pt x="1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3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3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3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3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35"/>
            <p:cNvSpPr/>
            <p:nvPr/>
          </p:nvSpPr>
          <p:spPr>
            <a:xfrm>
              <a:off x="2159136" y="1988902"/>
              <a:ext cx="204" cy="299"/>
            </a:xfrm>
            <a:custGeom>
              <a:rect b="b" l="l" r="r" t="t"/>
              <a:pathLst>
                <a:path extrusionOk="0" h="22" w="15">
                  <a:moveTo>
                    <a:pt x="1" y="21"/>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3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3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35"/>
            <p:cNvSpPr/>
            <p:nvPr/>
          </p:nvSpPr>
          <p:spPr>
            <a:xfrm>
              <a:off x="2159611" y="1988332"/>
              <a:ext cx="204" cy="299"/>
            </a:xfrm>
            <a:custGeom>
              <a:rect b="b" l="l" r="r" t="t"/>
              <a:pathLst>
                <a:path extrusionOk="0" h="22" w="15">
                  <a:moveTo>
                    <a:pt x="1" y="21"/>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35"/>
            <p:cNvSpPr/>
            <p:nvPr/>
          </p:nvSpPr>
          <p:spPr>
            <a:xfrm>
              <a:off x="2161132" y="1986757"/>
              <a:ext cx="258" cy="258"/>
            </a:xfrm>
            <a:custGeom>
              <a:rect b="b" l="l" r="r" t="t"/>
              <a:pathLst>
                <a:path extrusionOk="0" h="19" w="19">
                  <a:moveTo>
                    <a:pt x="1" y="18"/>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35"/>
            <p:cNvSpPr/>
            <p:nvPr/>
          </p:nvSpPr>
          <p:spPr>
            <a:xfrm>
              <a:off x="2160086" y="1987803"/>
              <a:ext cx="258" cy="258"/>
            </a:xfrm>
            <a:custGeom>
              <a:rect b="b" l="l" r="r" t="t"/>
              <a:pathLst>
                <a:path extrusionOk="0" h="19" w="19">
                  <a:moveTo>
                    <a:pt x="1" y="18"/>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3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35"/>
            <p:cNvSpPr/>
            <p:nvPr/>
          </p:nvSpPr>
          <p:spPr>
            <a:xfrm>
              <a:off x="2160616" y="1987287"/>
              <a:ext cx="244" cy="244"/>
            </a:xfrm>
            <a:custGeom>
              <a:rect b="b" l="l" r="r" t="t"/>
              <a:pathLst>
                <a:path extrusionOk="0" h="18" w="18">
                  <a:moveTo>
                    <a:pt x="0" y="18"/>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3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3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3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3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35"/>
            <p:cNvSpPr/>
            <p:nvPr/>
          </p:nvSpPr>
          <p:spPr>
            <a:xfrm>
              <a:off x="2115213" y="2000688"/>
              <a:ext cx="14" cy="109"/>
            </a:xfrm>
            <a:custGeom>
              <a:rect b="b" l="l" r="r" t="t"/>
              <a:pathLst>
                <a:path extrusionOk="0" h="8" w="1">
                  <a:moveTo>
                    <a:pt x="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3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3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3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3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3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3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35"/>
            <p:cNvSpPr/>
            <p:nvPr/>
          </p:nvSpPr>
          <p:spPr>
            <a:xfrm>
              <a:off x="2153718" y="1945875"/>
              <a:ext cx="68" cy="204"/>
            </a:xfrm>
            <a:custGeom>
              <a:rect b="b" l="l" r="r" t="t"/>
              <a:pathLst>
                <a:path extrusionOk="0" h="15" w="5">
                  <a:moveTo>
                    <a:pt x="4"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3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3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35"/>
            <p:cNvSpPr/>
            <p:nvPr/>
          </p:nvSpPr>
          <p:spPr>
            <a:xfrm>
              <a:off x="2115172" y="2000918"/>
              <a:ext cx="14" cy="109"/>
            </a:xfrm>
            <a:custGeom>
              <a:rect b="b" l="l" r="r" t="t"/>
              <a:pathLst>
                <a:path extrusionOk="0" h="8" w="1">
                  <a:moveTo>
                    <a:pt x="0"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35"/>
            <p:cNvSpPr/>
            <p:nvPr/>
          </p:nvSpPr>
          <p:spPr>
            <a:xfrm>
              <a:off x="2153487" y="1948645"/>
              <a:ext cx="14" cy="299"/>
            </a:xfrm>
            <a:custGeom>
              <a:rect b="b" l="l" r="r" t="t"/>
              <a:pathLst>
                <a:path extrusionOk="0" h="22" w="1">
                  <a:moveTo>
                    <a:pt x="0" y="2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3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35"/>
            <p:cNvSpPr/>
            <p:nvPr/>
          </p:nvSpPr>
          <p:spPr>
            <a:xfrm>
              <a:off x="2113597" y="2006825"/>
              <a:ext cx="109" cy="204"/>
            </a:xfrm>
            <a:custGeom>
              <a:rect b="b" l="l" r="r" t="t"/>
              <a:pathLst>
                <a:path extrusionOk="0" h="15" w="8">
                  <a:moveTo>
                    <a:pt x="1" y="1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35"/>
            <p:cNvSpPr/>
            <p:nvPr/>
          </p:nvSpPr>
          <p:spPr>
            <a:xfrm>
              <a:off x="2114506" y="2003824"/>
              <a:ext cx="54" cy="244"/>
            </a:xfrm>
            <a:custGeom>
              <a:rect b="b" l="l" r="r" t="t"/>
              <a:pathLst>
                <a:path extrusionOk="0" h="18" w="4">
                  <a:moveTo>
                    <a:pt x="0" y="1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35"/>
            <p:cNvSpPr/>
            <p:nvPr/>
          </p:nvSpPr>
          <p:spPr>
            <a:xfrm>
              <a:off x="2115117" y="2001204"/>
              <a:ext cx="14" cy="163"/>
            </a:xfrm>
            <a:custGeom>
              <a:rect b="b" l="l" r="r" t="t"/>
              <a:pathLst>
                <a:path extrusionOk="0" h="12" w="1">
                  <a:moveTo>
                    <a:pt x="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35"/>
            <p:cNvSpPr/>
            <p:nvPr/>
          </p:nvSpPr>
          <p:spPr>
            <a:xfrm>
              <a:off x="2113977" y="2005535"/>
              <a:ext cx="109" cy="258"/>
            </a:xfrm>
            <a:custGeom>
              <a:rect b="b" l="l" r="r" t="t"/>
              <a:pathLst>
                <a:path extrusionOk="0" h="19" w="8">
                  <a:moveTo>
                    <a:pt x="1" y="1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35"/>
            <p:cNvSpPr/>
            <p:nvPr/>
          </p:nvSpPr>
          <p:spPr>
            <a:xfrm>
              <a:off x="2114602" y="2003254"/>
              <a:ext cx="109" cy="244"/>
            </a:xfrm>
            <a:custGeom>
              <a:rect b="b" l="l" r="r" t="t"/>
              <a:pathLst>
                <a:path extrusionOk="0" h="18" w="8">
                  <a:moveTo>
                    <a:pt x="0" y="18"/>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35"/>
            <p:cNvSpPr/>
            <p:nvPr/>
          </p:nvSpPr>
          <p:spPr>
            <a:xfrm>
              <a:off x="2114221" y="2004924"/>
              <a:ext cx="54" cy="299"/>
            </a:xfrm>
            <a:custGeom>
              <a:rect b="b" l="l" r="r" t="t"/>
              <a:pathLst>
                <a:path extrusionOk="0" h="22" w="4">
                  <a:moveTo>
                    <a:pt x="0" y="21"/>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35"/>
            <p:cNvSpPr/>
            <p:nvPr/>
          </p:nvSpPr>
          <p:spPr>
            <a:xfrm>
              <a:off x="2113787" y="2006159"/>
              <a:ext cx="109" cy="244"/>
            </a:xfrm>
            <a:custGeom>
              <a:rect b="b" l="l" r="r" t="t"/>
              <a:pathLst>
                <a:path extrusionOk="0" h="18" w="8">
                  <a:moveTo>
                    <a:pt x="1" y="18"/>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35"/>
            <p:cNvSpPr/>
            <p:nvPr/>
          </p:nvSpPr>
          <p:spPr>
            <a:xfrm>
              <a:off x="2114316" y="2004353"/>
              <a:ext cx="109" cy="244"/>
            </a:xfrm>
            <a:custGeom>
              <a:rect b="b" l="l" r="r" t="t"/>
              <a:pathLst>
                <a:path extrusionOk="0" h="18" w="8">
                  <a:moveTo>
                    <a:pt x="0" y="18"/>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35"/>
            <p:cNvSpPr/>
            <p:nvPr/>
          </p:nvSpPr>
          <p:spPr>
            <a:xfrm>
              <a:off x="2114982" y="2001923"/>
              <a:ext cx="14" cy="204"/>
            </a:xfrm>
            <a:custGeom>
              <a:rect b="b" l="l" r="r" t="t"/>
              <a:pathLst>
                <a:path extrusionOk="0" h="15" w="1">
                  <a:moveTo>
                    <a:pt x="0"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35"/>
            <p:cNvSpPr/>
            <p:nvPr/>
          </p:nvSpPr>
          <p:spPr>
            <a:xfrm>
              <a:off x="2114737" y="2002779"/>
              <a:ext cx="68" cy="244"/>
            </a:xfrm>
            <a:custGeom>
              <a:rect b="b" l="l" r="r" t="t"/>
              <a:pathLst>
                <a:path extrusionOk="0" h="18" w="5">
                  <a:moveTo>
                    <a:pt x="1" y="18"/>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35"/>
            <p:cNvSpPr/>
            <p:nvPr/>
          </p:nvSpPr>
          <p:spPr>
            <a:xfrm>
              <a:off x="2114832" y="2002344"/>
              <a:ext cx="68" cy="204"/>
            </a:xfrm>
            <a:custGeom>
              <a:rect b="b" l="l" r="r" t="t"/>
              <a:pathLst>
                <a:path extrusionOk="0" h="15" w="5">
                  <a:moveTo>
                    <a:pt x="1" y="15"/>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35"/>
            <p:cNvSpPr/>
            <p:nvPr/>
          </p:nvSpPr>
          <p:spPr>
            <a:xfrm>
              <a:off x="2113366" y="2007490"/>
              <a:ext cx="54" cy="204"/>
            </a:xfrm>
            <a:custGeom>
              <a:rect b="b" l="l" r="r" t="t"/>
              <a:pathLst>
                <a:path extrusionOk="0" h="15" w="4">
                  <a:moveTo>
                    <a:pt x="0" y="14"/>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35"/>
            <p:cNvSpPr/>
            <p:nvPr/>
          </p:nvSpPr>
          <p:spPr>
            <a:xfrm>
              <a:off x="2115022" y="2001543"/>
              <a:ext cx="68" cy="204"/>
            </a:xfrm>
            <a:custGeom>
              <a:rect b="b" l="l" r="r" t="t"/>
              <a:pathLst>
                <a:path extrusionOk="0" h="15" w="5">
                  <a:moveTo>
                    <a:pt x="1" y="14"/>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3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3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35"/>
            <p:cNvSpPr/>
            <p:nvPr/>
          </p:nvSpPr>
          <p:spPr>
            <a:xfrm>
              <a:off x="2053761" y="1996316"/>
              <a:ext cx="109" cy="244"/>
            </a:xfrm>
            <a:custGeom>
              <a:rect b="b" l="l" r="r" t="t"/>
              <a:pathLst>
                <a:path extrusionOk="0" h="18" w="8">
                  <a:moveTo>
                    <a:pt x="0" y="0"/>
                  </a:moveTo>
                  <a:lnTo>
                    <a:pt x="7"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35"/>
            <p:cNvSpPr/>
            <p:nvPr/>
          </p:nvSpPr>
          <p:spPr>
            <a:xfrm>
              <a:off x="2053516" y="1995786"/>
              <a:ext cx="109" cy="258"/>
            </a:xfrm>
            <a:custGeom>
              <a:rect b="b" l="l" r="r" t="t"/>
              <a:pathLst>
                <a:path extrusionOk="0" h="19" w="8">
                  <a:moveTo>
                    <a:pt x="1" y="1"/>
                  </a:moveTo>
                  <a:lnTo>
                    <a:pt x="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35"/>
            <p:cNvSpPr/>
            <p:nvPr/>
          </p:nvSpPr>
          <p:spPr>
            <a:xfrm>
              <a:off x="2052905" y="1993980"/>
              <a:ext cx="54" cy="204"/>
            </a:xfrm>
            <a:custGeom>
              <a:rect b="b" l="l" r="r" t="t"/>
              <a:pathLst>
                <a:path extrusionOk="0" h="15" w="4">
                  <a:moveTo>
                    <a:pt x="0" y="1"/>
                  </a:moveTo>
                  <a:lnTo>
                    <a:pt x="4"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35"/>
            <p:cNvSpPr/>
            <p:nvPr/>
          </p:nvSpPr>
          <p:spPr>
            <a:xfrm>
              <a:off x="2053326" y="1995175"/>
              <a:ext cx="68" cy="244"/>
            </a:xfrm>
            <a:custGeom>
              <a:rect b="b" l="l" r="r" t="t"/>
              <a:pathLst>
                <a:path extrusionOk="0" h="18" w="5">
                  <a:moveTo>
                    <a:pt x="1" y="0"/>
                  </a:moveTo>
                  <a:lnTo>
                    <a:pt x="4"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35"/>
            <p:cNvSpPr/>
            <p:nvPr/>
          </p:nvSpPr>
          <p:spPr>
            <a:xfrm>
              <a:off x="2053095" y="1994605"/>
              <a:ext cx="109" cy="244"/>
            </a:xfrm>
            <a:custGeom>
              <a:rect b="b" l="l" r="r" t="t"/>
              <a:pathLst>
                <a:path extrusionOk="0" h="18" w="8">
                  <a:moveTo>
                    <a:pt x="0" y="0"/>
                  </a:moveTo>
                  <a:lnTo>
                    <a:pt x="7"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35"/>
            <p:cNvSpPr/>
            <p:nvPr/>
          </p:nvSpPr>
          <p:spPr>
            <a:xfrm>
              <a:off x="2054277" y="1997497"/>
              <a:ext cx="109" cy="258"/>
            </a:xfrm>
            <a:custGeom>
              <a:rect b="b" l="l" r="r" t="t"/>
              <a:pathLst>
                <a:path extrusionOk="0" h="19" w="8">
                  <a:moveTo>
                    <a:pt x="1" y="1"/>
                  </a:moveTo>
                  <a:lnTo>
                    <a:pt x="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35"/>
            <p:cNvSpPr/>
            <p:nvPr/>
          </p:nvSpPr>
          <p:spPr>
            <a:xfrm>
              <a:off x="2053992" y="1996927"/>
              <a:ext cx="163" cy="299"/>
            </a:xfrm>
            <a:custGeom>
              <a:rect b="b" l="l" r="r" t="t"/>
              <a:pathLst>
                <a:path extrusionOk="0" h="22" w="12">
                  <a:moveTo>
                    <a:pt x="1" y="1"/>
                  </a:moveTo>
                  <a:lnTo>
                    <a:pt x="1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35"/>
            <p:cNvSpPr/>
            <p:nvPr/>
          </p:nvSpPr>
          <p:spPr>
            <a:xfrm>
              <a:off x="2054467" y="1997931"/>
              <a:ext cx="109" cy="204"/>
            </a:xfrm>
            <a:custGeom>
              <a:rect b="b" l="l" r="r" t="t"/>
              <a:pathLst>
                <a:path extrusionOk="0" h="15" w="8">
                  <a:moveTo>
                    <a:pt x="1" y="0"/>
                  </a:moveTo>
                  <a:lnTo>
                    <a:pt x="8"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35"/>
            <p:cNvSpPr/>
            <p:nvPr/>
          </p:nvSpPr>
          <p:spPr>
            <a:xfrm>
              <a:off x="2048004" y="1965087"/>
              <a:ext cx="14" cy="54"/>
            </a:xfrm>
            <a:custGeom>
              <a:rect b="b" l="l" r="r" t="t"/>
              <a:pathLst>
                <a:path extrusionOk="0" h="4" w="1">
                  <a:moveTo>
                    <a:pt x="1"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35"/>
            <p:cNvSpPr/>
            <p:nvPr/>
          </p:nvSpPr>
          <p:spPr>
            <a:xfrm>
              <a:off x="2047909" y="1964897"/>
              <a:ext cx="14" cy="54"/>
            </a:xfrm>
            <a:custGeom>
              <a:rect b="b" l="l" r="r" t="t"/>
              <a:pathLst>
                <a:path extrusionOk="0" h="4" w="1">
                  <a:moveTo>
                    <a:pt x="1"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35"/>
            <p:cNvSpPr/>
            <p:nvPr/>
          </p:nvSpPr>
          <p:spPr>
            <a:xfrm>
              <a:off x="2048343" y="1965563"/>
              <a:ext cx="54" cy="54"/>
            </a:xfrm>
            <a:custGeom>
              <a:rect b="b" l="l" r="r" t="t"/>
              <a:pathLst>
                <a:path extrusionOk="0" h="4" w="4">
                  <a:moveTo>
                    <a:pt x="4"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3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35"/>
            <p:cNvSpPr/>
            <p:nvPr/>
          </p:nvSpPr>
          <p:spPr>
            <a:xfrm>
              <a:off x="2052376" y="1991849"/>
              <a:ext cx="68" cy="244"/>
            </a:xfrm>
            <a:custGeom>
              <a:rect b="b" l="l" r="r" t="t"/>
              <a:pathLst>
                <a:path extrusionOk="0" h="18" w="5">
                  <a:moveTo>
                    <a:pt x="1" y="0"/>
                  </a:moveTo>
                  <a:lnTo>
                    <a:pt x="4"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35"/>
            <p:cNvSpPr/>
            <p:nvPr/>
          </p:nvSpPr>
          <p:spPr>
            <a:xfrm>
              <a:off x="2047393" y="1963472"/>
              <a:ext cx="14" cy="109"/>
            </a:xfrm>
            <a:custGeom>
              <a:rect b="b" l="l" r="r" t="t"/>
              <a:pathLst>
                <a:path extrusionOk="0" h="8" w="1">
                  <a:moveTo>
                    <a:pt x="0"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35"/>
            <p:cNvSpPr/>
            <p:nvPr/>
          </p:nvSpPr>
          <p:spPr>
            <a:xfrm>
              <a:off x="2047773" y="1964612"/>
              <a:ext cx="54" cy="109"/>
            </a:xfrm>
            <a:custGeom>
              <a:rect b="b" l="l" r="r" t="t"/>
              <a:pathLst>
                <a:path extrusionOk="0" h="8" w="4">
                  <a:moveTo>
                    <a:pt x="0" y="0"/>
                  </a:moveTo>
                  <a:lnTo>
                    <a:pt x="4"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35"/>
            <p:cNvSpPr/>
            <p:nvPr/>
          </p:nvSpPr>
          <p:spPr>
            <a:xfrm>
              <a:off x="2047529" y="1963947"/>
              <a:ext cx="14" cy="109"/>
            </a:xfrm>
            <a:custGeom>
              <a:rect b="b" l="l" r="r" t="t"/>
              <a:pathLst>
                <a:path extrusionOk="0" h="8" w="1">
                  <a:moveTo>
                    <a:pt x="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35"/>
            <p:cNvSpPr/>
            <p:nvPr/>
          </p:nvSpPr>
          <p:spPr>
            <a:xfrm>
              <a:off x="2047678" y="1964273"/>
              <a:ext cx="14" cy="109"/>
            </a:xfrm>
            <a:custGeom>
              <a:rect b="b" l="l" r="r" t="t"/>
              <a:pathLst>
                <a:path extrusionOk="0" h="8" w="1">
                  <a:moveTo>
                    <a:pt x="0"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3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35"/>
            <p:cNvSpPr/>
            <p:nvPr/>
          </p:nvSpPr>
          <p:spPr>
            <a:xfrm>
              <a:off x="2048153" y="196531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35"/>
            <p:cNvSpPr/>
            <p:nvPr/>
          </p:nvSpPr>
          <p:spPr>
            <a:xfrm>
              <a:off x="2048438" y="1965658"/>
              <a:ext cx="54" cy="54"/>
            </a:xfrm>
            <a:custGeom>
              <a:rect b="b" l="l" r="r" t="t"/>
              <a:pathLst>
                <a:path extrusionOk="0" h="4" w="4">
                  <a:moveTo>
                    <a:pt x="0" y="0"/>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35"/>
            <p:cNvSpPr/>
            <p:nvPr/>
          </p:nvSpPr>
          <p:spPr>
            <a:xfrm>
              <a:off x="2047298" y="1962942"/>
              <a:ext cx="14" cy="163"/>
            </a:xfrm>
            <a:custGeom>
              <a:rect b="b" l="l" r="r" t="t"/>
              <a:pathLst>
                <a:path extrusionOk="0" h="12" w="1">
                  <a:moveTo>
                    <a:pt x="0"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35"/>
            <p:cNvSpPr/>
            <p:nvPr/>
          </p:nvSpPr>
          <p:spPr>
            <a:xfrm>
              <a:off x="2052661" y="1993179"/>
              <a:ext cx="68" cy="204"/>
            </a:xfrm>
            <a:custGeom>
              <a:rect b="b" l="l" r="r" t="t"/>
              <a:pathLst>
                <a:path extrusionOk="0" h="15" w="5">
                  <a:moveTo>
                    <a:pt x="1" y="0"/>
                  </a:moveTo>
                  <a:lnTo>
                    <a:pt x="4"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35"/>
            <p:cNvSpPr/>
            <p:nvPr/>
          </p:nvSpPr>
          <p:spPr>
            <a:xfrm>
              <a:off x="2048574" y="1965753"/>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35"/>
            <p:cNvSpPr/>
            <p:nvPr/>
          </p:nvSpPr>
          <p:spPr>
            <a:xfrm>
              <a:off x="2052525" y="1992514"/>
              <a:ext cx="54" cy="204"/>
            </a:xfrm>
            <a:custGeom>
              <a:rect b="b" l="l" r="r" t="t"/>
              <a:pathLst>
                <a:path extrusionOk="0" h="15" w="4">
                  <a:moveTo>
                    <a:pt x="0" y="0"/>
                  </a:moveTo>
                  <a:lnTo>
                    <a:pt x="4"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35"/>
            <p:cNvSpPr/>
            <p:nvPr/>
          </p:nvSpPr>
          <p:spPr>
            <a:xfrm>
              <a:off x="2047149" y="1962426"/>
              <a:ext cx="68" cy="204"/>
            </a:xfrm>
            <a:custGeom>
              <a:rect b="b" l="l" r="r" t="t"/>
              <a:pathLst>
                <a:path extrusionOk="0" h="15" w="5">
                  <a:moveTo>
                    <a:pt x="1" y="0"/>
                  </a:moveTo>
                  <a:lnTo>
                    <a:pt x="4"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3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35"/>
            <p:cNvSpPr/>
            <p:nvPr/>
          </p:nvSpPr>
          <p:spPr>
            <a:xfrm>
              <a:off x="2048248" y="1965468"/>
              <a:ext cx="54" cy="54"/>
            </a:xfrm>
            <a:custGeom>
              <a:rect b="b" l="l" r="r" t="t"/>
              <a:pathLst>
                <a:path extrusionOk="0" h="4" w="4">
                  <a:moveTo>
                    <a:pt x="0" y="0"/>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35"/>
            <p:cNvSpPr/>
            <p:nvPr/>
          </p:nvSpPr>
          <p:spPr>
            <a:xfrm>
              <a:off x="2030082" y="1976927"/>
              <a:ext cx="68" cy="339"/>
            </a:xfrm>
            <a:custGeom>
              <a:rect b="b" l="l" r="r" t="t"/>
              <a:pathLst>
                <a:path extrusionOk="0" h="25" w="5">
                  <a:moveTo>
                    <a:pt x="4" y="2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3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35"/>
            <p:cNvSpPr/>
            <p:nvPr/>
          </p:nvSpPr>
          <p:spPr>
            <a:xfrm>
              <a:off x="2029756" y="1975203"/>
              <a:ext cx="109" cy="394"/>
            </a:xfrm>
            <a:custGeom>
              <a:rect b="b" l="l" r="r" t="t"/>
              <a:pathLst>
                <a:path extrusionOk="0" h="29" w="8">
                  <a:moveTo>
                    <a:pt x="7" y="29"/>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3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35"/>
            <p:cNvSpPr/>
            <p:nvPr/>
          </p:nvSpPr>
          <p:spPr>
            <a:xfrm>
              <a:off x="2028561" y="2003444"/>
              <a:ext cx="14" cy="204"/>
            </a:xfrm>
            <a:custGeom>
              <a:rect b="b" l="l" r="r" t="t"/>
              <a:pathLst>
                <a:path extrusionOk="0" h="15" w="1">
                  <a:moveTo>
                    <a:pt x="1"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3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3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35"/>
            <p:cNvSpPr/>
            <p:nvPr/>
          </p:nvSpPr>
          <p:spPr>
            <a:xfrm>
              <a:off x="2030231" y="1977728"/>
              <a:ext cx="54" cy="353"/>
            </a:xfrm>
            <a:custGeom>
              <a:rect b="b" l="l" r="r" t="t"/>
              <a:pathLst>
                <a:path extrusionOk="0" h="26" w="4">
                  <a:moveTo>
                    <a:pt x="4"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35"/>
            <p:cNvSpPr/>
            <p:nvPr/>
          </p:nvSpPr>
          <p:spPr>
            <a:xfrm>
              <a:off x="2030747" y="1981530"/>
              <a:ext cx="14" cy="163"/>
            </a:xfrm>
            <a:custGeom>
              <a:rect b="b" l="l" r="r" t="t"/>
              <a:pathLst>
                <a:path extrusionOk="0" h="12" w="1">
                  <a:moveTo>
                    <a:pt x="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3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 name="Google Shape;1290;p35"/>
            <p:cNvSpPr/>
            <p:nvPr/>
          </p:nvSpPr>
          <p:spPr>
            <a:xfrm>
              <a:off x="2030557" y="1979914"/>
              <a:ext cx="68" cy="299"/>
            </a:xfrm>
            <a:custGeom>
              <a:rect b="b" l="l" r="r" t="t"/>
              <a:pathLst>
                <a:path extrusionOk="0" h="22" w="5">
                  <a:moveTo>
                    <a:pt x="4"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35"/>
            <p:cNvSpPr/>
            <p:nvPr/>
          </p:nvSpPr>
          <p:spPr>
            <a:xfrm>
              <a:off x="2029281" y="1973397"/>
              <a:ext cx="109" cy="394"/>
            </a:xfrm>
            <a:custGeom>
              <a:rect b="b" l="l" r="r" t="t"/>
              <a:pathLst>
                <a:path extrusionOk="0" h="29" w="8">
                  <a:moveTo>
                    <a:pt x="7" y="29"/>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35"/>
            <p:cNvSpPr/>
            <p:nvPr/>
          </p:nvSpPr>
          <p:spPr>
            <a:xfrm>
              <a:off x="2030367" y="1978488"/>
              <a:ext cx="68" cy="353"/>
            </a:xfrm>
            <a:custGeom>
              <a:rect b="b" l="l" r="r" t="t"/>
              <a:pathLst>
                <a:path extrusionOk="0" h="26" w="5">
                  <a:moveTo>
                    <a:pt x="4" y="2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 name="Google Shape;1293;p35"/>
            <p:cNvSpPr/>
            <p:nvPr/>
          </p:nvSpPr>
          <p:spPr>
            <a:xfrm>
              <a:off x="2029511" y="1974306"/>
              <a:ext cx="109" cy="394"/>
            </a:xfrm>
            <a:custGeom>
              <a:rect b="b" l="l" r="r" t="t"/>
              <a:pathLst>
                <a:path extrusionOk="0" h="29" w="8">
                  <a:moveTo>
                    <a:pt x="8" y="2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3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35"/>
            <p:cNvSpPr/>
            <p:nvPr/>
          </p:nvSpPr>
          <p:spPr>
            <a:xfrm>
              <a:off x="2030462" y="1979249"/>
              <a:ext cx="68" cy="299"/>
            </a:xfrm>
            <a:custGeom>
              <a:rect b="b" l="l" r="r" t="t"/>
              <a:pathLst>
                <a:path extrusionOk="0" h="22" w="5">
                  <a:moveTo>
                    <a:pt x="4"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3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 name="Google Shape;1297;p35"/>
            <p:cNvSpPr/>
            <p:nvPr/>
          </p:nvSpPr>
          <p:spPr>
            <a:xfrm>
              <a:off x="2028995" y="1972541"/>
              <a:ext cx="109" cy="394"/>
            </a:xfrm>
            <a:custGeom>
              <a:rect b="b" l="l" r="r" t="t"/>
              <a:pathLst>
                <a:path extrusionOk="0" h="29" w="8">
                  <a:moveTo>
                    <a:pt x="7" y="29"/>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 name="Google Shape;1298;p35"/>
            <p:cNvSpPr/>
            <p:nvPr/>
          </p:nvSpPr>
          <p:spPr>
            <a:xfrm>
              <a:off x="2029892" y="1976072"/>
              <a:ext cx="109" cy="339"/>
            </a:xfrm>
            <a:custGeom>
              <a:rect b="b" l="l" r="r" t="t"/>
              <a:pathLst>
                <a:path extrusionOk="0" h="25" w="8">
                  <a:moveTo>
                    <a:pt x="8" y="2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 name="Google Shape;1299;p35"/>
            <p:cNvSpPr/>
            <p:nvPr/>
          </p:nvSpPr>
          <p:spPr>
            <a:xfrm>
              <a:off x="2028425" y="1970885"/>
              <a:ext cx="54" cy="204"/>
            </a:xfrm>
            <a:custGeom>
              <a:rect b="b" l="l" r="r" t="t"/>
              <a:pathLst>
                <a:path extrusionOk="0" h="15" w="4">
                  <a:moveTo>
                    <a:pt x="4"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 name="Google Shape;1300;p3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 name="Google Shape;1301;p35"/>
            <p:cNvSpPr/>
            <p:nvPr/>
          </p:nvSpPr>
          <p:spPr>
            <a:xfrm>
              <a:off x="2028710" y="1971686"/>
              <a:ext cx="109" cy="353"/>
            </a:xfrm>
            <a:custGeom>
              <a:rect b="b" l="l" r="r" t="t"/>
              <a:pathLst>
                <a:path extrusionOk="0" h="26" w="8">
                  <a:moveTo>
                    <a:pt x="7"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3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35"/>
            <p:cNvSpPr/>
            <p:nvPr/>
          </p:nvSpPr>
          <p:spPr>
            <a:xfrm>
              <a:off x="1956464" y="1952582"/>
              <a:ext cx="244" cy="14"/>
            </a:xfrm>
            <a:custGeom>
              <a:rect b="b" l="l" r="r" t="t"/>
              <a:pathLst>
                <a:path extrusionOk="0" h="1" w="18">
                  <a:moveTo>
                    <a:pt x="1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35"/>
            <p:cNvSpPr/>
            <p:nvPr/>
          </p:nvSpPr>
          <p:spPr>
            <a:xfrm>
              <a:off x="1957510" y="195258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35"/>
            <p:cNvSpPr/>
            <p:nvPr/>
          </p:nvSpPr>
          <p:spPr>
            <a:xfrm>
              <a:off x="1953898" y="1952352"/>
              <a:ext cx="149" cy="14"/>
            </a:xfrm>
            <a:custGeom>
              <a:rect b="b" l="l" r="r" t="t"/>
              <a:pathLst>
                <a:path extrusionOk="0" h="1" w="11">
                  <a:moveTo>
                    <a:pt x="11"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35"/>
            <p:cNvSpPr/>
            <p:nvPr/>
          </p:nvSpPr>
          <p:spPr>
            <a:xfrm>
              <a:off x="1953138" y="1952162"/>
              <a:ext cx="244" cy="54"/>
            </a:xfrm>
            <a:custGeom>
              <a:rect b="b" l="l" r="r" t="t"/>
              <a:pathLst>
                <a:path extrusionOk="0" h="4" w="18">
                  <a:moveTo>
                    <a:pt x="18"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35"/>
            <p:cNvSpPr/>
            <p:nvPr/>
          </p:nvSpPr>
          <p:spPr>
            <a:xfrm>
              <a:off x="1951997" y="1951822"/>
              <a:ext cx="149" cy="68"/>
            </a:xfrm>
            <a:custGeom>
              <a:rect b="b" l="l" r="r" t="t"/>
              <a:pathLst>
                <a:path extrusionOk="0" h="5" w="11">
                  <a:moveTo>
                    <a:pt x="11"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35"/>
            <p:cNvSpPr/>
            <p:nvPr/>
          </p:nvSpPr>
          <p:spPr>
            <a:xfrm>
              <a:off x="1952513" y="1952012"/>
              <a:ext cx="204" cy="68"/>
            </a:xfrm>
            <a:custGeom>
              <a:rect b="b" l="l" r="r" t="t"/>
              <a:pathLst>
                <a:path extrusionOk="0" h="5" w="15">
                  <a:moveTo>
                    <a:pt x="15"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35"/>
            <p:cNvSpPr/>
            <p:nvPr/>
          </p:nvSpPr>
          <p:spPr>
            <a:xfrm>
              <a:off x="1955650" y="1952542"/>
              <a:ext cx="204" cy="14"/>
            </a:xfrm>
            <a:custGeom>
              <a:rect b="b" l="l" r="r" t="t"/>
              <a:pathLst>
                <a:path extrusionOk="0" h="1" w="15">
                  <a:moveTo>
                    <a:pt x="1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35"/>
            <p:cNvSpPr/>
            <p:nvPr/>
          </p:nvSpPr>
          <p:spPr>
            <a:xfrm>
              <a:off x="1958026" y="1952582"/>
              <a:ext cx="353" cy="14"/>
            </a:xfrm>
            <a:custGeom>
              <a:rect b="b" l="l" r="r" t="t"/>
              <a:pathLst>
                <a:path extrusionOk="0" h="1" w="26">
                  <a:moveTo>
                    <a:pt x="25"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35"/>
            <p:cNvSpPr/>
            <p:nvPr/>
          </p:nvSpPr>
          <p:spPr>
            <a:xfrm>
              <a:off x="1958745" y="1952542"/>
              <a:ext cx="339" cy="14"/>
            </a:xfrm>
            <a:custGeom>
              <a:rect b="b" l="l" r="r" t="t"/>
              <a:pathLst>
                <a:path extrusionOk="0" h="1" w="25">
                  <a:moveTo>
                    <a:pt x="25"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35"/>
            <p:cNvSpPr/>
            <p:nvPr/>
          </p:nvSpPr>
          <p:spPr>
            <a:xfrm>
              <a:off x="1960972" y="1952202"/>
              <a:ext cx="543" cy="109"/>
            </a:xfrm>
            <a:custGeom>
              <a:rect b="b" l="l" r="r" t="t"/>
              <a:pathLst>
                <a:path extrusionOk="0" h="8" w="40">
                  <a:moveTo>
                    <a:pt x="39"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35"/>
            <p:cNvSpPr/>
            <p:nvPr/>
          </p:nvSpPr>
          <p:spPr>
            <a:xfrm>
              <a:off x="1959451" y="1952487"/>
              <a:ext cx="353" cy="68"/>
            </a:xfrm>
            <a:custGeom>
              <a:rect b="b" l="l" r="r" t="t"/>
              <a:pathLst>
                <a:path extrusionOk="0" h="5" w="26">
                  <a:moveTo>
                    <a:pt x="25"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35"/>
            <p:cNvSpPr/>
            <p:nvPr/>
          </p:nvSpPr>
          <p:spPr>
            <a:xfrm>
              <a:off x="1960171" y="1952392"/>
              <a:ext cx="394" cy="68"/>
            </a:xfrm>
            <a:custGeom>
              <a:rect b="b" l="l" r="r" t="t"/>
              <a:pathLst>
                <a:path extrusionOk="0" h="5" w="29">
                  <a:moveTo>
                    <a:pt x="28"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35"/>
            <p:cNvSpPr/>
            <p:nvPr/>
          </p:nvSpPr>
          <p:spPr>
            <a:xfrm>
              <a:off x="1961732" y="1952067"/>
              <a:ext cx="448" cy="109"/>
            </a:xfrm>
            <a:custGeom>
              <a:rect b="b" l="l" r="r" t="t"/>
              <a:pathLst>
                <a:path extrusionOk="0" h="8" w="33">
                  <a:moveTo>
                    <a:pt x="32"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 name="Google Shape;1316;p3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3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3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35"/>
            <p:cNvSpPr/>
            <p:nvPr/>
          </p:nvSpPr>
          <p:spPr>
            <a:xfrm>
              <a:off x="1936831" y="1960661"/>
              <a:ext cx="54" cy="14"/>
            </a:xfrm>
            <a:custGeom>
              <a:rect b="b" l="l" r="r" t="t"/>
              <a:pathLst>
                <a:path extrusionOk="0" h="1" w="4">
                  <a:moveTo>
                    <a:pt x="0" y="1"/>
                  </a:moveTo>
                  <a:lnTo>
                    <a:pt x="0" y="1"/>
                  </a:lnTo>
                  <a:lnTo>
                    <a:pt x="0" y="1"/>
                  </a:ln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3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 name="Google Shape;1321;p3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 name="Google Shape;1322;p3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3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3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35"/>
            <p:cNvSpPr/>
            <p:nvPr/>
          </p:nvSpPr>
          <p:spPr>
            <a:xfrm>
              <a:off x="1946865" y="1950206"/>
              <a:ext cx="0" cy="68"/>
            </a:xfrm>
            <a:custGeom>
              <a:rect b="b" l="l" r="r" t="t"/>
              <a:pathLst>
                <a:path extrusionOk="0" h="5" w="120000">
                  <a:moveTo>
                    <a:pt x="0" y="1"/>
                  </a:moveTo>
                  <a:lnTo>
                    <a:pt x="0" y="4"/>
                  </a:ln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35"/>
            <p:cNvSpPr/>
            <p:nvPr/>
          </p:nvSpPr>
          <p:spPr>
            <a:xfrm>
              <a:off x="1946960" y="1949595"/>
              <a:ext cx="0" cy="109"/>
            </a:xfrm>
            <a:custGeom>
              <a:rect b="b" l="l" r="r" t="t"/>
              <a:pathLst>
                <a:path extrusionOk="0" h="8" w="120000">
                  <a:moveTo>
                    <a:pt x="0"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35"/>
            <p:cNvSpPr/>
            <p:nvPr/>
          </p:nvSpPr>
          <p:spPr>
            <a:xfrm>
              <a:off x="1987217" y="1973261"/>
              <a:ext cx="109" cy="109"/>
            </a:xfrm>
            <a:custGeom>
              <a:rect b="b" l="l" r="r" t="t"/>
              <a:pathLst>
                <a:path extrusionOk="0" h="8" w="8">
                  <a:moveTo>
                    <a:pt x="7"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3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 name="Google Shape;1329;p3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3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3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35"/>
            <p:cNvSpPr/>
            <p:nvPr/>
          </p:nvSpPr>
          <p:spPr>
            <a:xfrm>
              <a:off x="1986878" y="1967789"/>
              <a:ext cx="68" cy="258"/>
            </a:xfrm>
            <a:custGeom>
              <a:rect b="b" l="l" r="r" t="t"/>
              <a:pathLst>
                <a:path extrusionOk="0" h="19" w="5">
                  <a:moveTo>
                    <a:pt x="1" y="1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35"/>
            <p:cNvSpPr/>
            <p:nvPr/>
          </p:nvSpPr>
          <p:spPr>
            <a:xfrm>
              <a:off x="1986742" y="1968319"/>
              <a:ext cx="54" cy="244"/>
            </a:xfrm>
            <a:custGeom>
              <a:rect b="b" l="l" r="r" t="t"/>
              <a:pathLst>
                <a:path extrusionOk="0" h="18" w="4">
                  <a:moveTo>
                    <a:pt x="0" y="18"/>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 name="Google Shape;1334;p35"/>
            <p:cNvSpPr/>
            <p:nvPr/>
          </p:nvSpPr>
          <p:spPr>
            <a:xfrm>
              <a:off x="1986457" y="1971211"/>
              <a:ext cx="14" cy="204"/>
            </a:xfrm>
            <a:custGeom>
              <a:rect b="b" l="l" r="r" t="t"/>
              <a:pathLst>
                <a:path extrusionOk="0" h="15" w="1">
                  <a:moveTo>
                    <a:pt x="0"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 name="Google Shape;1335;p35"/>
            <p:cNvSpPr/>
            <p:nvPr/>
          </p:nvSpPr>
          <p:spPr>
            <a:xfrm>
              <a:off x="1986688" y="1968835"/>
              <a:ext cx="14" cy="258"/>
            </a:xfrm>
            <a:custGeom>
              <a:rect b="b" l="l" r="r" t="t"/>
              <a:pathLst>
                <a:path extrusionOk="0" h="19" w="1">
                  <a:moveTo>
                    <a:pt x="1" y="1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35"/>
            <p:cNvSpPr/>
            <p:nvPr/>
          </p:nvSpPr>
          <p:spPr>
            <a:xfrm>
              <a:off x="1986457" y="1970736"/>
              <a:ext cx="14" cy="258"/>
            </a:xfrm>
            <a:custGeom>
              <a:rect b="b" l="l" r="r" t="t"/>
              <a:pathLst>
                <a:path extrusionOk="0" h="19" w="1">
                  <a:moveTo>
                    <a:pt x="0"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35"/>
            <p:cNvSpPr/>
            <p:nvPr/>
          </p:nvSpPr>
          <p:spPr>
            <a:xfrm>
              <a:off x="1986973" y="1967273"/>
              <a:ext cx="68" cy="244"/>
            </a:xfrm>
            <a:custGeom>
              <a:rect b="b" l="l" r="r" t="t"/>
              <a:pathLst>
                <a:path extrusionOk="0" h="18" w="5">
                  <a:moveTo>
                    <a:pt x="1" y="18"/>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 name="Google Shape;1338;p3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 name="Google Shape;1339;p3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 name="Google Shape;1340;p3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 name="Google Shape;1341;p3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 name="Google Shape;1342;p35"/>
            <p:cNvSpPr/>
            <p:nvPr/>
          </p:nvSpPr>
          <p:spPr>
            <a:xfrm>
              <a:off x="1986593" y="1969310"/>
              <a:ext cx="68" cy="258"/>
            </a:xfrm>
            <a:custGeom>
              <a:rect b="b" l="l" r="r" t="t"/>
              <a:pathLst>
                <a:path extrusionOk="0" h="19" w="5">
                  <a:moveTo>
                    <a:pt x="1" y="1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 name="Google Shape;1343;p3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 name="Google Shape;1344;p3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 name="Google Shape;1345;p35"/>
            <p:cNvSpPr/>
            <p:nvPr/>
          </p:nvSpPr>
          <p:spPr>
            <a:xfrm>
              <a:off x="1991345" y="2005630"/>
              <a:ext cx="68" cy="163"/>
            </a:xfrm>
            <a:custGeom>
              <a:rect b="b" l="l" r="r" t="t"/>
              <a:pathLst>
                <a:path extrusionOk="0" h="12" w="5">
                  <a:moveTo>
                    <a:pt x="4"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 name="Google Shape;1346;p35"/>
            <p:cNvSpPr/>
            <p:nvPr/>
          </p:nvSpPr>
          <p:spPr>
            <a:xfrm>
              <a:off x="1990259" y="2008766"/>
              <a:ext cx="54" cy="299"/>
            </a:xfrm>
            <a:custGeom>
              <a:rect b="b" l="l" r="r" t="t"/>
              <a:pathLst>
                <a:path extrusionOk="0" h="22" w="4">
                  <a:moveTo>
                    <a:pt x="4" y="1"/>
                  </a:moveTo>
                  <a:lnTo>
                    <a:pt x="0"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 name="Google Shape;1347;p35"/>
            <p:cNvSpPr/>
            <p:nvPr/>
          </p:nvSpPr>
          <p:spPr>
            <a:xfrm>
              <a:off x="1990639" y="2007490"/>
              <a:ext cx="54" cy="244"/>
            </a:xfrm>
            <a:custGeom>
              <a:rect b="b" l="l" r="r" t="t"/>
              <a:pathLst>
                <a:path extrusionOk="0" h="18" w="4">
                  <a:moveTo>
                    <a:pt x="4" y="0"/>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 name="Google Shape;1348;p35"/>
            <p:cNvSpPr/>
            <p:nvPr/>
          </p:nvSpPr>
          <p:spPr>
            <a:xfrm>
              <a:off x="1991155" y="2006064"/>
              <a:ext cx="68" cy="149"/>
            </a:xfrm>
            <a:custGeom>
              <a:rect b="b" l="l" r="r" t="t"/>
              <a:pathLst>
                <a:path extrusionOk="0" h="11" w="5">
                  <a:moveTo>
                    <a:pt x="4"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 name="Google Shape;1349;p35"/>
            <p:cNvSpPr/>
            <p:nvPr/>
          </p:nvSpPr>
          <p:spPr>
            <a:xfrm>
              <a:off x="1990449" y="2008101"/>
              <a:ext cx="54" cy="258"/>
            </a:xfrm>
            <a:custGeom>
              <a:rect b="b" l="l" r="r" t="t"/>
              <a:pathLst>
                <a:path extrusionOk="0" h="19" w="4">
                  <a:moveTo>
                    <a:pt x="4"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35"/>
            <p:cNvSpPr/>
            <p:nvPr/>
          </p:nvSpPr>
          <p:spPr>
            <a:xfrm>
              <a:off x="1990965" y="2006485"/>
              <a:ext cx="109" cy="204"/>
            </a:xfrm>
            <a:custGeom>
              <a:rect b="b" l="l" r="r" t="t"/>
              <a:pathLst>
                <a:path extrusionOk="0" h="15" w="8">
                  <a:moveTo>
                    <a:pt x="8"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 name="Google Shape;1351;p35"/>
            <p:cNvSpPr/>
            <p:nvPr/>
          </p:nvSpPr>
          <p:spPr>
            <a:xfrm>
              <a:off x="1990775" y="2006960"/>
              <a:ext cx="109" cy="204"/>
            </a:xfrm>
            <a:custGeom>
              <a:rect b="b" l="l" r="r" t="t"/>
              <a:pathLst>
                <a:path extrusionOk="0" h="15" w="8">
                  <a:moveTo>
                    <a:pt x="8"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 name="Google Shape;1352;p3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35"/>
            <p:cNvSpPr/>
            <p:nvPr/>
          </p:nvSpPr>
          <p:spPr>
            <a:xfrm>
              <a:off x="1980795" y="1990654"/>
              <a:ext cx="163" cy="14"/>
            </a:xfrm>
            <a:custGeom>
              <a:rect b="b" l="l" r="r" t="t"/>
              <a:pathLst>
                <a:path extrusionOk="0" h="1" w="12">
                  <a:moveTo>
                    <a:pt x="1"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35"/>
            <p:cNvSpPr/>
            <p:nvPr/>
          </p:nvSpPr>
          <p:spPr>
            <a:xfrm>
              <a:off x="1979845" y="1990654"/>
              <a:ext cx="163" cy="14"/>
            </a:xfrm>
            <a:custGeom>
              <a:rect b="b" l="l" r="r" t="t"/>
              <a:pathLst>
                <a:path extrusionOk="0" h="1" w="12">
                  <a:moveTo>
                    <a:pt x="1"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35"/>
            <p:cNvSpPr/>
            <p:nvPr/>
          </p:nvSpPr>
          <p:spPr>
            <a:xfrm>
              <a:off x="1971481" y="1981910"/>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 name="Google Shape;1356;p3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 name="Google Shape;1357;p35"/>
            <p:cNvSpPr/>
            <p:nvPr/>
          </p:nvSpPr>
          <p:spPr>
            <a:xfrm>
              <a:off x="1981800" y="1990084"/>
              <a:ext cx="109" cy="109"/>
            </a:xfrm>
            <a:custGeom>
              <a:rect b="b" l="l" r="r" t="t"/>
              <a:pathLst>
                <a:path extrusionOk="0" h="8" w="8">
                  <a:moveTo>
                    <a:pt x="7"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35"/>
            <p:cNvSpPr/>
            <p:nvPr/>
          </p:nvSpPr>
          <p:spPr>
            <a:xfrm>
              <a:off x="1974468" y="1981299"/>
              <a:ext cx="353" cy="54"/>
            </a:xfrm>
            <a:custGeom>
              <a:rect b="b" l="l" r="r" t="t"/>
              <a:pathLst>
                <a:path extrusionOk="0" h="4" w="26">
                  <a:moveTo>
                    <a:pt x="1" y="4"/>
                  </a:move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 name="Google Shape;1359;p35"/>
            <p:cNvSpPr/>
            <p:nvPr/>
          </p:nvSpPr>
          <p:spPr>
            <a:xfrm>
              <a:off x="1972567" y="1981584"/>
              <a:ext cx="448" cy="109"/>
            </a:xfrm>
            <a:custGeom>
              <a:rect b="b" l="l" r="r" t="t"/>
              <a:pathLst>
                <a:path extrusionOk="0" h="8" w="33">
                  <a:moveTo>
                    <a:pt x="1" y="7"/>
                  </a:moveTo>
                  <a:lnTo>
                    <a:pt x="3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35"/>
            <p:cNvSpPr/>
            <p:nvPr/>
          </p:nvSpPr>
          <p:spPr>
            <a:xfrm>
              <a:off x="1984597" y="1988373"/>
              <a:ext cx="258" cy="163"/>
            </a:xfrm>
            <a:custGeom>
              <a:rect b="b" l="l" r="r" t="t"/>
              <a:pathLst>
                <a:path extrusionOk="0" h="12" w="19">
                  <a:moveTo>
                    <a:pt x="1" y="1"/>
                  </a:moveTo>
                  <a:lnTo>
                    <a:pt x="1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35"/>
            <p:cNvSpPr/>
            <p:nvPr/>
          </p:nvSpPr>
          <p:spPr>
            <a:xfrm>
              <a:off x="1980374" y="1990708"/>
              <a:ext cx="109" cy="14"/>
            </a:xfrm>
            <a:custGeom>
              <a:rect b="b" l="l" r="r" t="t"/>
              <a:pathLst>
                <a:path extrusionOk="0" h="1" w="8">
                  <a:moveTo>
                    <a:pt x="7"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35"/>
            <p:cNvSpPr/>
            <p:nvPr/>
          </p:nvSpPr>
          <p:spPr>
            <a:xfrm>
              <a:off x="1984081" y="1987952"/>
              <a:ext cx="149" cy="149"/>
            </a:xfrm>
            <a:custGeom>
              <a:rect b="b" l="l" r="r" t="t"/>
              <a:pathLst>
                <a:path extrusionOk="0" h="11" w="11">
                  <a:moveTo>
                    <a:pt x="0" y="0"/>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35"/>
            <p:cNvSpPr/>
            <p:nvPr/>
          </p:nvSpPr>
          <p:spPr>
            <a:xfrm>
              <a:off x="1984312" y="1988183"/>
              <a:ext cx="204" cy="109"/>
            </a:xfrm>
            <a:custGeom>
              <a:rect b="b" l="l" r="r" t="t"/>
              <a:pathLst>
                <a:path extrusionOk="0" h="8" w="15">
                  <a:moveTo>
                    <a:pt x="1" y="1"/>
                  </a:moveTo>
                  <a:lnTo>
                    <a:pt x="15"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35"/>
            <p:cNvSpPr/>
            <p:nvPr/>
          </p:nvSpPr>
          <p:spPr>
            <a:xfrm>
              <a:off x="1981366" y="1990369"/>
              <a:ext cx="163" cy="109"/>
            </a:xfrm>
            <a:custGeom>
              <a:rect b="b" l="l" r="r" t="t"/>
              <a:pathLst>
                <a:path extrusionOk="0" h="8" w="12">
                  <a:moveTo>
                    <a:pt x="1" y="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35"/>
            <p:cNvSpPr/>
            <p:nvPr/>
          </p:nvSpPr>
          <p:spPr>
            <a:xfrm>
              <a:off x="1973898" y="1981340"/>
              <a:ext cx="394" cy="109"/>
            </a:xfrm>
            <a:custGeom>
              <a:rect b="b" l="l" r="r" t="t"/>
              <a:pathLst>
                <a:path extrusionOk="0" h="8" w="29">
                  <a:moveTo>
                    <a:pt x="1" y="8"/>
                  </a:move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35"/>
            <p:cNvSpPr/>
            <p:nvPr/>
          </p:nvSpPr>
          <p:spPr>
            <a:xfrm>
              <a:off x="1973233" y="1981435"/>
              <a:ext cx="448" cy="109"/>
            </a:xfrm>
            <a:custGeom>
              <a:rect b="b" l="l" r="r" t="t"/>
              <a:pathLst>
                <a:path extrusionOk="0" h="8" w="33">
                  <a:moveTo>
                    <a:pt x="1" y="8"/>
                  </a:moveTo>
                  <a:lnTo>
                    <a:pt x="3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 name="Google Shape;1367;p35"/>
            <p:cNvSpPr/>
            <p:nvPr/>
          </p:nvSpPr>
          <p:spPr>
            <a:xfrm>
              <a:off x="1971766" y="1981720"/>
              <a:ext cx="530" cy="109"/>
            </a:xfrm>
            <a:custGeom>
              <a:rect b="b" l="l" r="r" t="t"/>
              <a:pathLst>
                <a:path extrusionOk="0" h="8" w="39">
                  <a:moveTo>
                    <a:pt x="0" y="8"/>
                  </a:moveTo>
                  <a:lnTo>
                    <a:pt x="3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35"/>
            <p:cNvSpPr/>
            <p:nvPr/>
          </p:nvSpPr>
          <p:spPr>
            <a:xfrm>
              <a:off x="1975378" y="1981150"/>
              <a:ext cx="299" cy="68"/>
            </a:xfrm>
            <a:custGeom>
              <a:rect b="b" l="l" r="r" t="t"/>
              <a:pathLst>
                <a:path extrusionOk="0" h="5" w="22">
                  <a:moveTo>
                    <a:pt x="1" y="4"/>
                  </a:move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35"/>
            <p:cNvSpPr/>
            <p:nvPr/>
          </p:nvSpPr>
          <p:spPr>
            <a:xfrm>
              <a:off x="1974943" y="1981204"/>
              <a:ext cx="299" cy="54"/>
            </a:xfrm>
            <a:custGeom>
              <a:rect b="b" l="l" r="r" t="t"/>
              <a:pathLst>
                <a:path extrusionOk="0" h="4" w="22">
                  <a:moveTo>
                    <a:pt x="1" y="4"/>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3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35"/>
            <p:cNvSpPr/>
            <p:nvPr/>
          </p:nvSpPr>
          <p:spPr>
            <a:xfrm>
              <a:off x="1953749" y="1973166"/>
              <a:ext cx="163" cy="204"/>
            </a:xfrm>
            <a:custGeom>
              <a:rect b="b" l="l" r="r" t="t"/>
              <a:pathLst>
                <a:path extrusionOk="0" h="15" w="12">
                  <a:moveTo>
                    <a:pt x="1" y="1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35"/>
            <p:cNvSpPr/>
            <p:nvPr/>
          </p:nvSpPr>
          <p:spPr>
            <a:xfrm>
              <a:off x="1954754" y="1971876"/>
              <a:ext cx="54" cy="163"/>
            </a:xfrm>
            <a:custGeom>
              <a:rect b="b" l="l" r="r" t="t"/>
              <a:pathLst>
                <a:path extrusionOk="0" h="12" w="4">
                  <a:moveTo>
                    <a:pt x="0" y="1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35"/>
            <p:cNvSpPr/>
            <p:nvPr/>
          </p:nvSpPr>
          <p:spPr>
            <a:xfrm>
              <a:off x="1951563" y="1975257"/>
              <a:ext cx="258" cy="204"/>
            </a:xfrm>
            <a:custGeom>
              <a:rect b="b" l="l" r="r" t="t"/>
              <a:pathLst>
                <a:path extrusionOk="0" h="15" w="19">
                  <a:moveTo>
                    <a:pt x="1" y="1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35"/>
            <p:cNvSpPr/>
            <p:nvPr/>
          </p:nvSpPr>
          <p:spPr>
            <a:xfrm>
              <a:off x="1954564" y="1972161"/>
              <a:ext cx="109" cy="163"/>
            </a:xfrm>
            <a:custGeom>
              <a:rect b="b" l="l" r="r" t="t"/>
              <a:pathLst>
                <a:path extrusionOk="0" h="12" w="8">
                  <a:moveTo>
                    <a:pt x="0" y="1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35"/>
            <p:cNvSpPr/>
            <p:nvPr/>
          </p:nvSpPr>
          <p:spPr>
            <a:xfrm>
              <a:off x="1950382" y="1976357"/>
              <a:ext cx="204" cy="149"/>
            </a:xfrm>
            <a:custGeom>
              <a:rect b="b" l="l" r="r" t="t"/>
              <a:pathLst>
                <a:path extrusionOk="0" h="11" w="15">
                  <a:moveTo>
                    <a:pt x="0" y="11"/>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35"/>
            <p:cNvSpPr/>
            <p:nvPr/>
          </p:nvSpPr>
          <p:spPr>
            <a:xfrm>
              <a:off x="1954319" y="1972501"/>
              <a:ext cx="109" cy="149"/>
            </a:xfrm>
            <a:custGeom>
              <a:rect b="b" l="l" r="r" t="t"/>
              <a:pathLst>
                <a:path extrusionOk="0" h="11" w="8">
                  <a:moveTo>
                    <a:pt x="1" y="11"/>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35"/>
            <p:cNvSpPr/>
            <p:nvPr/>
          </p:nvSpPr>
          <p:spPr>
            <a:xfrm>
              <a:off x="1955039" y="1971360"/>
              <a:ext cx="54" cy="109"/>
            </a:xfrm>
            <a:custGeom>
              <a:rect b="b" l="l" r="r" t="t"/>
              <a:pathLst>
                <a:path extrusionOk="0" h="8" w="4">
                  <a:moveTo>
                    <a:pt x="0"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35"/>
            <p:cNvSpPr/>
            <p:nvPr/>
          </p:nvSpPr>
          <p:spPr>
            <a:xfrm>
              <a:off x="1954889" y="1971591"/>
              <a:ext cx="68" cy="163"/>
            </a:xfrm>
            <a:custGeom>
              <a:rect b="b" l="l" r="r" t="t"/>
              <a:pathLst>
                <a:path extrusionOk="0" h="12" w="5">
                  <a:moveTo>
                    <a:pt x="1" y="1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35"/>
            <p:cNvSpPr/>
            <p:nvPr/>
          </p:nvSpPr>
          <p:spPr>
            <a:xfrm>
              <a:off x="1955134" y="1971116"/>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35"/>
            <p:cNvSpPr/>
            <p:nvPr/>
          </p:nvSpPr>
          <p:spPr>
            <a:xfrm>
              <a:off x="1952608" y="1974347"/>
              <a:ext cx="204" cy="204"/>
            </a:xfrm>
            <a:custGeom>
              <a:rect b="b" l="l" r="r" t="t"/>
              <a:pathLst>
                <a:path extrusionOk="0" h="15" w="15">
                  <a:moveTo>
                    <a:pt x="1" y="15"/>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35"/>
            <p:cNvSpPr/>
            <p:nvPr/>
          </p:nvSpPr>
          <p:spPr>
            <a:xfrm>
              <a:off x="1952092" y="1974782"/>
              <a:ext cx="244" cy="204"/>
            </a:xfrm>
            <a:custGeom>
              <a:rect b="b" l="l" r="r" t="t"/>
              <a:pathLst>
                <a:path extrusionOk="0" h="15" w="18">
                  <a:moveTo>
                    <a:pt x="0" y="1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35"/>
            <p:cNvSpPr/>
            <p:nvPr/>
          </p:nvSpPr>
          <p:spPr>
            <a:xfrm>
              <a:off x="1950993" y="1975786"/>
              <a:ext cx="204" cy="190"/>
            </a:xfrm>
            <a:custGeom>
              <a:rect b="b" l="l" r="r" t="t"/>
              <a:pathLst>
                <a:path extrusionOk="0" h="14" w="15">
                  <a:moveTo>
                    <a:pt x="1" y="14"/>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3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35"/>
            <p:cNvSpPr/>
            <p:nvPr/>
          </p:nvSpPr>
          <p:spPr>
            <a:xfrm>
              <a:off x="1954034" y="1972827"/>
              <a:ext cx="163" cy="163"/>
            </a:xfrm>
            <a:custGeom>
              <a:rect b="b" l="l" r="r" t="t"/>
              <a:pathLst>
                <a:path extrusionOk="0" h="12" w="12">
                  <a:moveTo>
                    <a:pt x="1" y="1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35"/>
            <p:cNvSpPr/>
            <p:nvPr/>
          </p:nvSpPr>
          <p:spPr>
            <a:xfrm>
              <a:off x="1953369" y="1973546"/>
              <a:ext cx="204" cy="204"/>
            </a:xfrm>
            <a:custGeom>
              <a:rect b="b" l="l" r="r" t="t"/>
              <a:pathLst>
                <a:path extrusionOk="0" h="15" w="15">
                  <a:moveTo>
                    <a:pt x="1" y="14"/>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35"/>
            <p:cNvSpPr/>
            <p:nvPr/>
          </p:nvSpPr>
          <p:spPr>
            <a:xfrm>
              <a:off x="1952989" y="1973926"/>
              <a:ext cx="204" cy="204"/>
            </a:xfrm>
            <a:custGeom>
              <a:rect b="b" l="l" r="r" t="t"/>
              <a:pathLst>
                <a:path extrusionOk="0" h="15" w="15">
                  <a:moveTo>
                    <a:pt x="15"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3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3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3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3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3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35"/>
            <p:cNvSpPr/>
            <p:nvPr/>
          </p:nvSpPr>
          <p:spPr>
            <a:xfrm>
              <a:off x="1969675" y="1982005"/>
              <a:ext cx="14" cy="163"/>
            </a:xfrm>
            <a:custGeom>
              <a:rect b="b" l="l" r="r" t="t"/>
              <a:pathLst>
                <a:path extrusionOk="0" h="12" w="1">
                  <a:moveTo>
                    <a:pt x="0"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3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35"/>
            <p:cNvSpPr/>
            <p:nvPr/>
          </p:nvSpPr>
          <p:spPr>
            <a:xfrm>
              <a:off x="1969580" y="1981394"/>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3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35"/>
            <p:cNvSpPr/>
            <p:nvPr/>
          </p:nvSpPr>
          <p:spPr>
            <a:xfrm>
              <a:off x="1982370" y="1833793"/>
              <a:ext cx="14" cy="163"/>
            </a:xfrm>
            <a:custGeom>
              <a:rect b="b" l="l" r="r" t="t"/>
              <a:pathLst>
                <a:path extrusionOk="0" h="12" w="1">
                  <a:moveTo>
                    <a:pt x="0"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35"/>
            <p:cNvSpPr/>
            <p:nvPr/>
          </p:nvSpPr>
          <p:spPr>
            <a:xfrm>
              <a:off x="1982275" y="1833508"/>
              <a:ext cx="14" cy="109"/>
            </a:xfrm>
            <a:custGeom>
              <a:rect b="b" l="l" r="r" t="t"/>
              <a:pathLst>
                <a:path extrusionOk="0" h="8" w="1">
                  <a:moveTo>
                    <a:pt x="0"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35"/>
            <p:cNvSpPr/>
            <p:nvPr/>
          </p:nvSpPr>
          <p:spPr>
            <a:xfrm>
              <a:off x="1982465" y="1834078"/>
              <a:ext cx="54" cy="163"/>
            </a:xfrm>
            <a:custGeom>
              <a:rect b="b" l="l" r="r" t="t"/>
              <a:pathLst>
                <a:path extrusionOk="0" h="12" w="4">
                  <a:moveTo>
                    <a:pt x="0" y="1"/>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3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3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3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35"/>
            <p:cNvSpPr/>
            <p:nvPr/>
          </p:nvSpPr>
          <p:spPr>
            <a:xfrm>
              <a:off x="1984502" y="1836183"/>
              <a:ext cx="163" cy="109"/>
            </a:xfrm>
            <a:custGeom>
              <a:rect b="b" l="l" r="r" t="t"/>
              <a:pathLst>
                <a:path extrusionOk="0" h="8" w="12">
                  <a:moveTo>
                    <a:pt x="1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35"/>
            <p:cNvSpPr/>
            <p:nvPr/>
          </p:nvSpPr>
          <p:spPr>
            <a:xfrm>
              <a:off x="1924517" y="1921218"/>
              <a:ext cx="68" cy="54"/>
            </a:xfrm>
            <a:custGeom>
              <a:rect b="b" l="l" r="r" t="t"/>
              <a:pathLst>
                <a:path extrusionOk="0" h="4" w="5">
                  <a:moveTo>
                    <a:pt x="1" y="4"/>
                  </a:moveTo>
                  <a:lnTo>
                    <a:pt x="4" y="0"/>
                  </a:ln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3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3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35"/>
            <p:cNvSpPr/>
            <p:nvPr/>
          </p:nvSpPr>
          <p:spPr>
            <a:xfrm>
              <a:off x="1983796" y="184544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35"/>
            <p:cNvSpPr/>
            <p:nvPr/>
          </p:nvSpPr>
          <p:spPr>
            <a:xfrm>
              <a:off x="1983986" y="184530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35"/>
            <p:cNvSpPr/>
            <p:nvPr/>
          </p:nvSpPr>
          <p:spPr>
            <a:xfrm>
              <a:off x="1984081" y="184515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35"/>
            <p:cNvSpPr/>
            <p:nvPr/>
          </p:nvSpPr>
          <p:spPr>
            <a:xfrm>
              <a:off x="1983891" y="184544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35"/>
            <p:cNvSpPr/>
            <p:nvPr/>
          </p:nvSpPr>
          <p:spPr>
            <a:xfrm>
              <a:off x="1984122" y="1845062"/>
              <a:ext cx="14" cy="14"/>
            </a:xfrm>
            <a:custGeom>
              <a:rect b="b" l="l" r="r" t="t"/>
              <a:pathLst>
                <a:path extrusionOk="0" h="1" w="1">
                  <a:moveTo>
                    <a:pt x="1"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35"/>
            <p:cNvSpPr/>
            <p:nvPr/>
          </p:nvSpPr>
          <p:spPr>
            <a:xfrm>
              <a:off x="1984366" y="184344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35"/>
            <p:cNvSpPr/>
            <p:nvPr/>
          </p:nvSpPr>
          <p:spPr>
            <a:xfrm>
              <a:off x="1983932" y="184540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35"/>
            <p:cNvSpPr/>
            <p:nvPr/>
          </p:nvSpPr>
          <p:spPr>
            <a:xfrm>
              <a:off x="1984027" y="184525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35"/>
            <p:cNvSpPr/>
            <p:nvPr/>
          </p:nvSpPr>
          <p:spPr>
            <a:xfrm>
              <a:off x="1984407" y="1840269"/>
              <a:ext cx="14" cy="394"/>
            </a:xfrm>
            <a:custGeom>
              <a:rect b="b" l="l" r="r" t="t"/>
              <a:pathLst>
                <a:path extrusionOk="0" h="29" w="1">
                  <a:moveTo>
                    <a:pt x="1" y="2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35"/>
            <p:cNvSpPr/>
            <p:nvPr/>
          </p:nvSpPr>
          <p:spPr>
            <a:xfrm>
              <a:off x="1984407" y="1841790"/>
              <a:ext cx="14" cy="244"/>
            </a:xfrm>
            <a:custGeom>
              <a:rect b="b" l="l" r="r" t="t"/>
              <a:pathLst>
                <a:path extrusionOk="0" h="18" w="1">
                  <a:moveTo>
                    <a:pt x="1" y="1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35"/>
            <p:cNvSpPr/>
            <p:nvPr/>
          </p:nvSpPr>
          <p:spPr>
            <a:xfrm>
              <a:off x="1984217" y="1844736"/>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 name="Google Shape;1417;p35"/>
            <p:cNvSpPr/>
            <p:nvPr/>
          </p:nvSpPr>
          <p:spPr>
            <a:xfrm>
              <a:off x="1984271" y="184458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35"/>
            <p:cNvSpPr/>
            <p:nvPr/>
          </p:nvSpPr>
          <p:spPr>
            <a:xfrm>
              <a:off x="1984366" y="184373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35"/>
            <p:cNvSpPr/>
            <p:nvPr/>
          </p:nvSpPr>
          <p:spPr>
            <a:xfrm>
              <a:off x="1984366" y="1843976"/>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35"/>
            <p:cNvSpPr/>
            <p:nvPr/>
          </p:nvSpPr>
          <p:spPr>
            <a:xfrm>
              <a:off x="1984407" y="184278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35"/>
            <p:cNvSpPr/>
            <p:nvPr/>
          </p:nvSpPr>
          <p:spPr>
            <a:xfrm>
              <a:off x="1984312" y="1844397"/>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35"/>
            <p:cNvSpPr/>
            <p:nvPr/>
          </p:nvSpPr>
          <p:spPr>
            <a:xfrm>
              <a:off x="1984176" y="1844967"/>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35"/>
            <p:cNvSpPr/>
            <p:nvPr/>
          </p:nvSpPr>
          <p:spPr>
            <a:xfrm>
              <a:off x="1983986" y="184530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35"/>
            <p:cNvSpPr/>
            <p:nvPr/>
          </p:nvSpPr>
          <p:spPr>
            <a:xfrm>
              <a:off x="1984176" y="1844831"/>
              <a:ext cx="14" cy="54"/>
            </a:xfrm>
            <a:custGeom>
              <a:rect b="b" l="l" r="r" t="t"/>
              <a:pathLst>
                <a:path extrusionOk="0" h="4" w="1">
                  <a:moveTo>
                    <a:pt x="0"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35"/>
            <p:cNvSpPr/>
            <p:nvPr/>
          </p:nvSpPr>
          <p:spPr>
            <a:xfrm>
              <a:off x="1984407" y="1842971"/>
              <a:ext cx="14" cy="163"/>
            </a:xfrm>
            <a:custGeom>
              <a:rect b="b" l="l" r="r" t="t"/>
              <a:pathLst>
                <a:path extrusionOk="0" h="12" w="1">
                  <a:moveTo>
                    <a:pt x="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35"/>
            <p:cNvSpPr/>
            <p:nvPr/>
          </p:nvSpPr>
          <p:spPr>
            <a:xfrm>
              <a:off x="1984407" y="1840785"/>
              <a:ext cx="14" cy="353"/>
            </a:xfrm>
            <a:custGeom>
              <a:rect b="b" l="l" r="r" t="t"/>
              <a:pathLst>
                <a:path extrusionOk="0" h="26" w="1">
                  <a:moveTo>
                    <a:pt x="1" y="1"/>
                  </a:moveTo>
                  <a:lnTo>
                    <a:pt x="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3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35"/>
            <p:cNvSpPr/>
            <p:nvPr/>
          </p:nvSpPr>
          <p:spPr>
            <a:xfrm>
              <a:off x="1984407" y="1841315"/>
              <a:ext cx="14" cy="299"/>
            </a:xfrm>
            <a:custGeom>
              <a:rect b="b" l="l" r="r" t="t"/>
              <a:pathLst>
                <a:path extrusionOk="0" h="22" w="1">
                  <a:moveTo>
                    <a:pt x="1" y="2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35"/>
            <p:cNvSpPr/>
            <p:nvPr/>
          </p:nvSpPr>
          <p:spPr>
            <a:xfrm>
              <a:off x="1984407" y="1842211"/>
              <a:ext cx="14" cy="258"/>
            </a:xfrm>
            <a:custGeom>
              <a:rect b="b" l="l" r="r" t="t"/>
              <a:pathLst>
                <a:path extrusionOk="0" h="19" w="1">
                  <a:moveTo>
                    <a:pt x="1" y="1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3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 name="Google Shape;1431;p3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3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35"/>
            <p:cNvSpPr/>
            <p:nvPr/>
          </p:nvSpPr>
          <p:spPr>
            <a:xfrm>
              <a:off x="2072729" y="1900635"/>
              <a:ext cx="14" cy="1154"/>
            </a:xfrm>
            <a:custGeom>
              <a:rect b="b" l="l" r="r" t="t"/>
              <a:pathLst>
                <a:path extrusionOk="0" h="85" w="1">
                  <a:moveTo>
                    <a:pt x="0" y="0"/>
                  </a:moveTo>
                  <a:lnTo>
                    <a:pt x="0" y="84"/>
                  </a:lnTo>
                  <a:lnTo>
                    <a:pt x="0" y="8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35"/>
            <p:cNvSpPr/>
            <p:nvPr/>
          </p:nvSpPr>
          <p:spPr>
            <a:xfrm>
              <a:off x="2055607" y="1883514"/>
              <a:ext cx="299" cy="204"/>
            </a:xfrm>
            <a:custGeom>
              <a:rect b="b" l="l" r="r" t="t"/>
              <a:pathLst>
                <a:path extrusionOk="0" h="15" w="22">
                  <a:moveTo>
                    <a:pt x="22"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3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 name="Google Shape;1436;p3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35"/>
            <p:cNvSpPr/>
            <p:nvPr/>
          </p:nvSpPr>
          <p:spPr>
            <a:xfrm>
              <a:off x="2056042" y="1883799"/>
              <a:ext cx="109" cy="109"/>
            </a:xfrm>
            <a:custGeom>
              <a:rect b="b" l="l" r="r" t="t"/>
              <a:pathLst>
                <a:path extrusionOk="0" h="8" w="8">
                  <a:moveTo>
                    <a:pt x="7"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35"/>
            <p:cNvSpPr/>
            <p:nvPr/>
          </p:nvSpPr>
          <p:spPr>
            <a:xfrm>
              <a:off x="2072443" y="1898164"/>
              <a:ext cx="54" cy="204"/>
            </a:xfrm>
            <a:custGeom>
              <a:rect b="b" l="l" r="r" t="t"/>
              <a:pathLst>
                <a:path extrusionOk="0" h="15" w="4">
                  <a:moveTo>
                    <a:pt x="4"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3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 name="Google Shape;1440;p3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3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35"/>
            <p:cNvSpPr/>
            <p:nvPr/>
          </p:nvSpPr>
          <p:spPr>
            <a:xfrm>
              <a:off x="2072253" y="1897594"/>
              <a:ext cx="109" cy="204"/>
            </a:xfrm>
            <a:custGeom>
              <a:rect b="b" l="l" r="r" t="t"/>
              <a:pathLst>
                <a:path extrusionOk="0" h="15" w="8">
                  <a:moveTo>
                    <a:pt x="7"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35"/>
            <p:cNvSpPr/>
            <p:nvPr/>
          </p:nvSpPr>
          <p:spPr>
            <a:xfrm>
              <a:off x="2060848" y="1890642"/>
              <a:ext cx="679" cy="448"/>
            </a:xfrm>
            <a:custGeom>
              <a:rect b="b" l="l" r="r" t="t"/>
              <a:pathLst>
                <a:path extrusionOk="0" h="33" w="50">
                  <a:moveTo>
                    <a:pt x="0" y="1"/>
                  </a:moveTo>
                  <a:lnTo>
                    <a:pt x="18" y="29"/>
                  </a:lnTo>
                  <a:lnTo>
                    <a:pt x="49" y="33"/>
                  </a:lnTo>
                  <a:lnTo>
                    <a:pt x="18"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3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3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3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3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 name="Google Shape;1448;p3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3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35"/>
            <p:cNvSpPr/>
            <p:nvPr/>
          </p:nvSpPr>
          <p:spPr>
            <a:xfrm>
              <a:off x="2072729" y="1900486"/>
              <a:ext cx="14" cy="109"/>
            </a:xfrm>
            <a:custGeom>
              <a:rect b="b" l="l" r="r" t="t"/>
              <a:pathLst>
                <a:path extrusionOk="0" h="8" w="1">
                  <a:moveTo>
                    <a:pt x="0"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35"/>
            <p:cNvSpPr/>
            <p:nvPr/>
          </p:nvSpPr>
          <p:spPr>
            <a:xfrm>
              <a:off x="2079042" y="1900391"/>
              <a:ext cx="68" cy="14"/>
            </a:xfrm>
            <a:custGeom>
              <a:rect b="b" l="l" r="r" t="t"/>
              <a:pathLst>
                <a:path extrusionOk="0" h="1" w="5">
                  <a:moveTo>
                    <a:pt x="1" y="1"/>
                  </a:moveTo>
                  <a:lnTo>
                    <a:pt x="4" y="1"/>
                  </a:ln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 name="Google Shape;1452;p3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 name="Google Shape;1453;p35"/>
            <p:cNvSpPr/>
            <p:nvPr/>
          </p:nvSpPr>
          <p:spPr>
            <a:xfrm>
              <a:off x="2071873" y="1896453"/>
              <a:ext cx="109" cy="149"/>
            </a:xfrm>
            <a:custGeom>
              <a:rect b="b" l="l" r="r" t="t"/>
              <a:pathLst>
                <a:path extrusionOk="0" h="11" w="8">
                  <a:moveTo>
                    <a:pt x="7"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3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35"/>
            <p:cNvSpPr/>
            <p:nvPr/>
          </p:nvSpPr>
          <p:spPr>
            <a:xfrm>
              <a:off x="1964013" y="1950872"/>
              <a:ext cx="14" cy="543"/>
            </a:xfrm>
            <a:custGeom>
              <a:rect b="b" l="l" r="r" t="t"/>
              <a:pathLst>
                <a:path extrusionOk="0" h="40" w="1">
                  <a:moveTo>
                    <a:pt x="1" y="39"/>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3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35"/>
            <p:cNvSpPr/>
            <p:nvPr/>
          </p:nvSpPr>
          <p:spPr>
            <a:xfrm>
              <a:off x="1992866" y="1964748"/>
              <a:ext cx="204" cy="163"/>
            </a:xfrm>
            <a:custGeom>
              <a:rect b="b" l="l" r="r" t="t"/>
              <a:pathLst>
                <a:path extrusionOk="0" h="12" w="15">
                  <a:moveTo>
                    <a:pt x="15"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35"/>
            <p:cNvSpPr/>
            <p:nvPr/>
          </p:nvSpPr>
          <p:spPr>
            <a:xfrm>
              <a:off x="1994631" y="1966269"/>
              <a:ext cx="109" cy="163"/>
            </a:xfrm>
            <a:custGeom>
              <a:rect b="b" l="l" r="r" t="t"/>
              <a:pathLst>
                <a:path extrusionOk="0" h="12" w="8">
                  <a:moveTo>
                    <a:pt x="7"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3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3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3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35"/>
            <p:cNvSpPr/>
            <p:nvPr/>
          </p:nvSpPr>
          <p:spPr>
            <a:xfrm>
              <a:off x="1992390" y="1964612"/>
              <a:ext cx="204" cy="54"/>
            </a:xfrm>
            <a:custGeom>
              <a:rect b="b" l="l" r="r" t="t"/>
              <a:pathLst>
                <a:path extrusionOk="0" h="4" w="15">
                  <a:moveTo>
                    <a:pt x="15"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35"/>
            <p:cNvSpPr/>
            <p:nvPr/>
          </p:nvSpPr>
          <p:spPr>
            <a:xfrm>
              <a:off x="1989539" y="1966133"/>
              <a:ext cx="68" cy="109"/>
            </a:xfrm>
            <a:custGeom>
              <a:rect b="b" l="l" r="r" t="t"/>
              <a:pathLst>
                <a:path extrusionOk="0" h="8" w="5">
                  <a:moveTo>
                    <a:pt x="4"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35"/>
            <p:cNvSpPr/>
            <p:nvPr/>
          </p:nvSpPr>
          <p:spPr>
            <a:xfrm>
              <a:off x="1994196" y="1965848"/>
              <a:ext cx="163" cy="149"/>
            </a:xfrm>
            <a:custGeom>
              <a:rect b="b" l="l" r="r" t="t"/>
              <a:pathLst>
                <a:path extrusionOk="0" h="11" w="12">
                  <a:moveTo>
                    <a:pt x="11"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35"/>
            <p:cNvSpPr/>
            <p:nvPr/>
          </p:nvSpPr>
          <p:spPr>
            <a:xfrm>
              <a:off x="1993816" y="1965468"/>
              <a:ext cx="163" cy="149"/>
            </a:xfrm>
            <a:custGeom>
              <a:rect b="b" l="l" r="r" t="t"/>
              <a:pathLst>
                <a:path extrusionOk="0" h="11" w="12">
                  <a:moveTo>
                    <a:pt x="1" y="0"/>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35"/>
            <p:cNvSpPr/>
            <p:nvPr/>
          </p:nvSpPr>
          <p:spPr>
            <a:xfrm>
              <a:off x="1991875" y="1964517"/>
              <a:ext cx="244" cy="14"/>
            </a:xfrm>
            <a:custGeom>
              <a:rect b="b" l="l" r="r" t="t"/>
              <a:pathLst>
                <a:path extrusionOk="0" h="1" w="18">
                  <a:moveTo>
                    <a:pt x="18"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35"/>
            <p:cNvSpPr/>
            <p:nvPr/>
          </p:nvSpPr>
          <p:spPr>
            <a:xfrm>
              <a:off x="1989349" y="1966364"/>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3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3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35"/>
            <p:cNvSpPr/>
            <p:nvPr/>
          </p:nvSpPr>
          <p:spPr>
            <a:xfrm>
              <a:off x="1993341" y="1965087"/>
              <a:ext cx="204" cy="149"/>
            </a:xfrm>
            <a:custGeom>
              <a:rect b="b" l="l" r="r" t="t"/>
              <a:pathLst>
                <a:path extrusionOk="0" h="11" w="15">
                  <a:moveTo>
                    <a:pt x="15"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3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3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3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3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3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3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3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3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3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3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3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3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3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3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3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3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3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 name="Google Shape;1488;p35"/>
            <p:cNvSpPr/>
            <p:nvPr/>
          </p:nvSpPr>
          <p:spPr>
            <a:xfrm>
              <a:off x="2066782" y="1954673"/>
              <a:ext cx="14" cy="68"/>
            </a:xfrm>
            <a:custGeom>
              <a:rect b="b" l="l" r="r" t="t"/>
              <a:pathLst>
                <a:path extrusionOk="0" h="5" w="1">
                  <a:moveTo>
                    <a:pt x="1" y="1"/>
                  </a:moveTo>
                  <a:lnTo>
                    <a:pt x="1" y="4"/>
                  </a:lnTo>
                  <a:cubicBezTo>
                    <a:pt x="1" y="1"/>
                    <a:pt x="1"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3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35"/>
            <p:cNvSpPr/>
            <p:nvPr/>
          </p:nvSpPr>
          <p:spPr>
            <a:xfrm>
              <a:off x="2066591" y="1954864"/>
              <a:ext cx="109" cy="68"/>
            </a:xfrm>
            <a:custGeom>
              <a:rect b="b" l="l" r="r" t="t"/>
              <a:pathLst>
                <a:path extrusionOk="0" h="5" w="8">
                  <a:moveTo>
                    <a:pt x="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35"/>
            <p:cNvSpPr/>
            <p:nvPr/>
          </p:nvSpPr>
          <p:spPr>
            <a:xfrm>
              <a:off x="2066401" y="1954959"/>
              <a:ext cx="163" cy="109"/>
            </a:xfrm>
            <a:custGeom>
              <a:rect b="b" l="l" r="r" t="t"/>
              <a:pathLst>
                <a:path extrusionOk="0" h="8" w="12">
                  <a:moveTo>
                    <a:pt x="1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35"/>
            <p:cNvSpPr/>
            <p:nvPr/>
          </p:nvSpPr>
          <p:spPr>
            <a:xfrm>
              <a:off x="2066687" y="1954768"/>
              <a:ext cx="68" cy="68"/>
            </a:xfrm>
            <a:custGeom>
              <a:rect b="b" l="l" r="r" t="t"/>
              <a:pathLst>
                <a:path extrusionOk="0" h="5" w="5">
                  <a:moveTo>
                    <a:pt x="4"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35"/>
            <p:cNvSpPr/>
            <p:nvPr/>
          </p:nvSpPr>
          <p:spPr>
            <a:xfrm>
              <a:off x="2055037" y="196014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35"/>
            <p:cNvSpPr/>
            <p:nvPr/>
          </p:nvSpPr>
          <p:spPr>
            <a:xfrm>
              <a:off x="2066171" y="1955108"/>
              <a:ext cx="204" cy="149"/>
            </a:xfrm>
            <a:custGeom>
              <a:rect b="b" l="l" r="r" t="t"/>
              <a:pathLst>
                <a:path extrusionOk="0" h="11" w="15">
                  <a:moveTo>
                    <a:pt x="14"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3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3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35"/>
            <p:cNvSpPr/>
            <p:nvPr/>
          </p:nvSpPr>
          <p:spPr>
            <a:xfrm>
              <a:off x="2048343" y="195919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3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3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3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3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3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3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35"/>
            <p:cNvSpPr/>
            <p:nvPr/>
          </p:nvSpPr>
          <p:spPr>
            <a:xfrm>
              <a:off x="2045397" y="1961001"/>
              <a:ext cx="149" cy="54"/>
            </a:xfrm>
            <a:custGeom>
              <a:rect b="b" l="l" r="r" t="t"/>
              <a:pathLst>
                <a:path extrusionOk="0" h="4" w="11">
                  <a:moveTo>
                    <a:pt x="11"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35"/>
            <p:cNvSpPr/>
            <p:nvPr/>
          </p:nvSpPr>
          <p:spPr>
            <a:xfrm>
              <a:off x="2045058" y="1960905"/>
              <a:ext cx="109" cy="14"/>
            </a:xfrm>
            <a:custGeom>
              <a:rect b="b" l="l" r="r" t="t"/>
              <a:pathLst>
                <a:path extrusionOk="0" h="1" w="8">
                  <a:moveTo>
                    <a:pt x="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35"/>
            <p:cNvSpPr/>
            <p:nvPr/>
          </p:nvSpPr>
          <p:spPr>
            <a:xfrm>
              <a:off x="2044677" y="1960810"/>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3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3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3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35"/>
            <p:cNvSpPr/>
            <p:nvPr/>
          </p:nvSpPr>
          <p:spPr>
            <a:xfrm>
              <a:off x="2044257" y="196071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35"/>
            <p:cNvSpPr/>
            <p:nvPr/>
          </p:nvSpPr>
          <p:spPr>
            <a:xfrm>
              <a:off x="2048153" y="195919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35"/>
            <p:cNvSpPr/>
            <p:nvPr/>
          </p:nvSpPr>
          <p:spPr>
            <a:xfrm>
              <a:off x="2027190" y="1969595"/>
              <a:ext cx="14" cy="14"/>
            </a:xfrm>
            <a:custGeom>
              <a:rect b="b" l="l" r="r" t="t"/>
              <a:pathLst>
                <a:path extrusionOk="0" h="1" w="1">
                  <a:moveTo>
                    <a:pt x="0"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3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35"/>
            <p:cNvSpPr/>
            <p:nvPr/>
          </p:nvSpPr>
          <p:spPr>
            <a:xfrm>
              <a:off x="2009036" y="196189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35"/>
            <p:cNvSpPr/>
            <p:nvPr/>
          </p:nvSpPr>
          <p:spPr>
            <a:xfrm>
              <a:off x="2008276" y="1963947"/>
              <a:ext cx="54" cy="109"/>
            </a:xfrm>
            <a:custGeom>
              <a:rect b="b" l="l" r="r" t="t"/>
              <a:pathLst>
                <a:path extrusionOk="0" h="8" w="4">
                  <a:moveTo>
                    <a:pt x="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35"/>
            <p:cNvSpPr/>
            <p:nvPr/>
          </p:nvSpPr>
          <p:spPr>
            <a:xfrm>
              <a:off x="2008561" y="1963187"/>
              <a:ext cx="54" cy="109"/>
            </a:xfrm>
            <a:custGeom>
              <a:rect b="b" l="l" r="r" t="t"/>
              <a:pathLst>
                <a:path extrusionOk="0" h="8" w="4">
                  <a:moveTo>
                    <a:pt x="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3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35"/>
            <p:cNvSpPr/>
            <p:nvPr/>
          </p:nvSpPr>
          <p:spPr>
            <a:xfrm>
              <a:off x="2008846" y="1962521"/>
              <a:ext cx="14" cy="54"/>
            </a:xfrm>
            <a:custGeom>
              <a:rect b="b" l="l" r="r" t="t"/>
              <a:pathLst>
                <a:path extrusionOk="0" h="4" w="1">
                  <a:moveTo>
                    <a:pt x="0"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35"/>
            <p:cNvSpPr/>
            <p:nvPr/>
          </p:nvSpPr>
          <p:spPr>
            <a:xfrm>
              <a:off x="2009647" y="1960335"/>
              <a:ext cx="14" cy="54"/>
            </a:xfrm>
            <a:custGeom>
              <a:rect b="b" l="l" r="r" t="t"/>
              <a:pathLst>
                <a:path extrusionOk="0" h="4" w="1">
                  <a:moveTo>
                    <a:pt x="1"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35"/>
            <p:cNvSpPr/>
            <p:nvPr/>
          </p:nvSpPr>
          <p:spPr>
            <a:xfrm>
              <a:off x="2029796" y="193770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35"/>
            <p:cNvSpPr/>
            <p:nvPr/>
          </p:nvSpPr>
          <p:spPr>
            <a:xfrm>
              <a:off x="2009267" y="1961286"/>
              <a:ext cx="14" cy="54"/>
            </a:xfrm>
            <a:custGeom>
              <a:rect b="b" l="l" r="r" t="t"/>
              <a:pathLst>
                <a:path extrusionOk="0" h="4" w="1">
                  <a:moveTo>
                    <a:pt x="1"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35"/>
            <p:cNvSpPr/>
            <p:nvPr/>
          </p:nvSpPr>
          <p:spPr>
            <a:xfrm>
              <a:off x="2009457" y="1960756"/>
              <a:ext cx="68" cy="109"/>
            </a:xfrm>
            <a:custGeom>
              <a:rect b="b" l="l" r="r" t="t"/>
              <a:pathLst>
                <a:path extrusionOk="0" h="8" w="5">
                  <a:moveTo>
                    <a:pt x="4"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35"/>
            <p:cNvSpPr/>
            <p:nvPr/>
          </p:nvSpPr>
          <p:spPr>
            <a:xfrm>
              <a:off x="2008086" y="196474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35"/>
            <p:cNvSpPr/>
            <p:nvPr/>
          </p:nvSpPr>
          <p:spPr>
            <a:xfrm>
              <a:off x="2008086" y="1964748"/>
              <a:ext cx="14" cy="14"/>
            </a:xfrm>
            <a:custGeom>
              <a:rect b="b" l="l" r="r" t="t"/>
              <a:pathLst>
                <a:path extrusionOk="0" h="1" w="1">
                  <a:moveTo>
                    <a:pt x="0"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3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35"/>
            <p:cNvSpPr/>
            <p:nvPr/>
          </p:nvSpPr>
          <p:spPr>
            <a:xfrm>
              <a:off x="2080902" y="1899970"/>
              <a:ext cx="244" cy="54"/>
            </a:xfrm>
            <a:custGeom>
              <a:rect b="b" l="l" r="r" t="t"/>
              <a:pathLst>
                <a:path extrusionOk="0" h="4" w="18">
                  <a:moveTo>
                    <a:pt x="18" y="0"/>
                  </a:moveTo>
                  <a:lnTo>
                    <a:pt x="0" y="4"/>
                  </a:lnTo>
                  <a:lnTo>
                    <a:pt x="4" y="4"/>
                  </a:ln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35"/>
            <p:cNvSpPr/>
            <p:nvPr/>
          </p:nvSpPr>
          <p:spPr>
            <a:xfrm>
              <a:off x="2147120" y="1866841"/>
              <a:ext cx="299" cy="109"/>
            </a:xfrm>
            <a:custGeom>
              <a:rect b="b" l="l" r="r" t="t"/>
              <a:pathLst>
                <a:path extrusionOk="0" h="8" w="22">
                  <a:moveTo>
                    <a:pt x="0" y="0"/>
                  </a:moveTo>
                  <a:lnTo>
                    <a:pt x="2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3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35"/>
            <p:cNvSpPr/>
            <p:nvPr/>
          </p:nvSpPr>
          <p:spPr>
            <a:xfrm>
              <a:off x="2140888" y="1865646"/>
              <a:ext cx="339" cy="68"/>
            </a:xfrm>
            <a:custGeom>
              <a:rect b="b" l="l" r="r" t="t"/>
              <a:pathLst>
                <a:path extrusionOk="0" h="5" w="25">
                  <a:moveTo>
                    <a:pt x="0" y="1"/>
                  </a:moveTo>
                  <a:lnTo>
                    <a:pt x="2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35"/>
            <p:cNvSpPr/>
            <p:nvPr/>
          </p:nvSpPr>
          <p:spPr>
            <a:xfrm>
              <a:off x="2145219" y="1866311"/>
              <a:ext cx="339" cy="68"/>
            </a:xfrm>
            <a:custGeom>
              <a:rect b="b" l="l" r="r" t="t"/>
              <a:pathLst>
                <a:path extrusionOk="0" h="5" w="25">
                  <a:moveTo>
                    <a:pt x="0" y="1"/>
                  </a:moveTo>
                  <a:lnTo>
                    <a:pt x="2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35"/>
            <p:cNvSpPr/>
            <p:nvPr/>
          </p:nvSpPr>
          <p:spPr>
            <a:xfrm>
              <a:off x="2147690" y="1867071"/>
              <a:ext cx="204" cy="163"/>
            </a:xfrm>
            <a:custGeom>
              <a:rect b="b" l="l" r="r" t="t"/>
              <a:pathLst>
                <a:path extrusionOk="0" h="12" w="15">
                  <a:moveTo>
                    <a:pt x="0" y="1"/>
                  </a:moveTo>
                  <a:lnTo>
                    <a:pt x="1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35"/>
            <p:cNvSpPr/>
            <p:nvPr/>
          </p:nvSpPr>
          <p:spPr>
            <a:xfrm>
              <a:off x="2144554" y="1866175"/>
              <a:ext cx="285" cy="54"/>
            </a:xfrm>
            <a:custGeom>
              <a:rect b="b" l="l" r="r" t="t"/>
              <a:pathLst>
                <a:path extrusionOk="0" h="4" w="21">
                  <a:moveTo>
                    <a:pt x="0" y="0"/>
                  </a:moveTo>
                  <a:lnTo>
                    <a:pt x="2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35"/>
            <p:cNvSpPr/>
            <p:nvPr/>
          </p:nvSpPr>
          <p:spPr>
            <a:xfrm>
              <a:off x="2146495" y="1866650"/>
              <a:ext cx="353" cy="109"/>
            </a:xfrm>
            <a:custGeom>
              <a:rect b="b" l="l" r="r" t="t"/>
              <a:pathLst>
                <a:path extrusionOk="0" h="8" w="26">
                  <a:moveTo>
                    <a:pt x="1" y="0"/>
                  </a:moveTo>
                  <a:lnTo>
                    <a:pt x="25"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35"/>
            <p:cNvSpPr/>
            <p:nvPr/>
          </p:nvSpPr>
          <p:spPr>
            <a:xfrm>
              <a:off x="2145884" y="1866460"/>
              <a:ext cx="339" cy="109"/>
            </a:xfrm>
            <a:custGeom>
              <a:rect b="b" l="l" r="r" t="t"/>
              <a:pathLst>
                <a:path extrusionOk="0" h="8" w="25">
                  <a:moveTo>
                    <a:pt x="0" y="0"/>
                  </a:moveTo>
                  <a:lnTo>
                    <a:pt x="25"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35"/>
            <p:cNvSpPr/>
            <p:nvPr/>
          </p:nvSpPr>
          <p:spPr>
            <a:xfrm>
              <a:off x="2153202" y="1872014"/>
              <a:ext cx="1059" cy="584"/>
            </a:xfrm>
            <a:custGeom>
              <a:rect b="b" l="l" r="r" t="t"/>
              <a:pathLst>
                <a:path extrusionOk="0" h="43" w="78">
                  <a:moveTo>
                    <a:pt x="77" y="1"/>
                  </a:moveTo>
                  <a:lnTo>
                    <a:pt x="0" y="43"/>
                  </a:lnTo>
                  <a:lnTo>
                    <a:pt x="0" y="4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35"/>
            <p:cNvSpPr/>
            <p:nvPr/>
          </p:nvSpPr>
          <p:spPr>
            <a:xfrm>
              <a:off x="2143875" y="1866026"/>
              <a:ext cx="204" cy="68"/>
            </a:xfrm>
            <a:custGeom>
              <a:rect b="b" l="l" r="r" t="t"/>
              <a:pathLst>
                <a:path extrusionOk="0" h="5" w="15">
                  <a:moveTo>
                    <a:pt x="1" y="1"/>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35"/>
            <p:cNvSpPr/>
            <p:nvPr/>
          </p:nvSpPr>
          <p:spPr>
            <a:xfrm>
              <a:off x="2143169" y="1865931"/>
              <a:ext cx="149" cy="14"/>
            </a:xfrm>
            <a:custGeom>
              <a:rect b="b" l="l" r="r" t="t"/>
              <a:pathLst>
                <a:path extrusionOk="0" h="1" w="11">
                  <a:moveTo>
                    <a:pt x="0"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35"/>
            <p:cNvSpPr/>
            <p:nvPr/>
          </p:nvSpPr>
          <p:spPr>
            <a:xfrm>
              <a:off x="2141648" y="1865741"/>
              <a:ext cx="204" cy="14"/>
            </a:xfrm>
            <a:custGeom>
              <a:rect b="b" l="l" r="r" t="t"/>
              <a:pathLst>
                <a:path extrusionOk="0" h="1" w="15">
                  <a:moveTo>
                    <a:pt x="0" y="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35"/>
            <p:cNvSpPr/>
            <p:nvPr/>
          </p:nvSpPr>
          <p:spPr>
            <a:xfrm>
              <a:off x="2142449" y="1865836"/>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3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3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3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3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3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3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3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3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3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3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35"/>
            <p:cNvSpPr/>
            <p:nvPr/>
          </p:nvSpPr>
          <p:spPr>
            <a:xfrm>
              <a:off x="2069633" y="1949446"/>
              <a:ext cx="353" cy="14"/>
            </a:xfrm>
            <a:custGeom>
              <a:rect b="b" l="l" r="r" t="t"/>
              <a:pathLst>
                <a:path extrusionOk="0" h="1" w="26">
                  <a:moveTo>
                    <a:pt x="1" y="1"/>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3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3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3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3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3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3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3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35"/>
            <p:cNvSpPr/>
            <p:nvPr/>
          </p:nvSpPr>
          <p:spPr>
            <a:xfrm>
              <a:off x="2080943" y="1903961"/>
              <a:ext cx="14" cy="530"/>
            </a:xfrm>
            <a:custGeom>
              <a:rect b="b" l="l" r="r" t="t"/>
              <a:pathLst>
                <a:path extrusionOk="0" h="39" w="1">
                  <a:moveTo>
                    <a:pt x="1" y="0"/>
                  </a:moveTo>
                  <a:lnTo>
                    <a:pt x="1" y="3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 name="Google Shape;1559;p3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3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35"/>
            <p:cNvSpPr/>
            <p:nvPr/>
          </p:nvSpPr>
          <p:spPr>
            <a:xfrm>
              <a:off x="2080563" y="1918449"/>
              <a:ext cx="14" cy="109"/>
            </a:xfrm>
            <a:custGeom>
              <a:rect b="b" l="l" r="r" t="t"/>
              <a:pathLst>
                <a:path extrusionOk="0" h="8" w="1">
                  <a:moveTo>
                    <a:pt x="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35"/>
            <p:cNvSpPr/>
            <p:nvPr/>
          </p:nvSpPr>
          <p:spPr>
            <a:xfrm>
              <a:off x="2080617" y="1918164"/>
              <a:ext cx="14" cy="163"/>
            </a:xfrm>
            <a:custGeom>
              <a:rect b="b" l="l" r="r" t="t"/>
              <a:pathLst>
                <a:path extrusionOk="0" h="12" w="1">
                  <a:moveTo>
                    <a:pt x="0"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35"/>
            <p:cNvSpPr/>
            <p:nvPr/>
          </p:nvSpPr>
          <p:spPr>
            <a:xfrm>
              <a:off x="2080902" y="1913276"/>
              <a:ext cx="14" cy="299"/>
            </a:xfrm>
            <a:custGeom>
              <a:rect b="b" l="l" r="r" t="t"/>
              <a:pathLst>
                <a:path extrusionOk="0" h="22" w="1">
                  <a:moveTo>
                    <a:pt x="0" y="0"/>
                  </a:moveTo>
                  <a:lnTo>
                    <a:pt x="0"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35"/>
            <p:cNvSpPr/>
            <p:nvPr/>
          </p:nvSpPr>
          <p:spPr>
            <a:xfrm>
              <a:off x="2080658" y="1917838"/>
              <a:ext cx="14" cy="149"/>
            </a:xfrm>
            <a:custGeom>
              <a:rect b="b" l="l" r="r" t="t"/>
              <a:pathLst>
                <a:path extrusionOk="0" h="11" w="1">
                  <a:moveTo>
                    <a:pt x="1"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35"/>
            <p:cNvSpPr/>
            <p:nvPr/>
          </p:nvSpPr>
          <p:spPr>
            <a:xfrm>
              <a:off x="2080522" y="1918693"/>
              <a:ext cx="14" cy="109"/>
            </a:xfrm>
            <a:custGeom>
              <a:rect b="b" l="l" r="r" t="t"/>
              <a:pathLst>
                <a:path extrusionOk="0" h="8" w="1">
                  <a:moveTo>
                    <a:pt x="0"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35"/>
            <p:cNvSpPr/>
            <p:nvPr/>
          </p:nvSpPr>
          <p:spPr>
            <a:xfrm>
              <a:off x="2080373" y="1919209"/>
              <a:ext cx="14" cy="109"/>
            </a:xfrm>
            <a:custGeom>
              <a:rect b="b" l="l" r="r" t="t"/>
              <a:pathLst>
                <a:path extrusionOk="0" h="8" w="1">
                  <a:moveTo>
                    <a:pt x="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35"/>
            <p:cNvSpPr/>
            <p:nvPr/>
          </p:nvSpPr>
          <p:spPr>
            <a:xfrm>
              <a:off x="2080468" y="1918924"/>
              <a:ext cx="14" cy="109"/>
            </a:xfrm>
            <a:custGeom>
              <a:rect b="b" l="l" r="r" t="t"/>
              <a:pathLst>
                <a:path extrusionOk="0" h="8" w="1">
                  <a:moveTo>
                    <a:pt x="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35"/>
            <p:cNvSpPr/>
            <p:nvPr/>
          </p:nvSpPr>
          <p:spPr>
            <a:xfrm>
              <a:off x="2080427" y="1919073"/>
              <a:ext cx="14" cy="109"/>
            </a:xfrm>
            <a:custGeom>
              <a:rect b="b" l="l" r="r" t="t"/>
              <a:pathLst>
                <a:path extrusionOk="0" h="8" w="1">
                  <a:moveTo>
                    <a:pt x="0"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35"/>
            <p:cNvSpPr/>
            <p:nvPr/>
          </p:nvSpPr>
          <p:spPr>
            <a:xfrm>
              <a:off x="2080943" y="1910424"/>
              <a:ext cx="14" cy="394"/>
            </a:xfrm>
            <a:custGeom>
              <a:rect b="b" l="l" r="r" t="t"/>
              <a:pathLst>
                <a:path extrusionOk="0" h="29" w="1">
                  <a:moveTo>
                    <a:pt x="1" y="0"/>
                  </a:moveTo>
                  <a:lnTo>
                    <a:pt x="1"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35"/>
            <p:cNvSpPr/>
            <p:nvPr/>
          </p:nvSpPr>
          <p:spPr>
            <a:xfrm>
              <a:off x="2080943" y="191147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3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3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35"/>
            <p:cNvSpPr/>
            <p:nvPr/>
          </p:nvSpPr>
          <p:spPr>
            <a:xfrm>
              <a:off x="2080753" y="1916548"/>
              <a:ext cx="14" cy="258"/>
            </a:xfrm>
            <a:custGeom>
              <a:rect b="b" l="l" r="r" t="t"/>
              <a:pathLst>
                <a:path extrusionOk="0" h="19" w="1">
                  <a:moveTo>
                    <a:pt x="1" y="1"/>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3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3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35"/>
            <p:cNvSpPr/>
            <p:nvPr/>
          </p:nvSpPr>
          <p:spPr>
            <a:xfrm>
              <a:off x="2080658" y="1917457"/>
              <a:ext cx="14" cy="204"/>
            </a:xfrm>
            <a:custGeom>
              <a:rect b="b" l="l" r="r" t="t"/>
              <a:pathLst>
                <a:path extrusionOk="0" h="15" w="1">
                  <a:moveTo>
                    <a:pt x="1"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3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35"/>
            <p:cNvSpPr/>
            <p:nvPr/>
          </p:nvSpPr>
          <p:spPr>
            <a:xfrm>
              <a:off x="2080943" y="1905482"/>
              <a:ext cx="14" cy="434"/>
            </a:xfrm>
            <a:custGeom>
              <a:rect b="b" l="l" r="r" t="t"/>
              <a:pathLst>
                <a:path extrusionOk="0" h="32" w="1">
                  <a:moveTo>
                    <a:pt x="1" y="0"/>
                  </a:moveTo>
                  <a:lnTo>
                    <a:pt x="1"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35"/>
            <p:cNvSpPr/>
            <p:nvPr/>
          </p:nvSpPr>
          <p:spPr>
            <a:xfrm>
              <a:off x="2080943" y="1906813"/>
              <a:ext cx="14" cy="489"/>
            </a:xfrm>
            <a:custGeom>
              <a:rect b="b" l="l" r="r" t="t"/>
              <a:pathLst>
                <a:path extrusionOk="0" h="36" w="1">
                  <a:moveTo>
                    <a:pt x="1" y="0"/>
                  </a:moveTo>
                  <a:lnTo>
                    <a:pt x="1" y="3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35"/>
            <p:cNvSpPr/>
            <p:nvPr/>
          </p:nvSpPr>
          <p:spPr>
            <a:xfrm>
              <a:off x="2054996" y="1931714"/>
              <a:ext cx="244" cy="109"/>
            </a:xfrm>
            <a:custGeom>
              <a:rect b="b" l="l" r="r" t="t"/>
              <a:pathLst>
                <a:path extrusionOk="0" h="8" w="18">
                  <a:moveTo>
                    <a:pt x="18"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35"/>
            <p:cNvSpPr/>
            <p:nvPr/>
          </p:nvSpPr>
          <p:spPr>
            <a:xfrm>
              <a:off x="2080943" y="1909325"/>
              <a:ext cx="14" cy="394"/>
            </a:xfrm>
            <a:custGeom>
              <a:rect b="b" l="l" r="r" t="t"/>
              <a:pathLst>
                <a:path extrusionOk="0" h="29" w="1">
                  <a:moveTo>
                    <a:pt x="1" y="1"/>
                  </a:moveTo>
                  <a:lnTo>
                    <a:pt x="1"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35"/>
            <p:cNvSpPr/>
            <p:nvPr/>
          </p:nvSpPr>
          <p:spPr>
            <a:xfrm>
              <a:off x="2080943" y="190808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3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35"/>
            <p:cNvSpPr/>
            <p:nvPr/>
          </p:nvSpPr>
          <p:spPr>
            <a:xfrm>
              <a:off x="2080237" y="1919548"/>
              <a:ext cx="14" cy="54"/>
            </a:xfrm>
            <a:custGeom>
              <a:rect b="b" l="l" r="r" t="t"/>
              <a:pathLst>
                <a:path extrusionOk="0" h="4" w="1">
                  <a:moveTo>
                    <a:pt x="0"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35"/>
            <p:cNvSpPr/>
            <p:nvPr/>
          </p:nvSpPr>
          <p:spPr>
            <a:xfrm>
              <a:off x="2080332" y="1919358"/>
              <a:ext cx="14" cy="54"/>
            </a:xfrm>
            <a:custGeom>
              <a:rect b="b" l="l" r="r" t="t"/>
              <a:pathLst>
                <a:path extrusionOk="0" h="4" w="1">
                  <a:moveTo>
                    <a:pt x="0"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35"/>
            <p:cNvSpPr/>
            <p:nvPr/>
          </p:nvSpPr>
          <p:spPr>
            <a:xfrm>
              <a:off x="2080278" y="1919453"/>
              <a:ext cx="14" cy="54"/>
            </a:xfrm>
            <a:custGeom>
              <a:rect b="b" l="l" r="r" t="t"/>
              <a:pathLst>
                <a:path extrusionOk="0" h="4" w="1">
                  <a:moveTo>
                    <a:pt x="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35"/>
            <p:cNvSpPr/>
            <p:nvPr/>
          </p:nvSpPr>
          <p:spPr>
            <a:xfrm>
              <a:off x="2080183" y="1919603"/>
              <a:ext cx="14" cy="54"/>
            </a:xfrm>
            <a:custGeom>
              <a:rect b="b" l="l" r="r" t="t"/>
              <a:pathLst>
                <a:path extrusionOk="0" h="4" w="1">
                  <a:moveTo>
                    <a:pt x="1"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35"/>
            <p:cNvSpPr/>
            <p:nvPr/>
          </p:nvSpPr>
          <p:spPr>
            <a:xfrm>
              <a:off x="2080142" y="1919643"/>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35"/>
            <p:cNvSpPr/>
            <p:nvPr/>
          </p:nvSpPr>
          <p:spPr>
            <a:xfrm>
              <a:off x="2079992" y="1919739"/>
              <a:ext cx="109" cy="54"/>
            </a:xfrm>
            <a:custGeom>
              <a:rect b="b" l="l" r="r" t="t"/>
              <a:pathLst>
                <a:path extrusionOk="0" h="4" w="8">
                  <a:moveTo>
                    <a:pt x="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3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35"/>
            <p:cNvSpPr/>
            <p:nvPr/>
          </p:nvSpPr>
          <p:spPr>
            <a:xfrm>
              <a:off x="2050855" y="193214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35"/>
            <p:cNvSpPr/>
            <p:nvPr/>
          </p:nvSpPr>
          <p:spPr>
            <a:xfrm>
              <a:off x="2050719" y="1933900"/>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35"/>
            <p:cNvSpPr/>
            <p:nvPr/>
          </p:nvSpPr>
          <p:spPr>
            <a:xfrm>
              <a:off x="2066401" y="1952067"/>
              <a:ext cx="299" cy="149"/>
            </a:xfrm>
            <a:custGeom>
              <a:rect b="b" l="l" r="r" t="t"/>
              <a:pathLst>
                <a:path extrusionOk="0" h="11" w="22">
                  <a:moveTo>
                    <a:pt x="22"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35"/>
            <p:cNvSpPr/>
            <p:nvPr/>
          </p:nvSpPr>
          <p:spPr>
            <a:xfrm>
              <a:off x="2050760" y="193275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35"/>
            <p:cNvSpPr/>
            <p:nvPr/>
          </p:nvSpPr>
          <p:spPr>
            <a:xfrm>
              <a:off x="2065981" y="1951917"/>
              <a:ext cx="299" cy="109"/>
            </a:xfrm>
            <a:custGeom>
              <a:rect b="b" l="l" r="r" t="t"/>
              <a:pathLst>
                <a:path extrusionOk="0" h="8" w="22">
                  <a:moveTo>
                    <a:pt x="21"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35"/>
            <p:cNvSpPr/>
            <p:nvPr/>
          </p:nvSpPr>
          <p:spPr>
            <a:xfrm>
              <a:off x="2050719" y="193418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35"/>
            <p:cNvSpPr/>
            <p:nvPr/>
          </p:nvSpPr>
          <p:spPr>
            <a:xfrm>
              <a:off x="2050719" y="193437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35"/>
            <p:cNvSpPr/>
            <p:nvPr/>
          </p:nvSpPr>
          <p:spPr>
            <a:xfrm>
              <a:off x="2050719" y="1934524"/>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35"/>
            <p:cNvSpPr/>
            <p:nvPr/>
          </p:nvSpPr>
          <p:spPr>
            <a:xfrm>
              <a:off x="2065166" y="1951686"/>
              <a:ext cx="353" cy="109"/>
            </a:xfrm>
            <a:custGeom>
              <a:rect b="b" l="l" r="r" t="t"/>
              <a:pathLst>
                <a:path extrusionOk="0" h="8" w="26">
                  <a:moveTo>
                    <a:pt x="25"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35"/>
            <p:cNvSpPr/>
            <p:nvPr/>
          </p:nvSpPr>
          <p:spPr>
            <a:xfrm>
              <a:off x="2050719" y="193361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35"/>
            <p:cNvSpPr/>
            <p:nvPr/>
          </p:nvSpPr>
          <p:spPr>
            <a:xfrm>
              <a:off x="2065600" y="1951822"/>
              <a:ext cx="299" cy="68"/>
            </a:xfrm>
            <a:custGeom>
              <a:rect b="b" l="l" r="r" t="t"/>
              <a:pathLst>
                <a:path extrusionOk="0" h="5" w="22">
                  <a:moveTo>
                    <a:pt x="21"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35"/>
            <p:cNvSpPr/>
            <p:nvPr/>
          </p:nvSpPr>
          <p:spPr>
            <a:xfrm>
              <a:off x="2050719" y="193323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 name="Google Shape;1603;p3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3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3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3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3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3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3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3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35"/>
            <p:cNvSpPr/>
            <p:nvPr/>
          </p:nvSpPr>
          <p:spPr>
            <a:xfrm>
              <a:off x="2154153" y="1944164"/>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3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3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3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3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3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3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3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3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35"/>
            <p:cNvSpPr/>
            <p:nvPr/>
          </p:nvSpPr>
          <p:spPr>
            <a:xfrm>
              <a:off x="2160751" y="187743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35"/>
            <p:cNvSpPr/>
            <p:nvPr/>
          </p:nvSpPr>
          <p:spPr>
            <a:xfrm>
              <a:off x="2160656" y="1875055"/>
              <a:ext cx="14" cy="489"/>
            </a:xfrm>
            <a:custGeom>
              <a:rect b="b" l="l" r="r" t="t"/>
              <a:pathLst>
                <a:path extrusionOk="0" h="36" w="1">
                  <a:moveTo>
                    <a:pt x="1" y="1"/>
                  </a:moveTo>
                  <a:lnTo>
                    <a:pt x="1" y="3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3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3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35"/>
            <p:cNvSpPr/>
            <p:nvPr/>
          </p:nvSpPr>
          <p:spPr>
            <a:xfrm>
              <a:off x="2149536" y="1938896"/>
              <a:ext cx="14" cy="869"/>
            </a:xfrm>
            <a:custGeom>
              <a:rect b="b" l="l" r="r" t="t"/>
              <a:pathLst>
                <a:path extrusionOk="0" h="64" w="1">
                  <a:moveTo>
                    <a:pt x="1" y="63"/>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35"/>
            <p:cNvSpPr/>
            <p:nvPr/>
          </p:nvSpPr>
          <p:spPr>
            <a:xfrm>
              <a:off x="2160616" y="1874444"/>
              <a:ext cx="14" cy="584"/>
            </a:xfrm>
            <a:custGeom>
              <a:rect b="b" l="l" r="r" t="t"/>
              <a:pathLst>
                <a:path extrusionOk="0" h="43" w="1">
                  <a:moveTo>
                    <a:pt x="0" y="0"/>
                  </a:moveTo>
                  <a:lnTo>
                    <a:pt x="0" y="4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35"/>
            <p:cNvSpPr/>
            <p:nvPr/>
          </p:nvSpPr>
          <p:spPr>
            <a:xfrm>
              <a:off x="2160711" y="1876195"/>
              <a:ext cx="14" cy="299"/>
            </a:xfrm>
            <a:custGeom>
              <a:rect b="b" l="l" r="r" t="t"/>
              <a:pathLst>
                <a:path extrusionOk="0" h="22" w="1">
                  <a:moveTo>
                    <a:pt x="0" y="1"/>
                  </a:moveTo>
                  <a:lnTo>
                    <a:pt x="0"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3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3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35"/>
            <p:cNvSpPr/>
            <p:nvPr/>
          </p:nvSpPr>
          <p:spPr>
            <a:xfrm>
              <a:off x="2149536" y="193975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3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35"/>
            <p:cNvSpPr/>
            <p:nvPr/>
          </p:nvSpPr>
          <p:spPr>
            <a:xfrm>
              <a:off x="2231531" y="1797813"/>
              <a:ext cx="109" cy="258"/>
            </a:xfrm>
            <a:custGeom>
              <a:rect b="b" l="l" r="r" t="t"/>
              <a:pathLst>
                <a:path extrusionOk="0" h="19" w="8">
                  <a:moveTo>
                    <a:pt x="8" y="1"/>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3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3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3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 name="Google Shape;1635;p35"/>
            <p:cNvSpPr/>
            <p:nvPr/>
          </p:nvSpPr>
          <p:spPr>
            <a:xfrm>
              <a:off x="2132184" y="2028019"/>
              <a:ext cx="163" cy="54"/>
            </a:xfrm>
            <a:custGeom>
              <a:rect b="b" l="l" r="r" t="t"/>
              <a:pathLst>
                <a:path extrusionOk="0" h="4" w="12">
                  <a:moveTo>
                    <a:pt x="11" y="0"/>
                  </a:moveTo>
                  <a:lnTo>
                    <a:pt x="1" y="4"/>
                  </a:ln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 name="Google Shape;1636;p3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35"/>
            <p:cNvSpPr/>
            <p:nvPr/>
          </p:nvSpPr>
          <p:spPr>
            <a:xfrm>
              <a:off x="2133040" y="2027870"/>
              <a:ext cx="14" cy="163"/>
            </a:xfrm>
            <a:custGeom>
              <a:rect b="b" l="l" r="r" t="t"/>
              <a:pathLst>
                <a:path extrusionOk="0" h="12" w="1">
                  <a:moveTo>
                    <a:pt x="1" y="1"/>
                  </a:moveTo>
                  <a:lnTo>
                    <a:pt x="1" y="1"/>
                  </a:ln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35"/>
            <p:cNvSpPr/>
            <p:nvPr/>
          </p:nvSpPr>
          <p:spPr>
            <a:xfrm>
              <a:off x="2133094" y="2030246"/>
              <a:ext cx="14" cy="299"/>
            </a:xfrm>
            <a:custGeom>
              <a:rect b="b" l="l" r="r" t="t"/>
              <a:pathLst>
                <a:path extrusionOk="0" h="22" w="1">
                  <a:moveTo>
                    <a:pt x="0" y="1"/>
                  </a:moveTo>
                  <a:lnTo>
                    <a:pt x="0"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3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35"/>
            <p:cNvSpPr/>
            <p:nvPr/>
          </p:nvSpPr>
          <p:spPr>
            <a:xfrm>
              <a:off x="2133094" y="2029010"/>
              <a:ext cx="14" cy="258"/>
            </a:xfrm>
            <a:custGeom>
              <a:rect b="b" l="l" r="r" t="t"/>
              <a:pathLst>
                <a:path extrusionOk="0" h="19" w="1">
                  <a:moveTo>
                    <a:pt x="0"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3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3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3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35"/>
            <p:cNvSpPr/>
            <p:nvPr/>
          </p:nvSpPr>
          <p:spPr>
            <a:xfrm>
              <a:off x="2132809" y="2034767"/>
              <a:ext cx="54" cy="353"/>
            </a:xfrm>
            <a:custGeom>
              <a:rect b="b" l="l" r="r" t="t"/>
              <a:pathLst>
                <a:path extrusionOk="0" h="26" w="4">
                  <a:moveTo>
                    <a:pt x="4" y="1"/>
                  </a:moveTo>
                  <a:lnTo>
                    <a:pt x="0"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35"/>
            <p:cNvSpPr/>
            <p:nvPr/>
          </p:nvSpPr>
          <p:spPr>
            <a:xfrm>
              <a:off x="2132809" y="2035107"/>
              <a:ext cx="14" cy="299"/>
            </a:xfrm>
            <a:custGeom>
              <a:rect b="b" l="l" r="r" t="t"/>
              <a:pathLst>
                <a:path extrusionOk="0" h="22" w="1">
                  <a:moveTo>
                    <a:pt x="0" y="0"/>
                  </a:moveTo>
                  <a:lnTo>
                    <a:pt x="0"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35"/>
            <p:cNvSpPr/>
            <p:nvPr/>
          </p:nvSpPr>
          <p:spPr>
            <a:xfrm>
              <a:off x="2122680" y="2035867"/>
              <a:ext cx="204" cy="14"/>
            </a:xfrm>
            <a:custGeom>
              <a:rect b="b" l="l" r="r" t="t"/>
              <a:pathLst>
                <a:path extrusionOk="0" h="1" w="15">
                  <a:moveTo>
                    <a:pt x="1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35"/>
            <p:cNvSpPr/>
            <p:nvPr/>
          </p:nvSpPr>
          <p:spPr>
            <a:xfrm>
              <a:off x="2132904" y="2034441"/>
              <a:ext cx="14" cy="299"/>
            </a:xfrm>
            <a:custGeom>
              <a:rect b="b" l="l" r="r" t="t"/>
              <a:pathLst>
                <a:path extrusionOk="0" h="22" w="1">
                  <a:moveTo>
                    <a:pt x="0" y="0"/>
                  </a:moveTo>
                  <a:lnTo>
                    <a:pt x="0"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35"/>
            <p:cNvSpPr/>
            <p:nvPr/>
          </p:nvSpPr>
          <p:spPr>
            <a:xfrm>
              <a:off x="2132904" y="2034061"/>
              <a:ext cx="14" cy="299"/>
            </a:xfrm>
            <a:custGeom>
              <a:rect b="b" l="l" r="r" t="t"/>
              <a:pathLst>
                <a:path extrusionOk="0" h="22" w="1">
                  <a:moveTo>
                    <a:pt x="0" y="0"/>
                  </a:moveTo>
                  <a:lnTo>
                    <a:pt x="0"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35"/>
            <p:cNvSpPr/>
            <p:nvPr/>
          </p:nvSpPr>
          <p:spPr>
            <a:xfrm>
              <a:off x="2123400" y="2035813"/>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35"/>
            <p:cNvSpPr/>
            <p:nvPr/>
          </p:nvSpPr>
          <p:spPr>
            <a:xfrm>
              <a:off x="2123495" y="2035813"/>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35"/>
            <p:cNvSpPr/>
            <p:nvPr/>
          </p:nvSpPr>
          <p:spPr>
            <a:xfrm>
              <a:off x="2122925" y="2035813"/>
              <a:ext cx="204" cy="14"/>
            </a:xfrm>
            <a:custGeom>
              <a:rect b="b" l="l" r="r" t="t"/>
              <a:pathLst>
                <a:path extrusionOk="0" h="1" w="15">
                  <a:moveTo>
                    <a:pt x="1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35"/>
            <p:cNvSpPr/>
            <p:nvPr/>
          </p:nvSpPr>
          <p:spPr>
            <a:xfrm>
              <a:off x="2123115" y="2035813"/>
              <a:ext cx="149" cy="14"/>
            </a:xfrm>
            <a:custGeom>
              <a:rect b="b" l="l" r="r" t="t"/>
              <a:pathLst>
                <a:path extrusionOk="0" h="1" w="11">
                  <a:moveTo>
                    <a:pt x="11"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3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35"/>
            <p:cNvSpPr/>
            <p:nvPr/>
          </p:nvSpPr>
          <p:spPr>
            <a:xfrm>
              <a:off x="2121974" y="2035908"/>
              <a:ext cx="299" cy="68"/>
            </a:xfrm>
            <a:custGeom>
              <a:rect b="b" l="l" r="r" t="t"/>
              <a:pathLst>
                <a:path extrusionOk="0" h="5" w="22">
                  <a:moveTo>
                    <a:pt x="21"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35"/>
            <p:cNvSpPr/>
            <p:nvPr/>
          </p:nvSpPr>
          <p:spPr>
            <a:xfrm>
              <a:off x="2132945" y="2033627"/>
              <a:ext cx="14" cy="299"/>
            </a:xfrm>
            <a:custGeom>
              <a:rect b="b" l="l" r="r" t="t"/>
              <a:pathLst>
                <a:path extrusionOk="0" h="22" w="1">
                  <a:moveTo>
                    <a:pt x="1" y="1"/>
                  </a:moveTo>
                  <a:lnTo>
                    <a:pt x="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35"/>
            <p:cNvSpPr/>
            <p:nvPr/>
          </p:nvSpPr>
          <p:spPr>
            <a:xfrm>
              <a:off x="2121499" y="2035962"/>
              <a:ext cx="394" cy="54"/>
            </a:xfrm>
            <a:custGeom>
              <a:rect b="b" l="l" r="r" t="t"/>
              <a:pathLst>
                <a:path extrusionOk="0" h="4" w="29">
                  <a:moveTo>
                    <a:pt x="28"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3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35"/>
            <p:cNvSpPr/>
            <p:nvPr/>
          </p:nvSpPr>
          <p:spPr>
            <a:xfrm>
              <a:off x="2122354" y="2035867"/>
              <a:ext cx="299" cy="54"/>
            </a:xfrm>
            <a:custGeom>
              <a:rect b="b" l="l" r="r" t="t"/>
              <a:pathLst>
                <a:path extrusionOk="0" h="4" w="22">
                  <a:moveTo>
                    <a:pt x="21"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3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3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3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35"/>
            <p:cNvSpPr/>
            <p:nvPr/>
          </p:nvSpPr>
          <p:spPr>
            <a:xfrm>
              <a:off x="2147065" y="2027639"/>
              <a:ext cx="1779" cy="54"/>
            </a:xfrm>
            <a:custGeom>
              <a:rect b="b" l="l" r="r" t="t"/>
              <a:pathLst>
                <a:path extrusionOk="0" h="4" w="131">
                  <a:moveTo>
                    <a:pt x="1" y="0"/>
                  </a:moveTo>
                  <a:lnTo>
                    <a:pt x="13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35"/>
            <p:cNvSpPr/>
            <p:nvPr/>
          </p:nvSpPr>
          <p:spPr>
            <a:xfrm>
              <a:off x="2149306" y="2027734"/>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3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35"/>
            <p:cNvSpPr/>
            <p:nvPr/>
          </p:nvSpPr>
          <p:spPr>
            <a:xfrm>
              <a:off x="2132184" y="2072553"/>
              <a:ext cx="68" cy="68"/>
            </a:xfrm>
            <a:custGeom>
              <a:rect b="b" l="l" r="r" t="t"/>
              <a:pathLst>
                <a:path extrusionOk="0" h="5" w="5">
                  <a:moveTo>
                    <a:pt x="1" y="4"/>
                  </a:moveTo>
                  <a:lnTo>
                    <a:pt x="1" y="4"/>
                  </a:ln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3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3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35"/>
            <p:cNvSpPr/>
            <p:nvPr/>
          </p:nvSpPr>
          <p:spPr>
            <a:xfrm>
              <a:off x="2133759" y="2071603"/>
              <a:ext cx="244" cy="68"/>
            </a:xfrm>
            <a:custGeom>
              <a:rect b="b" l="l" r="r" t="t"/>
              <a:pathLst>
                <a:path extrusionOk="0" h="5" w="18">
                  <a:moveTo>
                    <a:pt x="0" y="4"/>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35"/>
            <p:cNvSpPr/>
            <p:nvPr/>
          </p:nvSpPr>
          <p:spPr>
            <a:xfrm>
              <a:off x="2132334" y="2072268"/>
              <a:ext cx="244" cy="204"/>
            </a:xfrm>
            <a:custGeom>
              <a:rect b="b" l="l" r="r" t="t"/>
              <a:pathLst>
                <a:path extrusionOk="0" h="15" w="18">
                  <a:moveTo>
                    <a:pt x="0" y="15"/>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35"/>
            <p:cNvSpPr/>
            <p:nvPr/>
          </p:nvSpPr>
          <p:spPr>
            <a:xfrm>
              <a:off x="2133379" y="2071657"/>
              <a:ext cx="244" cy="109"/>
            </a:xfrm>
            <a:custGeom>
              <a:rect b="b" l="l" r="r" t="t"/>
              <a:pathLst>
                <a:path extrusionOk="0" h="8" w="18">
                  <a:moveTo>
                    <a:pt x="0" y="7"/>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3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3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3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35"/>
            <p:cNvSpPr/>
            <p:nvPr/>
          </p:nvSpPr>
          <p:spPr>
            <a:xfrm>
              <a:off x="2146780" y="2029350"/>
              <a:ext cx="109" cy="910"/>
            </a:xfrm>
            <a:custGeom>
              <a:rect b="b" l="l" r="r" t="t"/>
              <a:pathLst>
                <a:path extrusionOk="0" h="67" w="8">
                  <a:moveTo>
                    <a:pt x="1" y="67"/>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3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35"/>
            <p:cNvSpPr/>
            <p:nvPr/>
          </p:nvSpPr>
          <p:spPr>
            <a:xfrm>
              <a:off x="2146590" y="2031386"/>
              <a:ext cx="68" cy="638"/>
            </a:xfrm>
            <a:custGeom>
              <a:rect b="b" l="l" r="r" t="t"/>
              <a:pathLst>
                <a:path extrusionOk="0" h="47" w="5">
                  <a:moveTo>
                    <a:pt x="1" y="47"/>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3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3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3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 name="Google Shape;1680;p3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 name="Google Shape;1681;p3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3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35"/>
            <p:cNvSpPr/>
            <p:nvPr/>
          </p:nvSpPr>
          <p:spPr>
            <a:xfrm>
              <a:off x="2245217" y="1998977"/>
              <a:ext cx="394" cy="625"/>
            </a:xfrm>
            <a:custGeom>
              <a:rect b="b" l="l" r="r" t="t"/>
              <a:pathLst>
                <a:path extrusionOk="0" h="46" w="29">
                  <a:moveTo>
                    <a:pt x="29" y="46"/>
                  </a:moveTo>
                  <a:lnTo>
                    <a:pt x="15" y="4"/>
                  </a:lnTo>
                  <a:lnTo>
                    <a:pt x="1" y="0"/>
                  </a:ln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3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35"/>
            <p:cNvSpPr/>
            <p:nvPr/>
          </p:nvSpPr>
          <p:spPr>
            <a:xfrm>
              <a:off x="2214994" y="1959385"/>
              <a:ext cx="244" cy="720"/>
            </a:xfrm>
            <a:custGeom>
              <a:rect b="b" l="l" r="r" t="t"/>
              <a:pathLst>
                <a:path extrusionOk="0" h="53" w="18">
                  <a:moveTo>
                    <a:pt x="0" y="53"/>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35"/>
            <p:cNvSpPr/>
            <p:nvPr/>
          </p:nvSpPr>
          <p:spPr>
            <a:xfrm>
              <a:off x="2239305" y="1940147"/>
              <a:ext cx="14" cy="258"/>
            </a:xfrm>
            <a:custGeom>
              <a:rect b="b" l="l" r="r" t="t"/>
              <a:pathLst>
                <a:path extrusionOk="0" h="19" w="1">
                  <a:moveTo>
                    <a:pt x="1" y="18"/>
                  </a:moveTo>
                  <a:cubicBezTo>
                    <a:pt x="1" y="11"/>
                    <a:pt x="1" y="8"/>
                    <a:pt x="1" y="1"/>
                  </a:cubicBezTo>
                  <a:cubicBezTo>
                    <a:pt x="1" y="8"/>
                    <a:pt x="1" y="11"/>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3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35"/>
            <p:cNvSpPr/>
            <p:nvPr/>
          </p:nvSpPr>
          <p:spPr>
            <a:xfrm>
              <a:off x="2215279" y="1956343"/>
              <a:ext cx="54" cy="14"/>
            </a:xfrm>
            <a:custGeom>
              <a:rect b="b" l="l" r="r" t="t"/>
              <a:pathLst>
                <a:path extrusionOk="0" h="1" w="4">
                  <a:moveTo>
                    <a:pt x="4" y="0"/>
                  </a:moveTo>
                  <a:lnTo>
                    <a:pt x="4" y="0"/>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3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3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35"/>
            <p:cNvSpPr/>
            <p:nvPr/>
          </p:nvSpPr>
          <p:spPr>
            <a:xfrm>
              <a:off x="2216080" y="1961421"/>
              <a:ext cx="163" cy="163"/>
            </a:xfrm>
            <a:custGeom>
              <a:rect b="b" l="l" r="r" t="t"/>
              <a:pathLst>
                <a:path extrusionOk="0" h="12" w="12">
                  <a:moveTo>
                    <a:pt x="1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35"/>
            <p:cNvSpPr/>
            <p:nvPr/>
          </p:nvSpPr>
          <p:spPr>
            <a:xfrm>
              <a:off x="2307348" y="1867601"/>
              <a:ext cx="394" cy="489"/>
            </a:xfrm>
            <a:custGeom>
              <a:rect b="b" l="l" r="r" t="t"/>
              <a:pathLst>
                <a:path extrusionOk="0" h="36" w="29">
                  <a:moveTo>
                    <a:pt x="0" y="35"/>
                  </a:moveTo>
                  <a:lnTo>
                    <a:pt x="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3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3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3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3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3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3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35"/>
            <p:cNvSpPr/>
            <p:nvPr/>
          </p:nvSpPr>
          <p:spPr>
            <a:xfrm>
              <a:off x="2305067" y="186944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3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3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3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3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35"/>
            <p:cNvSpPr/>
            <p:nvPr/>
          </p:nvSpPr>
          <p:spPr>
            <a:xfrm>
              <a:off x="2324034" y="1913126"/>
              <a:ext cx="489" cy="353"/>
            </a:xfrm>
            <a:custGeom>
              <a:rect b="b" l="l" r="r" t="t"/>
              <a:pathLst>
                <a:path extrusionOk="0" h="26" w="36">
                  <a:moveTo>
                    <a:pt x="0" y="25"/>
                  </a:moveTo>
                  <a:lnTo>
                    <a:pt x="3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3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35"/>
            <p:cNvSpPr/>
            <p:nvPr/>
          </p:nvSpPr>
          <p:spPr>
            <a:xfrm>
              <a:off x="2324605" y="1912705"/>
              <a:ext cx="530" cy="394"/>
            </a:xfrm>
            <a:custGeom>
              <a:rect b="b" l="l" r="r" t="t"/>
              <a:pathLst>
                <a:path extrusionOk="0" h="29" w="39">
                  <a:moveTo>
                    <a:pt x="0" y="28"/>
                  </a:moveTo>
                  <a:lnTo>
                    <a:pt x="3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35"/>
            <p:cNvSpPr/>
            <p:nvPr/>
          </p:nvSpPr>
          <p:spPr>
            <a:xfrm>
              <a:off x="2325216" y="1912230"/>
              <a:ext cx="584" cy="434"/>
            </a:xfrm>
            <a:custGeom>
              <a:rect b="b" l="l" r="r" t="t"/>
              <a:pathLst>
                <a:path extrusionOk="0" h="32" w="43">
                  <a:moveTo>
                    <a:pt x="1" y="32"/>
                  </a:moveTo>
                  <a:lnTo>
                    <a:pt x="43"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3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3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3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3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3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3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3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35"/>
            <p:cNvSpPr/>
            <p:nvPr/>
          </p:nvSpPr>
          <p:spPr>
            <a:xfrm>
              <a:off x="2361250" y="1948170"/>
              <a:ext cx="54" cy="54"/>
            </a:xfrm>
            <a:custGeom>
              <a:rect b="b" l="l" r="r" t="t"/>
              <a:pathLst>
                <a:path extrusionOk="0" h="4" w="4">
                  <a:moveTo>
                    <a:pt x="4"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35"/>
            <p:cNvSpPr/>
            <p:nvPr/>
          </p:nvSpPr>
          <p:spPr>
            <a:xfrm>
              <a:off x="2361861" y="1947735"/>
              <a:ext cx="109" cy="109"/>
            </a:xfrm>
            <a:custGeom>
              <a:rect b="b" l="l" r="r" t="t"/>
              <a:pathLst>
                <a:path extrusionOk="0" h="8" w="8">
                  <a:moveTo>
                    <a:pt x="8" y="1"/>
                  </a:moveTo>
                  <a:lnTo>
                    <a:pt x="8" y="1"/>
                  </a:ln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35"/>
            <p:cNvSpPr/>
            <p:nvPr/>
          </p:nvSpPr>
          <p:spPr>
            <a:xfrm>
              <a:off x="2360870" y="1948496"/>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35"/>
            <p:cNvSpPr/>
            <p:nvPr/>
          </p:nvSpPr>
          <p:spPr>
            <a:xfrm>
              <a:off x="2361481" y="1947980"/>
              <a:ext cx="109" cy="54"/>
            </a:xfrm>
            <a:custGeom>
              <a:rect b="b" l="l" r="r" t="t"/>
              <a:pathLst>
                <a:path extrusionOk="0" h="4" w="8">
                  <a:moveTo>
                    <a:pt x="8"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35"/>
            <p:cNvSpPr/>
            <p:nvPr/>
          </p:nvSpPr>
          <p:spPr>
            <a:xfrm>
              <a:off x="2361060" y="1948360"/>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35"/>
            <p:cNvSpPr/>
            <p:nvPr/>
          </p:nvSpPr>
          <p:spPr>
            <a:xfrm>
              <a:off x="2360721" y="1948645"/>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3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35"/>
            <p:cNvSpPr/>
            <p:nvPr/>
          </p:nvSpPr>
          <p:spPr>
            <a:xfrm>
              <a:off x="2360015" y="1962711"/>
              <a:ext cx="149" cy="204"/>
            </a:xfrm>
            <a:custGeom>
              <a:rect b="b" l="l" r="r" t="t"/>
              <a:pathLst>
                <a:path extrusionOk="0" h="15" w="11">
                  <a:moveTo>
                    <a:pt x="11" y="0"/>
                  </a:moveTo>
                  <a:lnTo>
                    <a:pt x="0"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3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35"/>
            <p:cNvSpPr/>
            <p:nvPr/>
          </p:nvSpPr>
          <p:spPr>
            <a:xfrm>
              <a:off x="2359580" y="1964707"/>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3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35"/>
            <p:cNvSpPr/>
            <p:nvPr/>
          </p:nvSpPr>
          <p:spPr>
            <a:xfrm>
              <a:off x="2354027" y="2011522"/>
              <a:ext cx="149" cy="14"/>
            </a:xfrm>
            <a:custGeom>
              <a:rect b="b" l="l" r="r" t="t"/>
              <a:pathLst>
                <a:path extrusionOk="0" h="1" w="11">
                  <a:moveTo>
                    <a:pt x="0" y="1"/>
                  </a:moveTo>
                  <a:lnTo>
                    <a:pt x="7" y="1"/>
                  </a:ln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35"/>
            <p:cNvSpPr/>
            <p:nvPr/>
          </p:nvSpPr>
          <p:spPr>
            <a:xfrm>
              <a:off x="2353647" y="2011577"/>
              <a:ext cx="299" cy="54"/>
            </a:xfrm>
            <a:custGeom>
              <a:rect b="b" l="l" r="r" t="t"/>
              <a:pathLst>
                <a:path extrusionOk="0" h="4" w="22">
                  <a:moveTo>
                    <a:pt x="0" y="4"/>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3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3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35"/>
            <p:cNvSpPr/>
            <p:nvPr/>
          </p:nvSpPr>
          <p:spPr>
            <a:xfrm>
              <a:off x="2314381" y="1940268"/>
              <a:ext cx="258" cy="543"/>
            </a:xfrm>
            <a:custGeom>
              <a:rect b="b" l="l" r="r" t="t"/>
              <a:pathLst>
                <a:path extrusionOk="0" h="40" w="19">
                  <a:moveTo>
                    <a:pt x="1" y="39"/>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3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3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35"/>
            <p:cNvSpPr/>
            <p:nvPr/>
          </p:nvSpPr>
          <p:spPr>
            <a:xfrm>
              <a:off x="2314055" y="1940933"/>
              <a:ext cx="244" cy="489"/>
            </a:xfrm>
            <a:custGeom>
              <a:rect b="b" l="l" r="r" t="t"/>
              <a:pathLst>
                <a:path extrusionOk="0" h="36" w="18">
                  <a:moveTo>
                    <a:pt x="0" y="36"/>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3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3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3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3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35"/>
            <p:cNvSpPr/>
            <p:nvPr/>
          </p:nvSpPr>
          <p:spPr>
            <a:xfrm>
              <a:off x="2309534" y="2006390"/>
              <a:ext cx="54" cy="258"/>
            </a:xfrm>
            <a:custGeom>
              <a:rect b="b" l="l" r="r" t="t"/>
              <a:pathLst>
                <a:path extrusionOk="0" h="19" w="4">
                  <a:moveTo>
                    <a:pt x="0" y="1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3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35"/>
            <p:cNvSpPr/>
            <p:nvPr/>
          </p:nvSpPr>
          <p:spPr>
            <a:xfrm>
              <a:off x="2309344" y="200777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3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35"/>
            <p:cNvSpPr/>
            <p:nvPr/>
          </p:nvSpPr>
          <p:spPr>
            <a:xfrm>
              <a:off x="2359064" y="1961326"/>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35"/>
            <p:cNvSpPr/>
            <p:nvPr/>
          </p:nvSpPr>
          <p:spPr>
            <a:xfrm>
              <a:off x="2354407" y="1952868"/>
              <a:ext cx="149" cy="204"/>
            </a:xfrm>
            <a:custGeom>
              <a:rect b="b" l="l" r="r" t="t"/>
              <a:pathLst>
                <a:path extrusionOk="0" h="15" w="11">
                  <a:moveTo>
                    <a:pt x="11" y="1"/>
                  </a:move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35"/>
            <p:cNvSpPr/>
            <p:nvPr/>
          </p:nvSpPr>
          <p:spPr>
            <a:xfrm>
              <a:off x="2355779" y="1950967"/>
              <a:ext cx="109" cy="163"/>
            </a:xfrm>
            <a:custGeom>
              <a:rect b="b" l="l" r="r" t="t"/>
              <a:pathLst>
                <a:path extrusionOk="0" h="12" w="8">
                  <a:moveTo>
                    <a:pt x="8"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35"/>
            <p:cNvSpPr/>
            <p:nvPr/>
          </p:nvSpPr>
          <p:spPr>
            <a:xfrm>
              <a:off x="2353932" y="1953533"/>
              <a:ext cx="109" cy="163"/>
            </a:xfrm>
            <a:custGeom>
              <a:rect b="b" l="l" r="r" t="t"/>
              <a:pathLst>
                <a:path extrusionOk="0" h="12" w="8">
                  <a:moveTo>
                    <a:pt x="7"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35"/>
            <p:cNvSpPr/>
            <p:nvPr/>
          </p:nvSpPr>
          <p:spPr>
            <a:xfrm>
              <a:off x="2358915" y="1961326"/>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35"/>
            <p:cNvSpPr/>
            <p:nvPr/>
          </p:nvSpPr>
          <p:spPr>
            <a:xfrm>
              <a:off x="2354828" y="1952297"/>
              <a:ext cx="163" cy="204"/>
            </a:xfrm>
            <a:custGeom>
              <a:rect b="b" l="l" r="r" t="t"/>
              <a:pathLst>
                <a:path extrusionOk="0" h="15" w="12">
                  <a:moveTo>
                    <a:pt x="11"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35"/>
            <p:cNvSpPr/>
            <p:nvPr/>
          </p:nvSpPr>
          <p:spPr>
            <a:xfrm>
              <a:off x="2358779" y="1961381"/>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35"/>
            <p:cNvSpPr/>
            <p:nvPr/>
          </p:nvSpPr>
          <p:spPr>
            <a:xfrm>
              <a:off x="2359445" y="1961381"/>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35"/>
            <p:cNvSpPr/>
            <p:nvPr/>
          </p:nvSpPr>
          <p:spPr>
            <a:xfrm>
              <a:off x="2356118" y="1950451"/>
              <a:ext cx="109" cy="109"/>
            </a:xfrm>
            <a:custGeom>
              <a:rect b="b" l="l" r="r" t="t"/>
              <a:pathLst>
                <a:path extrusionOk="0" h="8" w="8">
                  <a:moveTo>
                    <a:pt x="7"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35"/>
            <p:cNvSpPr/>
            <p:nvPr/>
          </p:nvSpPr>
          <p:spPr>
            <a:xfrm>
              <a:off x="2360056" y="1961761"/>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35"/>
            <p:cNvSpPr/>
            <p:nvPr/>
          </p:nvSpPr>
          <p:spPr>
            <a:xfrm>
              <a:off x="2359730" y="1961516"/>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35"/>
            <p:cNvSpPr/>
            <p:nvPr/>
          </p:nvSpPr>
          <p:spPr>
            <a:xfrm>
              <a:off x="2355263" y="1951591"/>
              <a:ext cx="204" cy="244"/>
            </a:xfrm>
            <a:custGeom>
              <a:rect b="b" l="l" r="r" t="t"/>
              <a:pathLst>
                <a:path extrusionOk="0" h="18" w="15">
                  <a:moveTo>
                    <a:pt x="14" y="0"/>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35"/>
            <p:cNvSpPr/>
            <p:nvPr/>
          </p:nvSpPr>
          <p:spPr>
            <a:xfrm>
              <a:off x="2356539" y="194992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35"/>
            <p:cNvSpPr/>
            <p:nvPr/>
          </p:nvSpPr>
          <p:spPr>
            <a:xfrm>
              <a:off x="2360490" y="1962087"/>
              <a:ext cx="14" cy="14"/>
            </a:xfrm>
            <a:custGeom>
              <a:rect b="b" l="l" r="r" t="t"/>
              <a:pathLst>
                <a:path extrusionOk="0" h="1" w="1">
                  <a:moveTo>
                    <a:pt x="0"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35"/>
            <p:cNvSpPr/>
            <p:nvPr/>
          </p:nvSpPr>
          <p:spPr>
            <a:xfrm>
              <a:off x="2319703" y="1935991"/>
              <a:ext cx="163" cy="14"/>
            </a:xfrm>
            <a:custGeom>
              <a:rect b="b" l="l" r="r" t="t"/>
              <a:pathLst>
                <a:path extrusionOk="0" h="1" w="12">
                  <a:moveTo>
                    <a:pt x="1"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35"/>
            <p:cNvSpPr/>
            <p:nvPr/>
          </p:nvSpPr>
          <p:spPr>
            <a:xfrm>
              <a:off x="2355113" y="1947735"/>
              <a:ext cx="1724" cy="1779"/>
            </a:xfrm>
            <a:custGeom>
              <a:rect b="b" l="l" r="r" t="t"/>
              <a:pathLst>
                <a:path extrusionOk="0" h="131" w="127">
                  <a:moveTo>
                    <a:pt x="127" y="130"/>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35"/>
            <p:cNvSpPr/>
            <p:nvPr/>
          </p:nvSpPr>
          <p:spPr>
            <a:xfrm>
              <a:off x="2320464" y="1936140"/>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35"/>
            <p:cNvSpPr/>
            <p:nvPr/>
          </p:nvSpPr>
          <p:spPr>
            <a:xfrm>
              <a:off x="2320423" y="1936140"/>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35"/>
            <p:cNvSpPr/>
            <p:nvPr/>
          </p:nvSpPr>
          <p:spPr>
            <a:xfrm>
              <a:off x="2320233" y="1936086"/>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3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35"/>
            <p:cNvSpPr/>
            <p:nvPr/>
          </p:nvSpPr>
          <p:spPr>
            <a:xfrm>
              <a:off x="2319893" y="1936045"/>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35"/>
            <p:cNvSpPr/>
            <p:nvPr/>
          </p:nvSpPr>
          <p:spPr>
            <a:xfrm>
              <a:off x="2320369" y="1936086"/>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35"/>
            <p:cNvSpPr/>
            <p:nvPr/>
          </p:nvSpPr>
          <p:spPr>
            <a:xfrm>
              <a:off x="2320083" y="1936045"/>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3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3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35"/>
            <p:cNvSpPr/>
            <p:nvPr/>
          </p:nvSpPr>
          <p:spPr>
            <a:xfrm>
              <a:off x="2318753" y="193595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35"/>
            <p:cNvSpPr/>
            <p:nvPr/>
          </p:nvSpPr>
          <p:spPr>
            <a:xfrm>
              <a:off x="2319133" y="1935950"/>
              <a:ext cx="204" cy="14"/>
            </a:xfrm>
            <a:custGeom>
              <a:rect b="b" l="l" r="r" t="t"/>
              <a:pathLst>
                <a:path extrusionOk="0" h="1" w="15">
                  <a:moveTo>
                    <a:pt x="1" y="0"/>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35"/>
            <p:cNvSpPr/>
            <p:nvPr/>
          </p:nvSpPr>
          <p:spPr>
            <a:xfrm>
              <a:off x="2318332" y="1935950"/>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35"/>
            <p:cNvSpPr/>
            <p:nvPr/>
          </p:nvSpPr>
          <p:spPr>
            <a:xfrm>
              <a:off x="2317762" y="1935950"/>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3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35"/>
            <p:cNvSpPr/>
            <p:nvPr/>
          </p:nvSpPr>
          <p:spPr>
            <a:xfrm>
              <a:off x="2319418" y="1935991"/>
              <a:ext cx="204" cy="14"/>
            </a:xfrm>
            <a:custGeom>
              <a:rect b="b" l="l" r="r" t="t"/>
              <a:pathLst>
                <a:path extrusionOk="0" h="1" w="15">
                  <a:moveTo>
                    <a:pt x="1" y="1"/>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3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3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35"/>
            <p:cNvSpPr/>
            <p:nvPr/>
          </p:nvSpPr>
          <p:spPr>
            <a:xfrm>
              <a:off x="2314625" y="1772192"/>
              <a:ext cx="109" cy="109"/>
            </a:xfrm>
            <a:custGeom>
              <a:rect b="b" l="l" r="r" t="t"/>
              <a:pathLst>
                <a:path extrusionOk="0" h="8" w="8">
                  <a:moveTo>
                    <a:pt x="7"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35"/>
            <p:cNvSpPr/>
            <p:nvPr/>
          </p:nvSpPr>
          <p:spPr>
            <a:xfrm>
              <a:off x="2313770" y="1779334"/>
              <a:ext cx="190" cy="204"/>
            </a:xfrm>
            <a:custGeom>
              <a:rect b="b" l="l" r="r" t="t"/>
              <a:pathLst>
                <a:path extrusionOk="0" h="15" w="14">
                  <a:moveTo>
                    <a:pt x="0" y="1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35"/>
            <p:cNvSpPr/>
            <p:nvPr/>
          </p:nvSpPr>
          <p:spPr>
            <a:xfrm>
              <a:off x="2315671" y="1773427"/>
              <a:ext cx="14" cy="109"/>
            </a:xfrm>
            <a:custGeom>
              <a:rect b="b" l="l" r="r" t="t"/>
              <a:pathLst>
                <a:path extrusionOk="0" h="8" w="1">
                  <a:moveTo>
                    <a:pt x="0"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35"/>
            <p:cNvSpPr/>
            <p:nvPr/>
          </p:nvSpPr>
          <p:spPr>
            <a:xfrm>
              <a:off x="2315521" y="1773237"/>
              <a:ext cx="68" cy="68"/>
            </a:xfrm>
            <a:custGeom>
              <a:rect b="b" l="l" r="r" t="t"/>
              <a:pathLst>
                <a:path extrusionOk="0" h="5" w="5">
                  <a:moveTo>
                    <a:pt x="4"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35"/>
            <p:cNvSpPr/>
            <p:nvPr/>
          </p:nvSpPr>
          <p:spPr>
            <a:xfrm>
              <a:off x="2313485" y="1771527"/>
              <a:ext cx="244" cy="163"/>
            </a:xfrm>
            <a:custGeom>
              <a:rect b="b" l="l" r="r" t="t"/>
              <a:pathLst>
                <a:path extrusionOk="0" h="12" w="18">
                  <a:moveTo>
                    <a:pt x="18"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35"/>
            <p:cNvSpPr/>
            <p:nvPr/>
          </p:nvSpPr>
          <p:spPr>
            <a:xfrm>
              <a:off x="2314055" y="1779048"/>
              <a:ext cx="149" cy="149"/>
            </a:xfrm>
            <a:custGeom>
              <a:rect b="b" l="l" r="r" t="t"/>
              <a:pathLst>
                <a:path extrusionOk="0" h="11" w="11">
                  <a:moveTo>
                    <a:pt x="0" y="11"/>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35"/>
            <p:cNvSpPr/>
            <p:nvPr/>
          </p:nvSpPr>
          <p:spPr>
            <a:xfrm>
              <a:off x="2314530" y="1778519"/>
              <a:ext cx="204" cy="149"/>
            </a:xfrm>
            <a:custGeom>
              <a:rect b="b" l="l" r="r" t="t"/>
              <a:pathLst>
                <a:path extrusionOk="0" h="11" w="15">
                  <a:moveTo>
                    <a:pt x="0" y="1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35"/>
            <p:cNvSpPr/>
            <p:nvPr/>
          </p:nvSpPr>
          <p:spPr>
            <a:xfrm>
              <a:off x="2313811" y="1771676"/>
              <a:ext cx="244" cy="149"/>
            </a:xfrm>
            <a:custGeom>
              <a:rect b="b" l="l" r="r" t="t"/>
              <a:pathLst>
                <a:path extrusionOk="0" h="11" w="18">
                  <a:moveTo>
                    <a:pt x="18"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3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35"/>
            <p:cNvSpPr/>
            <p:nvPr/>
          </p:nvSpPr>
          <p:spPr>
            <a:xfrm>
              <a:off x="2315386" y="1773006"/>
              <a:ext cx="54" cy="109"/>
            </a:xfrm>
            <a:custGeom>
              <a:rect b="b" l="l" r="r" t="t"/>
              <a:pathLst>
                <a:path extrusionOk="0" h="8" w="4">
                  <a:moveTo>
                    <a:pt x="4"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35"/>
            <p:cNvSpPr/>
            <p:nvPr/>
          </p:nvSpPr>
          <p:spPr>
            <a:xfrm>
              <a:off x="2315236" y="1772816"/>
              <a:ext cx="109" cy="109"/>
            </a:xfrm>
            <a:custGeom>
              <a:rect b="b" l="l" r="r" t="t"/>
              <a:pathLst>
                <a:path extrusionOk="0" h="8" w="8">
                  <a:moveTo>
                    <a:pt x="8"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35"/>
            <p:cNvSpPr/>
            <p:nvPr/>
          </p:nvSpPr>
          <p:spPr>
            <a:xfrm>
              <a:off x="2315046" y="1772572"/>
              <a:ext cx="109" cy="109"/>
            </a:xfrm>
            <a:custGeom>
              <a:rect b="b" l="l" r="r" t="t"/>
              <a:pathLst>
                <a:path extrusionOk="0" h="8" w="8">
                  <a:moveTo>
                    <a:pt x="8"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35"/>
            <p:cNvSpPr/>
            <p:nvPr/>
          </p:nvSpPr>
          <p:spPr>
            <a:xfrm>
              <a:off x="2314286" y="1778709"/>
              <a:ext cx="204" cy="204"/>
            </a:xfrm>
            <a:custGeom>
              <a:rect b="b" l="l" r="r" t="t"/>
              <a:pathLst>
                <a:path extrusionOk="0" h="15" w="15">
                  <a:moveTo>
                    <a:pt x="1" y="15"/>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35"/>
            <p:cNvSpPr/>
            <p:nvPr/>
          </p:nvSpPr>
          <p:spPr>
            <a:xfrm>
              <a:off x="2310769" y="1783081"/>
              <a:ext cx="339" cy="543"/>
            </a:xfrm>
            <a:custGeom>
              <a:rect b="b" l="l" r="r" t="t"/>
              <a:pathLst>
                <a:path extrusionOk="0" h="40" w="25">
                  <a:moveTo>
                    <a:pt x="0" y="39"/>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35"/>
            <p:cNvSpPr/>
            <p:nvPr/>
          </p:nvSpPr>
          <p:spPr>
            <a:xfrm>
              <a:off x="2310335" y="1783651"/>
              <a:ext cx="394" cy="638"/>
            </a:xfrm>
            <a:custGeom>
              <a:rect b="b" l="l" r="r" t="t"/>
              <a:pathLst>
                <a:path extrusionOk="0" h="47" w="29">
                  <a:moveTo>
                    <a:pt x="1" y="46"/>
                  </a:move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35"/>
            <p:cNvSpPr/>
            <p:nvPr/>
          </p:nvSpPr>
          <p:spPr>
            <a:xfrm>
              <a:off x="2309669" y="1784982"/>
              <a:ext cx="258" cy="394"/>
            </a:xfrm>
            <a:custGeom>
              <a:rect b="b" l="l" r="r" t="t"/>
              <a:pathLst>
                <a:path extrusionOk="0" h="29" w="19">
                  <a:moveTo>
                    <a:pt x="1" y="29"/>
                  </a:moveTo>
                  <a:lnTo>
                    <a:pt x="1" y="29"/>
                  </a:ln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35"/>
            <p:cNvSpPr/>
            <p:nvPr/>
          </p:nvSpPr>
          <p:spPr>
            <a:xfrm>
              <a:off x="2313430" y="1779659"/>
              <a:ext cx="204" cy="258"/>
            </a:xfrm>
            <a:custGeom>
              <a:rect b="b" l="l" r="r" t="t"/>
              <a:pathLst>
                <a:path extrusionOk="0" h="19" w="15">
                  <a:moveTo>
                    <a:pt x="1" y="18"/>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35"/>
            <p:cNvSpPr/>
            <p:nvPr/>
          </p:nvSpPr>
          <p:spPr>
            <a:xfrm>
              <a:off x="2311190" y="1782511"/>
              <a:ext cx="299" cy="394"/>
            </a:xfrm>
            <a:custGeom>
              <a:rect b="b" l="l" r="r" t="t"/>
              <a:pathLst>
                <a:path extrusionOk="0" h="29" w="22">
                  <a:moveTo>
                    <a:pt x="1" y="29"/>
                  </a:move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35"/>
            <p:cNvSpPr/>
            <p:nvPr/>
          </p:nvSpPr>
          <p:spPr>
            <a:xfrm>
              <a:off x="2314856" y="1772382"/>
              <a:ext cx="109" cy="109"/>
            </a:xfrm>
            <a:custGeom>
              <a:rect b="b" l="l" r="r" t="t"/>
              <a:pathLst>
                <a:path extrusionOk="0" h="8" w="8">
                  <a:moveTo>
                    <a:pt x="1" y="1"/>
                  </a:moveTo>
                  <a:lnTo>
                    <a:pt x="8"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35"/>
            <p:cNvSpPr/>
            <p:nvPr/>
          </p:nvSpPr>
          <p:spPr>
            <a:xfrm>
              <a:off x="2313091" y="1780094"/>
              <a:ext cx="258" cy="244"/>
            </a:xfrm>
            <a:custGeom>
              <a:rect b="b" l="l" r="r" t="t"/>
              <a:pathLst>
                <a:path extrusionOk="0" h="18" w="19">
                  <a:moveTo>
                    <a:pt x="1" y="18"/>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35"/>
            <p:cNvSpPr/>
            <p:nvPr/>
          </p:nvSpPr>
          <p:spPr>
            <a:xfrm>
              <a:off x="2312765" y="1780515"/>
              <a:ext cx="244" cy="299"/>
            </a:xfrm>
            <a:custGeom>
              <a:rect b="b" l="l" r="r" t="t"/>
              <a:pathLst>
                <a:path extrusionOk="0" h="22" w="18">
                  <a:moveTo>
                    <a:pt x="0" y="22"/>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35"/>
            <p:cNvSpPr/>
            <p:nvPr/>
          </p:nvSpPr>
          <p:spPr>
            <a:xfrm>
              <a:off x="2312385" y="1780990"/>
              <a:ext cx="244" cy="299"/>
            </a:xfrm>
            <a:custGeom>
              <a:rect b="b" l="l" r="r" t="t"/>
              <a:pathLst>
                <a:path extrusionOk="0" h="22" w="18">
                  <a:moveTo>
                    <a:pt x="0" y="22"/>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35"/>
            <p:cNvSpPr/>
            <p:nvPr/>
          </p:nvSpPr>
          <p:spPr>
            <a:xfrm>
              <a:off x="2312005" y="1781465"/>
              <a:ext cx="244" cy="353"/>
            </a:xfrm>
            <a:custGeom>
              <a:rect b="b" l="l" r="r" t="t"/>
              <a:pathLst>
                <a:path extrusionOk="0" h="26" w="18">
                  <a:moveTo>
                    <a:pt x="0" y="25"/>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35"/>
            <p:cNvSpPr/>
            <p:nvPr/>
          </p:nvSpPr>
          <p:spPr>
            <a:xfrm>
              <a:off x="2311625" y="1781995"/>
              <a:ext cx="244" cy="339"/>
            </a:xfrm>
            <a:custGeom>
              <a:rect b="b" l="l" r="r" t="t"/>
              <a:pathLst>
                <a:path extrusionOk="0" h="25" w="18">
                  <a:moveTo>
                    <a:pt x="0" y="25"/>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35"/>
            <p:cNvSpPr/>
            <p:nvPr/>
          </p:nvSpPr>
          <p:spPr>
            <a:xfrm>
              <a:off x="2309955" y="1784276"/>
              <a:ext cx="394" cy="584"/>
            </a:xfrm>
            <a:custGeom>
              <a:rect b="b" l="l" r="r" t="t"/>
              <a:pathLst>
                <a:path extrusionOk="0" h="43" w="29">
                  <a:moveTo>
                    <a:pt x="1" y="42"/>
                  </a:moveTo>
                  <a:lnTo>
                    <a:pt x="2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35"/>
            <p:cNvSpPr/>
            <p:nvPr/>
          </p:nvSpPr>
          <p:spPr>
            <a:xfrm>
              <a:off x="2312141" y="1771241"/>
              <a:ext cx="394" cy="68"/>
            </a:xfrm>
            <a:custGeom>
              <a:rect b="b" l="l" r="r" t="t"/>
              <a:pathLst>
                <a:path extrusionOk="0" h="5" w="29">
                  <a:moveTo>
                    <a:pt x="29"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35"/>
            <p:cNvSpPr/>
            <p:nvPr/>
          </p:nvSpPr>
          <p:spPr>
            <a:xfrm>
              <a:off x="2312616" y="1771296"/>
              <a:ext cx="353" cy="109"/>
            </a:xfrm>
            <a:custGeom>
              <a:rect b="b" l="l" r="r" t="t"/>
              <a:pathLst>
                <a:path extrusionOk="0" h="8" w="26">
                  <a:moveTo>
                    <a:pt x="25"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35"/>
            <p:cNvSpPr/>
            <p:nvPr/>
          </p:nvSpPr>
          <p:spPr>
            <a:xfrm>
              <a:off x="2311665" y="1771146"/>
              <a:ext cx="394" cy="68"/>
            </a:xfrm>
            <a:custGeom>
              <a:rect b="b" l="l" r="r" t="t"/>
              <a:pathLst>
                <a:path extrusionOk="0" h="5" w="29">
                  <a:moveTo>
                    <a:pt x="29"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35"/>
            <p:cNvSpPr/>
            <p:nvPr/>
          </p:nvSpPr>
          <p:spPr>
            <a:xfrm>
              <a:off x="2313050" y="1771431"/>
              <a:ext cx="299" cy="109"/>
            </a:xfrm>
            <a:custGeom>
              <a:rect b="b" l="l" r="r" t="t"/>
              <a:pathLst>
                <a:path extrusionOk="0" h="8" w="22">
                  <a:moveTo>
                    <a:pt x="21"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3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3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3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35"/>
            <p:cNvSpPr/>
            <p:nvPr/>
          </p:nvSpPr>
          <p:spPr>
            <a:xfrm>
              <a:off x="2702915" y="1869217"/>
              <a:ext cx="109" cy="394"/>
            </a:xfrm>
            <a:custGeom>
              <a:rect b="b" l="l" r="r" t="t"/>
              <a:pathLst>
                <a:path extrusionOk="0" h="29" w="8">
                  <a:moveTo>
                    <a:pt x="0" y="0"/>
                  </a:moveTo>
                  <a:lnTo>
                    <a:pt x="7"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35"/>
            <p:cNvSpPr/>
            <p:nvPr/>
          </p:nvSpPr>
          <p:spPr>
            <a:xfrm>
              <a:off x="2730382" y="1871783"/>
              <a:ext cx="204" cy="1290"/>
            </a:xfrm>
            <a:custGeom>
              <a:rect b="b" l="l" r="r" t="t"/>
              <a:pathLst>
                <a:path extrusionOk="0" h="95" w="15">
                  <a:moveTo>
                    <a:pt x="15" y="9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35"/>
            <p:cNvSpPr/>
            <p:nvPr/>
          </p:nvSpPr>
          <p:spPr>
            <a:xfrm>
              <a:off x="2703105" y="1870018"/>
              <a:ext cx="109" cy="448"/>
            </a:xfrm>
            <a:custGeom>
              <a:rect b="b" l="l" r="r" t="t"/>
              <a:pathLst>
                <a:path extrusionOk="0" h="33" w="8">
                  <a:moveTo>
                    <a:pt x="0" y="1"/>
                  </a:moveTo>
                  <a:lnTo>
                    <a:pt x="7"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35"/>
            <p:cNvSpPr/>
            <p:nvPr/>
          </p:nvSpPr>
          <p:spPr>
            <a:xfrm>
              <a:off x="2702480" y="1867737"/>
              <a:ext cx="109" cy="394"/>
            </a:xfrm>
            <a:custGeom>
              <a:rect b="b" l="l" r="r" t="t"/>
              <a:pathLst>
                <a:path extrusionOk="0" h="29" w="8">
                  <a:moveTo>
                    <a:pt x="1" y="1"/>
                  </a:moveTo>
                  <a:lnTo>
                    <a:pt x="8"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3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35"/>
            <p:cNvSpPr/>
            <p:nvPr/>
          </p:nvSpPr>
          <p:spPr>
            <a:xfrm>
              <a:off x="2730667" y="1873439"/>
              <a:ext cx="163" cy="964"/>
            </a:xfrm>
            <a:custGeom>
              <a:rect b="b" l="l" r="r" t="t"/>
              <a:pathLst>
                <a:path extrusionOk="0" h="71" w="12">
                  <a:moveTo>
                    <a:pt x="11" y="7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35"/>
            <p:cNvSpPr/>
            <p:nvPr/>
          </p:nvSpPr>
          <p:spPr>
            <a:xfrm>
              <a:off x="2730911" y="1874919"/>
              <a:ext cx="149" cy="1005"/>
            </a:xfrm>
            <a:custGeom>
              <a:rect b="b" l="l" r="r" t="t"/>
              <a:pathLst>
                <a:path extrusionOk="0" h="74" w="11">
                  <a:moveTo>
                    <a:pt x="11" y="7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35"/>
            <p:cNvSpPr/>
            <p:nvPr/>
          </p:nvSpPr>
          <p:spPr>
            <a:xfrm>
              <a:off x="2702290" y="1867071"/>
              <a:ext cx="109" cy="353"/>
            </a:xfrm>
            <a:custGeom>
              <a:rect b="b" l="l" r="r" t="t"/>
              <a:pathLst>
                <a:path extrusionOk="0" h="26" w="8">
                  <a:moveTo>
                    <a:pt x="1" y="1"/>
                  </a:moveTo>
                  <a:lnTo>
                    <a:pt x="8"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35"/>
            <p:cNvSpPr/>
            <p:nvPr/>
          </p:nvSpPr>
          <p:spPr>
            <a:xfrm>
              <a:off x="2703675" y="1872638"/>
              <a:ext cx="54" cy="434"/>
            </a:xfrm>
            <a:custGeom>
              <a:rect b="b" l="l" r="r" t="t"/>
              <a:pathLst>
                <a:path extrusionOk="0" h="32" w="4">
                  <a:moveTo>
                    <a:pt x="0" y="0"/>
                  </a:moveTo>
                  <a:lnTo>
                    <a:pt x="4"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35"/>
            <p:cNvSpPr/>
            <p:nvPr/>
          </p:nvSpPr>
          <p:spPr>
            <a:xfrm>
              <a:off x="2703485" y="1871728"/>
              <a:ext cx="109" cy="448"/>
            </a:xfrm>
            <a:custGeom>
              <a:rect b="b" l="l" r="r" t="t"/>
              <a:pathLst>
                <a:path extrusionOk="0" h="33" w="8">
                  <a:moveTo>
                    <a:pt x="0" y="1"/>
                  </a:moveTo>
                  <a:lnTo>
                    <a:pt x="7"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35"/>
            <p:cNvSpPr/>
            <p:nvPr/>
          </p:nvSpPr>
          <p:spPr>
            <a:xfrm>
              <a:off x="2702670" y="1868497"/>
              <a:ext cx="163" cy="353"/>
            </a:xfrm>
            <a:custGeom>
              <a:rect b="b" l="l" r="r" t="t"/>
              <a:pathLst>
                <a:path extrusionOk="0" h="26" w="12">
                  <a:moveTo>
                    <a:pt x="1" y="1"/>
                  </a:moveTo>
                  <a:lnTo>
                    <a:pt x="1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35"/>
            <p:cNvSpPr/>
            <p:nvPr/>
          </p:nvSpPr>
          <p:spPr>
            <a:xfrm>
              <a:off x="2731142" y="1876345"/>
              <a:ext cx="14" cy="109"/>
            </a:xfrm>
            <a:custGeom>
              <a:rect b="b" l="l" r="r" t="t"/>
              <a:pathLst>
                <a:path extrusionOk="0" h="8" w="1">
                  <a:moveTo>
                    <a:pt x="1" y="7"/>
                  </a:moveTo>
                  <a:lnTo>
                    <a:pt x="1" y="7"/>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3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3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3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35"/>
            <p:cNvSpPr/>
            <p:nvPr/>
          </p:nvSpPr>
          <p:spPr>
            <a:xfrm>
              <a:off x="2703295" y="1870873"/>
              <a:ext cx="109" cy="448"/>
            </a:xfrm>
            <a:custGeom>
              <a:rect b="b" l="l" r="r" t="t"/>
              <a:pathLst>
                <a:path extrusionOk="0" h="33" w="8">
                  <a:moveTo>
                    <a:pt x="0" y="1"/>
                  </a:moveTo>
                  <a:lnTo>
                    <a:pt x="7"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3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3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3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35"/>
            <p:cNvSpPr/>
            <p:nvPr/>
          </p:nvSpPr>
          <p:spPr>
            <a:xfrm>
              <a:off x="2704286" y="1878151"/>
              <a:ext cx="14" cy="109"/>
            </a:xfrm>
            <a:custGeom>
              <a:rect b="b" l="l" r="r" t="t"/>
              <a:pathLst>
                <a:path extrusionOk="0" h="8" w="1">
                  <a:moveTo>
                    <a:pt x="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3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35"/>
            <p:cNvSpPr/>
            <p:nvPr/>
          </p:nvSpPr>
          <p:spPr>
            <a:xfrm>
              <a:off x="2702059" y="1866460"/>
              <a:ext cx="149" cy="339"/>
            </a:xfrm>
            <a:custGeom>
              <a:rect b="b" l="l" r="r" t="t"/>
              <a:pathLst>
                <a:path extrusionOk="0" h="25" w="11">
                  <a:moveTo>
                    <a:pt x="0" y="0"/>
                  </a:moveTo>
                  <a:lnTo>
                    <a:pt x="1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3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3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3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35"/>
            <p:cNvSpPr/>
            <p:nvPr/>
          </p:nvSpPr>
          <p:spPr>
            <a:xfrm>
              <a:off x="2298889" y="1800908"/>
              <a:ext cx="4426" cy="10848"/>
            </a:xfrm>
            <a:custGeom>
              <a:rect b="b" l="l" r="r" t="t"/>
              <a:pathLst>
                <a:path extrusionOk="0" h="799" w="326">
                  <a:moveTo>
                    <a:pt x="0" y="0"/>
                  </a:moveTo>
                  <a:lnTo>
                    <a:pt x="326" y="799"/>
                  </a:lnTo>
                  <a:lnTo>
                    <a:pt x="326" y="79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3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35"/>
            <p:cNvSpPr/>
            <p:nvPr/>
          </p:nvSpPr>
          <p:spPr>
            <a:xfrm>
              <a:off x="2307063" y="1789734"/>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35"/>
            <p:cNvSpPr/>
            <p:nvPr/>
          </p:nvSpPr>
          <p:spPr>
            <a:xfrm>
              <a:off x="2305542" y="1789924"/>
              <a:ext cx="54" cy="14"/>
            </a:xfrm>
            <a:custGeom>
              <a:rect b="b" l="l" r="r" t="t"/>
              <a:pathLst>
                <a:path extrusionOk="0" h="1" w="4">
                  <a:moveTo>
                    <a:pt x="0" y="1"/>
                  </a:moveTo>
                  <a:lnTo>
                    <a:pt x="0" y="1"/>
                  </a:ln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35"/>
            <p:cNvSpPr/>
            <p:nvPr/>
          </p:nvSpPr>
          <p:spPr>
            <a:xfrm>
              <a:off x="2305827" y="1789829"/>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3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3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3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3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3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35"/>
            <p:cNvSpPr/>
            <p:nvPr/>
          </p:nvSpPr>
          <p:spPr>
            <a:xfrm>
              <a:off x="2305637" y="1789883"/>
              <a:ext cx="109" cy="14"/>
            </a:xfrm>
            <a:custGeom>
              <a:rect b="b" l="l" r="r" t="t"/>
              <a:pathLst>
                <a:path extrusionOk="0" h="1" w="8">
                  <a:moveTo>
                    <a:pt x="0" y="0"/>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35"/>
            <p:cNvSpPr/>
            <p:nvPr/>
          </p:nvSpPr>
          <p:spPr>
            <a:xfrm>
              <a:off x="2306017" y="178978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3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3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3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3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35"/>
            <p:cNvSpPr/>
            <p:nvPr/>
          </p:nvSpPr>
          <p:spPr>
            <a:xfrm>
              <a:off x="2317422" y="1791784"/>
              <a:ext cx="584" cy="394"/>
            </a:xfrm>
            <a:custGeom>
              <a:rect b="b" l="l" r="r" t="t"/>
              <a:pathLst>
                <a:path extrusionOk="0" h="29" w="43">
                  <a:moveTo>
                    <a:pt x="1" y="28"/>
                  </a:moveTo>
                  <a:lnTo>
                    <a:pt x="43"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35"/>
            <p:cNvSpPr/>
            <p:nvPr/>
          </p:nvSpPr>
          <p:spPr>
            <a:xfrm>
              <a:off x="2308773" y="1792069"/>
              <a:ext cx="14" cy="54"/>
            </a:xfrm>
            <a:custGeom>
              <a:rect b="b" l="l" r="r" t="t"/>
              <a:pathLst>
                <a:path extrusionOk="0" h="4" w="1">
                  <a:moveTo>
                    <a:pt x="0"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3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35"/>
            <p:cNvSpPr/>
            <p:nvPr/>
          </p:nvSpPr>
          <p:spPr>
            <a:xfrm>
              <a:off x="2309058" y="1789829"/>
              <a:ext cx="54" cy="394"/>
            </a:xfrm>
            <a:custGeom>
              <a:rect b="b" l="l" r="r" t="t"/>
              <a:pathLst>
                <a:path extrusionOk="0" h="29" w="4">
                  <a:moveTo>
                    <a:pt x="4" y="1"/>
                  </a:moveTo>
                  <a:lnTo>
                    <a:pt x="4" y="1"/>
                  </a:lnTo>
                  <a:lnTo>
                    <a:pt x="0"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3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3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3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3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35"/>
            <p:cNvSpPr/>
            <p:nvPr/>
          </p:nvSpPr>
          <p:spPr>
            <a:xfrm>
              <a:off x="2306397" y="1805701"/>
              <a:ext cx="54" cy="258"/>
            </a:xfrm>
            <a:custGeom>
              <a:rect b="b" l="l" r="r" t="t"/>
              <a:pathLst>
                <a:path extrusionOk="0" h="19" w="4">
                  <a:moveTo>
                    <a:pt x="0" y="1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 name="Google Shape;1857;p35"/>
            <p:cNvSpPr/>
            <p:nvPr/>
          </p:nvSpPr>
          <p:spPr>
            <a:xfrm>
              <a:off x="2307918" y="1800528"/>
              <a:ext cx="54" cy="434"/>
            </a:xfrm>
            <a:custGeom>
              <a:rect b="b" l="l" r="r" t="t"/>
              <a:pathLst>
                <a:path extrusionOk="0" h="32" w="4">
                  <a:moveTo>
                    <a:pt x="4" y="0"/>
                  </a:moveTo>
                  <a:lnTo>
                    <a:pt x="0" y="18"/>
                  </a:lnTo>
                  <a:lnTo>
                    <a:pt x="0" y="32"/>
                  </a:ln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 name="Google Shape;1858;p3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3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35"/>
            <p:cNvSpPr/>
            <p:nvPr/>
          </p:nvSpPr>
          <p:spPr>
            <a:xfrm>
              <a:off x="2308868" y="1791404"/>
              <a:ext cx="14" cy="244"/>
            </a:xfrm>
            <a:custGeom>
              <a:rect b="b" l="l" r="r" t="t"/>
              <a:pathLst>
                <a:path extrusionOk="0" h="18" w="1">
                  <a:moveTo>
                    <a:pt x="0" y="18"/>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35"/>
            <p:cNvSpPr/>
            <p:nvPr/>
          </p:nvSpPr>
          <p:spPr>
            <a:xfrm>
              <a:off x="2307538" y="1802809"/>
              <a:ext cx="54" cy="299"/>
            </a:xfrm>
            <a:custGeom>
              <a:rect b="b" l="l" r="r" t="t"/>
              <a:pathLst>
                <a:path extrusionOk="0" h="22" w="4">
                  <a:moveTo>
                    <a:pt x="0" y="21"/>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3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3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 name="Google Shape;1864;p35"/>
            <p:cNvSpPr/>
            <p:nvPr/>
          </p:nvSpPr>
          <p:spPr>
            <a:xfrm>
              <a:off x="2306248" y="1806041"/>
              <a:ext cx="109" cy="299"/>
            </a:xfrm>
            <a:custGeom>
              <a:rect b="b" l="l" r="r" t="t"/>
              <a:pathLst>
                <a:path extrusionOk="0" h="22" w="8">
                  <a:moveTo>
                    <a:pt x="1" y="21"/>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35"/>
            <p:cNvSpPr/>
            <p:nvPr/>
          </p:nvSpPr>
          <p:spPr>
            <a:xfrm>
              <a:off x="2306492" y="1805375"/>
              <a:ext cx="109" cy="244"/>
            </a:xfrm>
            <a:custGeom>
              <a:rect b="b" l="l" r="r" t="t"/>
              <a:pathLst>
                <a:path extrusionOk="0" h="18" w="8">
                  <a:moveTo>
                    <a:pt x="0" y="18"/>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35"/>
            <p:cNvSpPr/>
            <p:nvPr/>
          </p:nvSpPr>
          <p:spPr>
            <a:xfrm>
              <a:off x="2305393" y="1809652"/>
              <a:ext cx="109" cy="489"/>
            </a:xfrm>
            <a:custGeom>
              <a:rect b="b" l="l" r="r" t="t"/>
              <a:pathLst>
                <a:path extrusionOk="0" h="36" w="8">
                  <a:moveTo>
                    <a:pt x="1" y="36"/>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35"/>
            <p:cNvSpPr/>
            <p:nvPr/>
          </p:nvSpPr>
          <p:spPr>
            <a:xfrm>
              <a:off x="2304687" y="1814404"/>
              <a:ext cx="14" cy="299"/>
            </a:xfrm>
            <a:custGeom>
              <a:rect b="b" l="l" r="r" t="t"/>
              <a:pathLst>
                <a:path extrusionOk="0" h="22" w="1">
                  <a:moveTo>
                    <a:pt x="0" y="22"/>
                  </a:moveTo>
                  <a:lnTo>
                    <a:pt x="0" y="22"/>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35"/>
            <p:cNvSpPr/>
            <p:nvPr/>
          </p:nvSpPr>
          <p:spPr>
            <a:xfrm>
              <a:off x="2304917" y="1812313"/>
              <a:ext cx="109" cy="584"/>
            </a:xfrm>
            <a:custGeom>
              <a:rect b="b" l="l" r="r" t="t"/>
              <a:pathLst>
                <a:path extrusionOk="0" h="43" w="8">
                  <a:moveTo>
                    <a:pt x="1" y="43"/>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35"/>
            <p:cNvSpPr/>
            <p:nvPr/>
          </p:nvSpPr>
          <p:spPr>
            <a:xfrm>
              <a:off x="2305868" y="1807561"/>
              <a:ext cx="109" cy="394"/>
            </a:xfrm>
            <a:custGeom>
              <a:rect b="b" l="l" r="r" t="t"/>
              <a:pathLst>
                <a:path extrusionOk="0" h="29" w="8">
                  <a:moveTo>
                    <a:pt x="1" y="29"/>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35"/>
            <p:cNvSpPr/>
            <p:nvPr/>
          </p:nvSpPr>
          <p:spPr>
            <a:xfrm>
              <a:off x="2305732" y="1808186"/>
              <a:ext cx="109" cy="434"/>
            </a:xfrm>
            <a:custGeom>
              <a:rect b="b" l="l" r="r" t="t"/>
              <a:pathLst>
                <a:path extrusionOk="0" h="32" w="8">
                  <a:moveTo>
                    <a:pt x="0" y="32"/>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35"/>
            <p:cNvSpPr/>
            <p:nvPr/>
          </p:nvSpPr>
          <p:spPr>
            <a:xfrm>
              <a:off x="2305107" y="1811363"/>
              <a:ext cx="109" cy="584"/>
            </a:xfrm>
            <a:custGeom>
              <a:rect b="b" l="l" r="r" t="t"/>
              <a:pathLst>
                <a:path extrusionOk="0" h="43" w="8">
                  <a:moveTo>
                    <a:pt x="1" y="43"/>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35"/>
            <p:cNvSpPr/>
            <p:nvPr/>
          </p:nvSpPr>
          <p:spPr>
            <a:xfrm>
              <a:off x="2304782" y="1813359"/>
              <a:ext cx="109" cy="638"/>
            </a:xfrm>
            <a:custGeom>
              <a:rect b="b" l="l" r="r" t="t"/>
              <a:pathLst>
                <a:path extrusionOk="0" h="47" w="8">
                  <a:moveTo>
                    <a:pt x="0" y="46"/>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35"/>
            <p:cNvSpPr/>
            <p:nvPr/>
          </p:nvSpPr>
          <p:spPr>
            <a:xfrm>
              <a:off x="2305257" y="1810467"/>
              <a:ext cx="109" cy="530"/>
            </a:xfrm>
            <a:custGeom>
              <a:rect b="b" l="l" r="r" t="t"/>
              <a:pathLst>
                <a:path extrusionOk="0" h="39" w="8">
                  <a:moveTo>
                    <a:pt x="0" y="39"/>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35"/>
            <p:cNvSpPr/>
            <p:nvPr/>
          </p:nvSpPr>
          <p:spPr>
            <a:xfrm>
              <a:off x="2305542" y="1808892"/>
              <a:ext cx="109" cy="489"/>
            </a:xfrm>
            <a:custGeom>
              <a:rect b="b" l="l" r="r" t="t"/>
              <a:pathLst>
                <a:path extrusionOk="0" h="36" w="8">
                  <a:moveTo>
                    <a:pt x="0" y="36"/>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35"/>
            <p:cNvSpPr/>
            <p:nvPr/>
          </p:nvSpPr>
          <p:spPr>
            <a:xfrm>
              <a:off x="2306112" y="1806516"/>
              <a:ext cx="109" cy="339"/>
            </a:xfrm>
            <a:custGeom>
              <a:rect b="b" l="l" r="r" t="t"/>
              <a:pathLst>
                <a:path extrusionOk="0" h="25" w="8">
                  <a:moveTo>
                    <a:pt x="0" y="25"/>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35"/>
            <p:cNvSpPr/>
            <p:nvPr/>
          </p:nvSpPr>
          <p:spPr>
            <a:xfrm>
              <a:off x="2306017" y="1806991"/>
              <a:ext cx="54" cy="394"/>
            </a:xfrm>
            <a:custGeom>
              <a:rect b="b" l="l" r="r" t="t"/>
              <a:pathLst>
                <a:path extrusionOk="0" h="29" w="4">
                  <a:moveTo>
                    <a:pt x="0" y="29"/>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3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35"/>
            <p:cNvSpPr/>
            <p:nvPr/>
          </p:nvSpPr>
          <p:spPr>
            <a:xfrm>
              <a:off x="2307633" y="1802280"/>
              <a:ext cx="54" cy="258"/>
            </a:xfrm>
            <a:custGeom>
              <a:rect b="b" l="l" r="r" t="t"/>
              <a:pathLst>
                <a:path extrusionOk="0" h="19" w="4">
                  <a:moveTo>
                    <a:pt x="0" y="1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35"/>
            <p:cNvSpPr/>
            <p:nvPr/>
          </p:nvSpPr>
          <p:spPr>
            <a:xfrm>
              <a:off x="2307769" y="1801614"/>
              <a:ext cx="68" cy="258"/>
            </a:xfrm>
            <a:custGeom>
              <a:rect b="b" l="l" r="r" t="t"/>
              <a:pathLst>
                <a:path extrusionOk="0" h="19" w="5">
                  <a:moveTo>
                    <a:pt x="1" y="1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3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3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3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3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3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3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35"/>
            <p:cNvSpPr/>
            <p:nvPr/>
          </p:nvSpPr>
          <p:spPr>
            <a:xfrm>
              <a:off x="2314530" y="1758886"/>
              <a:ext cx="14" cy="204"/>
            </a:xfrm>
            <a:custGeom>
              <a:rect b="b" l="l" r="r" t="t"/>
              <a:pathLst>
                <a:path extrusionOk="0" h="15" w="1">
                  <a:moveTo>
                    <a:pt x="0" y="1"/>
                  </a:move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35"/>
            <p:cNvSpPr/>
            <p:nvPr/>
          </p:nvSpPr>
          <p:spPr>
            <a:xfrm>
              <a:off x="2314625" y="1758275"/>
              <a:ext cx="14" cy="244"/>
            </a:xfrm>
            <a:custGeom>
              <a:rect b="b" l="l" r="r" t="t"/>
              <a:pathLst>
                <a:path extrusionOk="0" h="18" w="1">
                  <a:moveTo>
                    <a:pt x="0" y="0"/>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35"/>
            <p:cNvSpPr/>
            <p:nvPr/>
          </p:nvSpPr>
          <p:spPr>
            <a:xfrm>
              <a:off x="2314571" y="1758601"/>
              <a:ext cx="14" cy="204"/>
            </a:xfrm>
            <a:custGeom>
              <a:rect b="b" l="l" r="r" t="t"/>
              <a:pathLst>
                <a:path extrusionOk="0" h="15" w="1">
                  <a:moveTo>
                    <a:pt x="1"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35"/>
            <p:cNvSpPr/>
            <p:nvPr/>
          </p:nvSpPr>
          <p:spPr>
            <a:xfrm>
              <a:off x="2314435" y="1759171"/>
              <a:ext cx="54" cy="204"/>
            </a:xfrm>
            <a:custGeom>
              <a:rect b="b" l="l" r="r" t="t"/>
              <a:pathLst>
                <a:path extrusionOk="0" h="15" w="4">
                  <a:moveTo>
                    <a:pt x="4" y="1"/>
                  </a:move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3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3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35"/>
            <p:cNvSpPr/>
            <p:nvPr/>
          </p:nvSpPr>
          <p:spPr>
            <a:xfrm>
              <a:off x="2313811" y="1760556"/>
              <a:ext cx="149" cy="149"/>
            </a:xfrm>
            <a:custGeom>
              <a:rect b="b" l="l" r="r" t="t"/>
              <a:pathLst>
                <a:path extrusionOk="0" h="11" w="11">
                  <a:moveTo>
                    <a:pt x="11"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35"/>
            <p:cNvSpPr/>
            <p:nvPr/>
          </p:nvSpPr>
          <p:spPr>
            <a:xfrm>
              <a:off x="2313580" y="1760787"/>
              <a:ext cx="149" cy="163"/>
            </a:xfrm>
            <a:custGeom>
              <a:rect b="b" l="l" r="r" t="t"/>
              <a:pathLst>
                <a:path extrusionOk="0" h="12" w="11">
                  <a:moveTo>
                    <a:pt x="11"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3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35"/>
            <p:cNvSpPr/>
            <p:nvPr/>
          </p:nvSpPr>
          <p:spPr>
            <a:xfrm>
              <a:off x="2312236" y="1761601"/>
              <a:ext cx="258" cy="109"/>
            </a:xfrm>
            <a:custGeom>
              <a:rect b="b" l="l" r="r" t="t"/>
              <a:pathLst>
                <a:path extrusionOk="0" h="8" w="19">
                  <a:moveTo>
                    <a:pt x="1" y="7"/>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35"/>
            <p:cNvSpPr/>
            <p:nvPr/>
          </p:nvSpPr>
          <p:spPr>
            <a:xfrm>
              <a:off x="2314001" y="1760312"/>
              <a:ext cx="109" cy="163"/>
            </a:xfrm>
            <a:custGeom>
              <a:rect b="b" l="l" r="r" t="t"/>
              <a:pathLst>
                <a:path extrusionOk="0" h="12" w="8">
                  <a:moveTo>
                    <a:pt x="8"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3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3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3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35"/>
            <p:cNvSpPr/>
            <p:nvPr/>
          </p:nvSpPr>
          <p:spPr>
            <a:xfrm>
              <a:off x="2313335" y="1761031"/>
              <a:ext cx="204" cy="109"/>
            </a:xfrm>
            <a:custGeom>
              <a:rect b="b" l="l" r="r" t="t"/>
              <a:pathLst>
                <a:path extrusionOk="0" h="8" w="15">
                  <a:moveTo>
                    <a:pt x="15"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35"/>
            <p:cNvSpPr/>
            <p:nvPr/>
          </p:nvSpPr>
          <p:spPr>
            <a:xfrm>
              <a:off x="2360911" y="1713591"/>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35"/>
            <p:cNvSpPr/>
            <p:nvPr/>
          </p:nvSpPr>
          <p:spPr>
            <a:xfrm>
              <a:off x="2360531" y="1713686"/>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35"/>
            <p:cNvSpPr/>
            <p:nvPr/>
          </p:nvSpPr>
          <p:spPr>
            <a:xfrm>
              <a:off x="2361291" y="1713442"/>
              <a:ext cx="68" cy="14"/>
            </a:xfrm>
            <a:custGeom>
              <a:rect b="b" l="l" r="r" t="t"/>
              <a:pathLst>
                <a:path extrusionOk="0" h="1" w="5">
                  <a:moveTo>
                    <a:pt x="4"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3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35"/>
            <p:cNvSpPr/>
            <p:nvPr/>
          </p:nvSpPr>
          <p:spPr>
            <a:xfrm>
              <a:off x="2358725" y="1713917"/>
              <a:ext cx="204" cy="14"/>
            </a:xfrm>
            <a:custGeom>
              <a:rect b="b" l="l" r="r" t="t"/>
              <a:pathLst>
                <a:path extrusionOk="0" h="1" w="15">
                  <a:moveTo>
                    <a:pt x="1" y="1"/>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35"/>
            <p:cNvSpPr/>
            <p:nvPr/>
          </p:nvSpPr>
          <p:spPr>
            <a:xfrm>
              <a:off x="2354163" y="1713822"/>
              <a:ext cx="258" cy="14"/>
            </a:xfrm>
            <a:custGeom>
              <a:rect b="b" l="l" r="r" t="t"/>
              <a:pathLst>
                <a:path extrusionOk="0" h="1" w="19">
                  <a:moveTo>
                    <a:pt x="1" y="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35"/>
            <p:cNvSpPr/>
            <p:nvPr/>
          </p:nvSpPr>
          <p:spPr>
            <a:xfrm>
              <a:off x="2353552" y="1713781"/>
              <a:ext cx="394" cy="14"/>
            </a:xfrm>
            <a:custGeom>
              <a:rect b="b" l="l" r="r" t="t"/>
              <a:pathLst>
                <a:path extrusionOk="0" h="1" w="29">
                  <a:moveTo>
                    <a:pt x="0" y="0"/>
                  </a:moveTo>
                  <a:lnTo>
                    <a:pt x="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35"/>
            <p:cNvSpPr/>
            <p:nvPr/>
          </p:nvSpPr>
          <p:spPr>
            <a:xfrm>
              <a:off x="2359200" y="1713876"/>
              <a:ext cx="258" cy="14"/>
            </a:xfrm>
            <a:custGeom>
              <a:rect b="b" l="l" r="r" t="t"/>
              <a:pathLst>
                <a:path extrusionOk="0" h="1" w="19">
                  <a:moveTo>
                    <a:pt x="1" y="0"/>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35"/>
            <p:cNvSpPr/>
            <p:nvPr/>
          </p:nvSpPr>
          <p:spPr>
            <a:xfrm>
              <a:off x="2365812" y="1717814"/>
              <a:ext cx="14" cy="14"/>
            </a:xfrm>
            <a:custGeom>
              <a:rect b="b" l="l" r="r" t="t"/>
              <a:pathLst>
                <a:path extrusionOk="0" h="1" w="1">
                  <a:moveTo>
                    <a:pt x="0" y="1"/>
                  </a:moveTo>
                  <a:lnTo>
                    <a:pt x="0" y="1"/>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35"/>
            <p:cNvSpPr/>
            <p:nvPr/>
          </p:nvSpPr>
          <p:spPr>
            <a:xfrm>
              <a:off x="2354788" y="1713876"/>
              <a:ext cx="204" cy="14"/>
            </a:xfrm>
            <a:custGeom>
              <a:rect b="b" l="l" r="r" t="t"/>
              <a:pathLst>
                <a:path extrusionOk="0" h="1" w="15">
                  <a:moveTo>
                    <a:pt x="0" y="0"/>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35"/>
            <p:cNvSpPr/>
            <p:nvPr/>
          </p:nvSpPr>
          <p:spPr>
            <a:xfrm>
              <a:off x="2355358" y="171391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35"/>
            <p:cNvSpPr/>
            <p:nvPr/>
          </p:nvSpPr>
          <p:spPr>
            <a:xfrm>
              <a:off x="2357680" y="171397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35"/>
            <p:cNvSpPr/>
            <p:nvPr/>
          </p:nvSpPr>
          <p:spPr>
            <a:xfrm>
              <a:off x="2359675" y="1713822"/>
              <a:ext cx="204" cy="14"/>
            </a:xfrm>
            <a:custGeom>
              <a:rect b="b" l="l" r="r" t="t"/>
              <a:pathLst>
                <a:path extrusionOk="0" h="1" w="15">
                  <a:moveTo>
                    <a:pt x="1" y="1"/>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35"/>
            <p:cNvSpPr/>
            <p:nvPr/>
          </p:nvSpPr>
          <p:spPr>
            <a:xfrm>
              <a:off x="2358209" y="171391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35"/>
            <p:cNvSpPr/>
            <p:nvPr/>
          </p:nvSpPr>
          <p:spPr>
            <a:xfrm>
              <a:off x="2356539" y="1713917"/>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35"/>
            <p:cNvSpPr/>
            <p:nvPr/>
          </p:nvSpPr>
          <p:spPr>
            <a:xfrm>
              <a:off x="2360110" y="1713781"/>
              <a:ext cx="204" cy="14"/>
            </a:xfrm>
            <a:custGeom>
              <a:rect b="b" l="l" r="r" t="t"/>
              <a:pathLst>
                <a:path extrusionOk="0" h="1" w="15">
                  <a:moveTo>
                    <a:pt x="0" y="0"/>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35"/>
            <p:cNvSpPr/>
            <p:nvPr/>
          </p:nvSpPr>
          <p:spPr>
            <a:xfrm>
              <a:off x="2357299" y="171397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35"/>
            <p:cNvSpPr/>
            <p:nvPr/>
          </p:nvSpPr>
          <p:spPr>
            <a:xfrm>
              <a:off x="2355969" y="1713917"/>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3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3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35"/>
            <p:cNvSpPr/>
            <p:nvPr/>
          </p:nvSpPr>
          <p:spPr>
            <a:xfrm>
              <a:off x="2633846" y="1775002"/>
              <a:ext cx="163" cy="109"/>
            </a:xfrm>
            <a:custGeom>
              <a:rect b="b" l="l" r="r" t="t"/>
              <a:pathLst>
                <a:path extrusionOk="0" h="8" w="12">
                  <a:moveTo>
                    <a:pt x="1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3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35"/>
            <p:cNvSpPr/>
            <p:nvPr/>
          </p:nvSpPr>
          <p:spPr>
            <a:xfrm>
              <a:off x="2634891" y="1778858"/>
              <a:ext cx="14" cy="95"/>
            </a:xfrm>
            <a:custGeom>
              <a:rect b="b" l="l" r="r" t="t"/>
              <a:pathLst>
                <a:path extrusionOk="0" h="7" w="1">
                  <a:moveTo>
                    <a:pt x="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3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3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3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3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3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35"/>
            <p:cNvSpPr/>
            <p:nvPr/>
          </p:nvSpPr>
          <p:spPr>
            <a:xfrm>
              <a:off x="2991817" y="1742539"/>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35"/>
            <p:cNvSpPr/>
            <p:nvPr/>
          </p:nvSpPr>
          <p:spPr>
            <a:xfrm>
              <a:off x="2987920" y="1742769"/>
              <a:ext cx="625" cy="68"/>
            </a:xfrm>
            <a:custGeom>
              <a:rect b="b" l="l" r="r" t="t"/>
              <a:pathLst>
                <a:path extrusionOk="0" h="5" w="46">
                  <a:moveTo>
                    <a:pt x="46"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35"/>
            <p:cNvSpPr/>
            <p:nvPr/>
          </p:nvSpPr>
          <p:spPr>
            <a:xfrm>
              <a:off x="2992387" y="1742294"/>
              <a:ext cx="163" cy="68"/>
            </a:xfrm>
            <a:custGeom>
              <a:rect b="b" l="l" r="r" t="t"/>
              <a:pathLst>
                <a:path extrusionOk="0" h="5" w="12">
                  <a:moveTo>
                    <a:pt x="1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35"/>
            <p:cNvSpPr/>
            <p:nvPr/>
          </p:nvSpPr>
          <p:spPr>
            <a:xfrm>
              <a:off x="2980547" y="1745770"/>
              <a:ext cx="774" cy="584"/>
            </a:xfrm>
            <a:custGeom>
              <a:rect b="b" l="l" r="r" t="t"/>
              <a:pathLst>
                <a:path extrusionOk="0" h="43" w="57">
                  <a:moveTo>
                    <a:pt x="57" y="0"/>
                  </a:moveTo>
                  <a:lnTo>
                    <a:pt x="1" y="4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35"/>
            <p:cNvSpPr/>
            <p:nvPr/>
          </p:nvSpPr>
          <p:spPr>
            <a:xfrm>
              <a:off x="2979556" y="1746476"/>
              <a:ext cx="815" cy="584"/>
            </a:xfrm>
            <a:custGeom>
              <a:rect b="b" l="l" r="r" t="t"/>
              <a:pathLst>
                <a:path extrusionOk="0" h="43" w="60">
                  <a:moveTo>
                    <a:pt x="60" y="1"/>
                  </a:moveTo>
                  <a:lnTo>
                    <a:pt x="0" y="4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3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35"/>
            <p:cNvSpPr/>
            <p:nvPr/>
          </p:nvSpPr>
          <p:spPr>
            <a:xfrm>
              <a:off x="2989101" y="1742674"/>
              <a:ext cx="1398" cy="14"/>
            </a:xfrm>
            <a:custGeom>
              <a:rect b="b" l="l" r="r" t="t"/>
              <a:pathLst>
                <a:path extrusionOk="0" h="1" w="103">
                  <a:moveTo>
                    <a:pt x="103"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35"/>
            <p:cNvSpPr/>
            <p:nvPr/>
          </p:nvSpPr>
          <p:spPr>
            <a:xfrm>
              <a:off x="2993052" y="174196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35"/>
            <p:cNvSpPr/>
            <p:nvPr/>
          </p:nvSpPr>
          <p:spPr>
            <a:xfrm>
              <a:off x="2991111" y="1742674"/>
              <a:ext cx="149" cy="14"/>
            </a:xfrm>
            <a:custGeom>
              <a:rect b="b" l="l" r="r" t="t"/>
              <a:pathLst>
                <a:path extrusionOk="0" h="1" w="11">
                  <a:moveTo>
                    <a:pt x="11"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3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3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3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3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3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3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3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35"/>
            <p:cNvSpPr/>
            <p:nvPr/>
          </p:nvSpPr>
          <p:spPr>
            <a:xfrm>
              <a:off x="2728671" y="1883663"/>
              <a:ext cx="109" cy="109"/>
            </a:xfrm>
            <a:custGeom>
              <a:rect b="b" l="l" r="r" t="t"/>
              <a:pathLst>
                <a:path extrusionOk="0" h="8" w="8">
                  <a:moveTo>
                    <a:pt x="1" y="7"/>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35"/>
            <p:cNvSpPr/>
            <p:nvPr/>
          </p:nvSpPr>
          <p:spPr>
            <a:xfrm>
              <a:off x="2729241" y="1883039"/>
              <a:ext cx="14" cy="68"/>
            </a:xfrm>
            <a:custGeom>
              <a:rect b="b" l="l" r="r" t="t"/>
              <a:pathLst>
                <a:path extrusionOk="0" h="5" w="1">
                  <a:moveTo>
                    <a:pt x="1" y="1"/>
                  </a:moveTo>
                  <a:lnTo>
                    <a:pt x="1" y="4"/>
                  </a:ln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35"/>
            <p:cNvSpPr/>
            <p:nvPr/>
          </p:nvSpPr>
          <p:spPr>
            <a:xfrm>
              <a:off x="2728155" y="1883989"/>
              <a:ext cx="149" cy="163"/>
            </a:xfrm>
            <a:custGeom>
              <a:rect b="b" l="l" r="r" t="t"/>
              <a:pathLst>
                <a:path extrusionOk="0" h="12" w="11">
                  <a:moveTo>
                    <a:pt x="0" y="1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35"/>
            <p:cNvSpPr/>
            <p:nvPr/>
          </p:nvSpPr>
          <p:spPr>
            <a:xfrm>
              <a:off x="2728820" y="1883568"/>
              <a:ext cx="54" cy="54"/>
            </a:xfrm>
            <a:custGeom>
              <a:rect b="b" l="l" r="r" t="t"/>
              <a:pathLst>
                <a:path extrusionOk="0" h="4" w="4">
                  <a:moveTo>
                    <a:pt x="0" y="4"/>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35"/>
            <p:cNvSpPr/>
            <p:nvPr/>
          </p:nvSpPr>
          <p:spPr>
            <a:xfrm>
              <a:off x="2728440" y="1883799"/>
              <a:ext cx="149" cy="109"/>
            </a:xfrm>
            <a:custGeom>
              <a:rect b="b" l="l" r="r" t="t"/>
              <a:pathLst>
                <a:path extrusionOk="0" h="8" w="11">
                  <a:moveTo>
                    <a:pt x="0" y="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35"/>
            <p:cNvSpPr/>
            <p:nvPr/>
          </p:nvSpPr>
          <p:spPr>
            <a:xfrm>
              <a:off x="2727341" y="1884518"/>
              <a:ext cx="299" cy="244"/>
            </a:xfrm>
            <a:custGeom>
              <a:rect b="b" l="l" r="r" t="t"/>
              <a:pathLst>
                <a:path extrusionOk="0" h="18" w="22">
                  <a:moveTo>
                    <a:pt x="1" y="18"/>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 name="Google Shape;1951;p35"/>
            <p:cNvSpPr/>
            <p:nvPr/>
          </p:nvSpPr>
          <p:spPr>
            <a:xfrm>
              <a:off x="2727775" y="1884233"/>
              <a:ext cx="204" cy="204"/>
            </a:xfrm>
            <a:custGeom>
              <a:rect b="b" l="l" r="r" t="t"/>
              <a:pathLst>
                <a:path extrusionOk="0" h="15" w="15">
                  <a:moveTo>
                    <a:pt x="0" y="1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35"/>
            <p:cNvSpPr/>
            <p:nvPr/>
          </p:nvSpPr>
          <p:spPr>
            <a:xfrm>
              <a:off x="2726825" y="1884844"/>
              <a:ext cx="394" cy="394"/>
            </a:xfrm>
            <a:custGeom>
              <a:rect b="b" l="l" r="r" t="t"/>
              <a:pathLst>
                <a:path extrusionOk="0" h="29" w="29">
                  <a:moveTo>
                    <a:pt x="0" y="29"/>
                  </a:moveTo>
                  <a:lnTo>
                    <a:pt x="0" y="29"/>
                  </a:lnTo>
                  <a:lnTo>
                    <a:pt x="2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3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35"/>
            <p:cNvSpPr/>
            <p:nvPr/>
          </p:nvSpPr>
          <p:spPr>
            <a:xfrm>
              <a:off x="2733668" y="187467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35"/>
            <p:cNvSpPr/>
            <p:nvPr/>
          </p:nvSpPr>
          <p:spPr>
            <a:xfrm>
              <a:off x="2760334" y="1831037"/>
              <a:ext cx="109" cy="68"/>
            </a:xfrm>
            <a:custGeom>
              <a:rect b="b" l="l" r="r" t="t"/>
              <a:pathLst>
                <a:path extrusionOk="0" h="5" w="8">
                  <a:moveTo>
                    <a:pt x="7"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35"/>
            <p:cNvSpPr/>
            <p:nvPr/>
          </p:nvSpPr>
          <p:spPr>
            <a:xfrm>
              <a:off x="2760565" y="1830806"/>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35"/>
            <p:cNvSpPr/>
            <p:nvPr/>
          </p:nvSpPr>
          <p:spPr>
            <a:xfrm>
              <a:off x="2760945" y="1830236"/>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35"/>
            <p:cNvSpPr/>
            <p:nvPr/>
          </p:nvSpPr>
          <p:spPr>
            <a:xfrm>
              <a:off x="2760089" y="1831227"/>
              <a:ext cx="109" cy="109"/>
            </a:xfrm>
            <a:custGeom>
              <a:rect b="b" l="l" r="r" t="t"/>
              <a:pathLst>
                <a:path extrusionOk="0" h="8" w="8">
                  <a:moveTo>
                    <a:pt x="8"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35"/>
            <p:cNvSpPr/>
            <p:nvPr/>
          </p:nvSpPr>
          <p:spPr>
            <a:xfrm>
              <a:off x="2760755" y="1830521"/>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35"/>
            <p:cNvSpPr/>
            <p:nvPr/>
          </p:nvSpPr>
          <p:spPr>
            <a:xfrm>
              <a:off x="2761135" y="1829951"/>
              <a:ext cx="68" cy="109"/>
            </a:xfrm>
            <a:custGeom>
              <a:rect b="b" l="l" r="r" t="t"/>
              <a:pathLst>
                <a:path extrusionOk="0" h="8" w="5">
                  <a:moveTo>
                    <a:pt x="4"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35"/>
            <p:cNvSpPr/>
            <p:nvPr/>
          </p:nvSpPr>
          <p:spPr>
            <a:xfrm>
              <a:off x="2755297" y="183627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3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35"/>
            <p:cNvSpPr/>
            <p:nvPr/>
          </p:nvSpPr>
          <p:spPr>
            <a:xfrm>
              <a:off x="2731903" y="1878151"/>
              <a:ext cx="109" cy="14"/>
            </a:xfrm>
            <a:custGeom>
              <a:rect b="b" l="l" r="r" t="t"/>
              <a:pathLst>
                <a:path extrusionOk="0" h="1" w="8">
                  <a:moveTo>
                    <a:pt x="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3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35"/>
            <p:cNvSpPr/>
            <p:nvPr/>
          </p:nvSpPr>
          <p:spPr>
            <a:xfrm>
              <a:off x="2755527" y="1836128"/>
              <a:ext cx="204" cy="68"/>
            </a:xfrm>
            <a:custGeom>
              <a:rect b="b" l="l" r="r" t="t"/>
              <a:pathLst>
                <a:path extrusionOk="0" h="5" w="15">
                  <a:moveTo>
                    <a:pt x="15"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35"/>
            <p:cNvSpPr/>
            <p:nvPr/>
          </p:nvSpPr>
          <p:spPr>
            <a:xfrm>
              <a:off x="2761990" y="1827805"/>
              <a:ext cx="14" cy="109"/>
            </a:xfrm>
            <a:custGeom>
              <a:rect b="b" l="l" r="r" t="t"/>
              <a:pathLst>
                <a:path extrusionOk="0" h="8" w="1">
                  <a:moveTo>
                    <a:pt x="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35"/>
            <p:cNvSpPr/>
            <p:nvPr/>
          </p:nvSpPr>
          <p:spPr>
            <a:xfrm>
              <a:off x="2762045" y="182761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35"/>
            <p:cNvSpPr/>
            <p:nvPr/>
          </p:nvSpPr>
          <p:spPr>
            <a:xfrm>
              <a:off x="2732717" y="1877716"/>
              <a:ext cx="14" cy="68"/>
            </a:xfrm>
            <a:custGeom>
              <a:rect b="b" l="l" r="r" t="t"/>
              <a:pathLst>
                <a:path extrusionOk="0" h="5" w="1">
                  <a:moveTo>
                    <a:pt x="0"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35"/>
            <p:cNvSpPr/>
            <p:nvPr/>
          </p:nvSpPr>
          <p:spPr>
            <a:xfrm>
              <a:off x="2761895" y="1828050"/>
              <a:ext cx="14" cy="109"/>
            </a:xfrm>
            <a:custGeom>
              <a:rect b="b" l="l" r="r" t="t"/>
              <a:pathLst>
                <a:path extrusionOk="0" h="8" w="1">
                  <a:moveTo>
                    <a:pt x="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35"/>
            <p:cNvSpPr/>
            <p:nvPr/>
          </p:nvSpPr>
          <p:spPr>
            <a:xfrm>
              <a:off x="2761325" y="1829665"/>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35"/>
            <p:cNvSpPr/>
            <p:nvPr/>
          </p:nvSpPr>
          <p:spPr>
            <a:xfrm>
              <a:off x="2732188" y="1878056"/>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35"/>
            <p:cNvSpPr/>
            <p:nvPr/>
          </p:nvSpPr>
          <p:spPr>
            <a:xfrm>
              <a:off x="2761855" y="1828335"/>
              <a:ext cx="14" cy="109"/>
            </a:xfrm>
            <a:custGeom>
              <a:rect b="b" l="l" r="r" t="t"/>
              <a:pathLst>
                <a:path extrusionOk="0" h="8" w="1">
                  <a:moveTo>
                    <a:pt x="0"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35"/>
            <p:cNvSpPr/>
            <p:nvPr/>
          </p:nvSpPr>
          <p:spPr>
            <a:xfrm>
              <a:off x="2761474" y="1829231"/>
              <a:ext cx="54" cy="109"/>
            </a:xfrm>
            <a:custGeom>
              <a:rect b="b" l="l" r="r" t="t"/>
              <a:pathLst>
                <a:path extrusionOk="0" h="8" w="4">
                  <a:moveTo>
                    <a:pt x="4"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35"/>
            <p:cNvSpPr/>
            <p:nvPr/>
          </p:nvSpPr>
          <p:spPr>
            <a:xfrm>
              <a:off x="2761610" y="1828905"/>
              <a:ext cx="68" cy="109"/>
            </a:xfrm>
            <a:custGeom>
              <a:rect b="b" l="l" r="r" t="t"/>
              <a:pathLst>
                <a:path extrusionOk="0" h="8" w="5">
                  <a:moveTo>
                    <a:pt x="4"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35"/>
            <p:cNvSpPr/>
            <p:nvPr/>
          </p:nvSpPr>
          <p:spPr>
            <a:xfrm>
              <a:off x="2761705" y="1828620"/>
              <a:ext cx="68" cy="109"/>
            </a:xfrm>
            <a:custGeom>
              <a:rect b="b" l="l" r="r" t="t"/>
              <a:pathLst>
                <a:path extrusionOk="0" h="8" w="5">
                  <a:moveTo>
                    <a:pt x="4"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35"/>
            <p:cNvSpPr/>
            <p:nvPr/>
          </p:nvSpPr>
          <p:spPr>
            <a:xfrm>
              <a:off x="2732473" y="1877906"/>
              <a:ext cx="68" cy="14"/>
            </a:xfrm>
            <a:custGeom>
              <a:rect b="b" l="l" r="r" t="t"/>
              <a:pathLst>
                <a:path extrusionOk="0" h="1" w="5">
                  <a:moveTo>
                    <a:pt x="4"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3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3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3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3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35"/>
            <p:cNvSpPr/>
            <p:nvPr/>
          </p:nvSpPr>
          <p:spPr>
            <a:xfrm>
              <a:off x="2713179" y="1838314"/>
              <a:ext cx="489" cy="163"/>
            </a:xfrm>
            <a:custGeom>
              <a:rect b="b" l="l" r="r" t="t"/>
              <a:pathLst>
                <a:path extrusionOk="0" h="12" w="36">
                  <a:moveTo>
                    <a:pt x="36"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3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35"/>
            <p:cNvSpPr/>
            <p:nvPr/>
          </p:nvSpPr>
          <p:spPr>
            <a:xfrm>
              <a:off x="2713804" y="1838504"/>
              <a:ext cx="489" cy="163"/>
            </a:xfrm>
            <a:custGeom>
              <a:rect b="b" l="l" r="r" t="t"/>
              <a:pathLst>
                <a:path extrusionOk="0" h="12" w="36">
                  <a:moveTo>
                    <a:pt x="35"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3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35"/>
            <p:cNvSpPr/>
            <p:nvPr/>
          </p:nvSpPr>
          <p:spPr>
            <a:xfrm>
              <a:off x="2723403" y="1831851"/>
              <a:ext cx="394" cy="679"/>
            </a:xfrm>
            <a:custGeom>
              <a:rect b="b" l="l" r="r" t="t"/>
              <a:pathLst>
                <a:path extrusionOk="0" h="50" w="29">
                  <a:moveTo>
                    <a:pt x="18" y="49"/>
                  </a:moveTo>
                  <a:lnTo>
                    <a:pt x="0" y="11"/>
                  </a:lnTo>
                  <a:lnTo>
                    <a:pt x="28" y="0"/>
                  </a:ln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3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3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3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3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3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35"/>
            <p:cNvSpPr/>
            <p:nvPr/>
          </p:nvSpPr>
          <p:spPr>
            <a:xfrm>
              <a:off x="2816708" y="1965033"/>
              <a:ext cx="204" cy="163"/>
            </a:xfrm>
            <a:custGeom>
              <a:rect b="b" l="l" r="r" t="t"/>
              <a:pathLst>
                <a:path extrusionOk="0" h="12" w="15">
                  <a:moveTo>
                    <a:pt x="14"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35"/>
            <p:cNvSpPr/>
            <p:nvPr/>
          </p:nvSpPr>
          <p:spPr>
            <a:xfrm>
              <a:off x="2815798" y="1965563"/>
              <a:ext cx="299" cy="149"/>
            </a:xfrm>
            <a:custGeom>
              <a:rect b="b" l="l" r="r" t="t"/>
              <a:pathLst>
                <a:path extrusionOk="0" h="11" w="22">
                  <a:moveTo>
                    <a:pt x="22"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35"/>
            <p:cNvSpPr/>
            <p:nvPr/>
          </p:nvSpPr>
          <p:spPr>
            <a:xfrm>
              <a:off x="2817033" y="1964802"/>
              <a:ext cx="204" cy="149"/>
            </a:xfrm>
            <a:custGeom>
              <a:rect b="b" l="l" r="r" t="t"/>
              <a:pathLst>
                <a:path extrusionOk="0" h="11" w="15">
                  <a:moveTo>
                    <a:pt x="15"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35"/>
            <p:cNvSpPr/>
            <p:nvPr/>
          </p:nvSpPr>
          <p:spPr>
            <a:xfrm>
              <a:off x="2815133" y="1965848"/>
              <a:ext cx="448" cy="204"/>
            </a:xfrm>
            <a:custGeom>
              <a:rect b="b" l="l" r="r" t="t"/>
              <a:pathLst>
                <a:path extrusionOk="0" h="15" w="33">
                  <a:moveTo>
                    <a:pt x="32"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35"/>
            <p:cNvSpPr/>
            <p:nvPr/>
          </p:nvSpPr>
          <p:spPr>
            <a:xfrm>
              <a:off x="2816273" y="1965277"/>
              <a:ext cx="258" cy="149"/>
            </a:xfrm>
            <a:custGeom>
              <a:rect b="b" l="l" r="r" t="t"/>
              <a:pathLst>
                <a:path extrusionOk="0" h="11" w="19">
                  <a:moveTo>
                    <a:pt x="18"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35"/>
            <p:cNvSpPr/>
            <p:nvPr/>
          </p:nvSpPr>
          <p:spPr>
            <a:xfrm>
              <a:off x="2818364" y="196370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3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35"/>
            <p:cNvSpPr/>
            <p:nvPr/>
          </p:nvSpPr>
          <p:spPr>
            <a:xfrm>
              <a:off x="2818364" y="1963702"/>
              <a:ext cx="14" cy="68"/>
            </a:xfrm>
            <a:custGeom>
              <a:rect b="b" l="l" r="r" t="t"/>
              <a:pathLst>
                <a:path extrusionOk="0" h="5" w="1">
                  <a:moveTo>
                    <a:pt x="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35"/>
            <p:cNvSpPr/>
            <p:nvPr/>
          </p:nvSpPr>
          <p:spPr>
            <a:xfrm>
              <a:off x="2818364" y="196370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3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35"/>
            <p:cNvSpPr/>
            <p:nvPr/>
          </p:nvSpPr>
          <p:spPr>
            <a:xfrm>
              <a:off x="2817373" y="1964612"/>
              <a:ext cx="149" cy="109"/>
            </a:xfrm>
            <a:custGeom>
              <a:rect b="b" l="l" r="r" t="t"/>
              <a:pathLst>
                <a:path extrusionOk="0" h="8" w="11">
                  <a:moveTo>
                    <a:pt x="11"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3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35"/>
            <p:cNvSpPr/>
            <p:nvPr/>
          </p:nvSpPr>
          <p:spPr>
            <a:xfrm>
              <a:off x="2818133" y="1963947"/>
              <a:ext cx="109" cy="109"/>
            </a:xfrm>
            <a:custGeom>
              <a:rect b="b" l="l" r="r" t="t"/>
              <a:pathLst>
                <a:path extrusionOk="0" h="8" w="8">
                  <a:moveTo>
                    <a:pt x="7"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35"/>
            <p:cNvSpPr/>
            <p:nvPr/>
          </p:nvSpPr>
          <p:spPr>
            <a:xfrm>
              <a:off x="2817848" y="1964273"/>
              <a:ext cx="109" cy="109"/>
            </a:xfrm>
            <a:custGeom>
              <a:rect b="b" l="l" r="r" t="t"/>
              <a:pathLst>
                <a:path extrusionOk="0" h="8" w="8">
                  <a:moveTo>
                    <a:pt x="7"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35"/>
            <p:cNvSpPr/>
            <p:nvPr/>
          </p:nvSpPr>
          <p:spPr>
            <a:xfrm>
              <a:off x="2817604" y="1964422"/>
              <a:ext cx="163" cy="109"/>
            </a:xfrm>
            <a:custGeom>
              <a:rect b="b" l="l" r="r" t="t"/>
              <a:pathLst>
                <a:path extrusionOk="0" h="8" w="12">
                  <a:moveTo>
                    <a:pt x="1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35"/>
            <p:cNvSpPr/>
            <p:nvPr/>
          </p:nvSpPr>
          <p:spPr>
            <a:xfrm>
              <a:off x="2817984" y="1964083"/>
              <a:ext cx="109" cy="109"/>
            </a:xfrm>
            <a:custGeom>
              <a:rect b="b" l="l" r="r" t="t"/>
              <a:pathLst>
                <a:path extrusionOk="0" h="8" w="8">
                  <a:moveTo>
                    <a:pt x="8"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35"/>
            <p:cNvSpPr/>
            <p:nvPr/>
          </p:nvSpPr>
          <p:spPr>
            <a:xfrm>
              <a:off x="2818228" y="1963852"/>
              <a:ext cx="54" cy="109"/>
            </a:xfrm>
            <a:custGeom>
              <a:rect b="b" l="l" r="r" t="t"/>
              <a:pathLst>
                <a:path extrusionOk="0" h="8" w="4">
                  <a:moveTo>
                    <a:pt x="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35"/>
            <p:cNvSpPr/>
            <p:nvPr/>
          </p:nvSpPr>
          <p:spPr>
            <a:xfrm>
              <a:off x="2818323" y="1963757"/>
              <a:ext cx="14" cy="109"/>
            </a:xfrm>
            <a:custGeom>
              <a:rect b="b" l="l" r="r" t="t"/>
              <a:pathLst>
                <a:path extrusionOk="0" h="8" w="1">
                  <a:moveTo>
                    <a:pt x="0"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3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35"/>
            <p:cNvSpPr/>
            <p:nvPr/>
          </p:nvSpPr>
          <p:spPr>
            <a:xfrm>
              <a:off x="2786525" y="1885469"/>
              <a:ext cx="54" cy="204"/>
            </a:xfrm>
            <a:custGeom>
              <a:rect b="b" l="l" r="r" t="t"/>
              <a:pathLst>
                <a:path extrusionOk="0" h="15" w="4">
                  <a:moveTo>
                    <a:pt x="4" y="0"/>
                  </a:moveTo>
                  <a:lnTo>
                    <a:pt x="0"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35"/>
            <p:cNvSpPr/>
            <p:nvPr/>
          </p:nvSpPr>
          <p:spPr>
            <a:xfrm>
              <a:off x="2788086" y="1882998"/>
              <a:ext cx="163" cy="204"/>
            </a:xfrm>
            <a:custGeom>
              <a:rect b="b" l="l" r="r" t="t"/>
              <a:pathLst>
                <a:path extrusionOk="0" h="15" w="12">
                  <a:moveTo>
                    <a:pt x="11"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35"/>
            <p:cNvSpPr/>
            <p:nvPr/>
          </p:nvSpPr>
          <p:spPr>
            <a:xfrm>
              <a:off x="2785615" y="1887981"/>
              <a:ext cx="109" cy="163"/>
            </a:xfrm>
            <a:custGeom>
              <a:rect b="b" l="l" r="r" t="t"/>
              <a:pathLst>
                <a:path extrusionOk="0" h="12" w="8">
                  <a:moveTo>
                    <a:pt x="8"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35"/>
            <p:cNvSpPr/>
            <p:nvPr/>
          </p:nvSpPr>
          <p:spPr>
            <a:xfrm>
              <a:off x="2788996" y="1881857"/>
              <a:ext cx="109" cy="149"/>
            </a:xfrm>
            <a:custGeom>
              <a:rect b="b" l="l" r="r" t="t"/>
              <a:pathLst>
                <a:path extrusionOk="0" h="11" w="8">
                  <a:moveTo>
                    <a:pt x="7"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35"/>
            <p:cNvSpPr/>
            <p:nvPr/>
          </p:nvSpPr>
          <p:spPr>
            <a:xfrm>
              <a:off x="2788371" y="1882618"/>
              <a:ext cx="163" cy="149"/>
            </a:xfrm>
            <a:custGeom>
              <a:rect b="b" l="l" r="r" t="t"/>
              <a:pathLst>
                <a:path extrusionOk="0" h="11" w="12">
                  <a:moveTo>
                    <a:pt x="11"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3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35"/>
            <p:cNvSpPr/>
            <p:nvPr/>
          </p:nvSpPr>
          <p:spPr>
            <a:xfrm>
              <a:off x="2786376" y="1885795"/>
              <a:ext cx="68" cy="163"/>
            </a:xfrm>
            <a:custGeom>
              <a:rect b="b" l="l" r="r" t="t"/>
              <a:pathLst>
                <a:path extrusionOk="0" h="12" w="5">
                  <a:moveTo>
                    <a:pt x="4"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35"/>
            <p:cNvSpPr/>
            <p:nvPr/>
          </p:nvSpPr>
          <p:spPr>
            <a:xfrm>
              <a:off x="2786280" y="1886039"/>
              <a:ext cx="68" cy="149"/>
            </a:xfrm>
            <a:custGeom>
              <a:rect b="b" l="l" r="r" t="t"/>
              <a:pathLst>
                <a:path extrusionOk="0" h="11" w="5">
                  <a:moveTo>
                    <a:pt x="4"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35"/>
            <p:cNvSpPr/>
            <p:nvPr/>
          </p:nvSpPr>
          <p:spPr>
            <a:xfrm>
              <a:off x="2787801" y="1883378"/>
              <a:ext cx="163" cy="204"/>
            </a:xfrm>
            <a:custGeom>
              <a:rect b="b" l="l" r="r" t="t"/>
              <a:pathLst>
                <a:path extrusionOk="0" h="15" w="12">
                  <a:moveTo>
                    <a:pt x="11"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35"/>
            <p:cNvSpPr/>
            <p:nvPr/>
          </p:nvSpPr>
          <p:spPr>
            <a:xfrm>
              <a:off x="2788657" y="1882237"/>
              <a:ext cx="163" cy="149"/>
            </a:xfrm>
            <a:custGeom>
              <a:rect b="b" l="l" r="r" t="t"/>
              <a:pathLst>
                <a:path extrusionOk="0" h="11" w="12">
                  <a:moveTo>
                    <a:pt x="11"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3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35"/>
            <p:cNvSpPr/>
            <p:nvPr/>
          </p:nvSpPr>
          <p:spPr>
            <a:xfrm>
              <a:off x="2785289" y="1888320"/>
              <a:ext cx="109" cy="109"/>
            </a:xfrm>
            <a:custGeom>
              <a:rect b="b" l="l" r="r" t="t"/>
              <a:pathLst>
                <a:path extrusionOk="0" h="8" w="8">
                  <a:moveTo>
                    <a:pt x="7"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3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35"/>
            <p:cNvSpPr/>
            <p:nvPr/>
          </p:nvSpPr>
          <p:spPr>
            <a:xfrm>
              <a:off x="2785860" y="1887601"/>
              <a:ext cx="109" cy="163"/>
            </a:xfrm>
            <a:custGeom>
              <a:rect b="b" l="l" r="r" t="t"/>
              <a:pathLst>
                <a:path extrusionOk="0" h="12" w="8">
                  <a:moveTo>
                    <a:pt x="7"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35"/>
            <p:cNvSpPr/>
            <p:nvPr/>
          </p:nvSpPr>
          <p:spPr>
            <a:xfrm>
              <a:off x="2787570" y="1883758"/>
              <a:ext cx="109" cy="204"/>
            </a:xfrm>
            <a:custGeom>
              <a:rect b="b" l="l" r="r" t="t"/>
              <a:pathLst>
                <a:path extrusionOk="0" h="15" w="8">
                  <a:moveTo>
                    <a:pt x="7" y="0"/>
                  </a:moveTo>
                  <a:lnTo>
                    <a:pt x="0"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35"/>
            <p:cNvSpPr/>
            <p:nvPr/>
          </p:nvSpPr>
          <p:spPr>
            <a:xfrm>
              <a:off x="2789281" y="1881572"/>
              <a:ext cx="54" cy="109"/>
            </a:xfrm>
            <a:custGeom>
              <a:rect b="b" l="l" r="r" t="t"/>
              <a:pathLst>
                <a:path extrusionOk="0" h="8" w="4">
                  <a:moveTo>
                    <a:pt x="0" y="7"/>
                  </a:moveTo>
                  <a:lnTo>
                    <a:pt x="4" y="0"/>
                  </a:ln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35"/>
            <p:cNvSpPr/>
            <p:nvPr/>
          </p:nvSpPr>
          <p:spPr>
            <a:xfrm>
              <a:off x="2787285" y="1884138"/>
              <a:ext cx="149" cy="149"/>
            </a:xfrm>
            <a:custGeom>
              <a:rect b="b" l="l" r="r" t="t"/>
              <a:pathLst>
                <a:path extrusionOk="0" h="11" w="11">
                  <a:moveTo>
                    <a:pt x="11"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35"/>
            <p:cNvSpPr/>
            <p:nvPr/>
          </p:nvSpPr>
          <p:spPr>
            <a:xfrm>
              <a:off x="2787041" y="1884464"/>
              <a:ext cx="163" cy="204"/>
            </a:xfrm>
            <a:custGeom>
              <a:rect b="b" l="l" r="r" t="t"/>
              <a:pathLst>
                <a:path extrusionOk="0" h="15" w="12">
                  <a:moveTo>
                    <a:pt x="11"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35"/>
            <p:cNvSpPr/>
            <p:nvPr/>
          </p:nvSpPr>
          <p:spPr>
            <a:xfrm>
              <a:off x="2786851" y="1884844"/>
              <a:ext cx="109" cy="163"/>
            </a:xfrm>
            <a:custGeom>
              <a:rect b="b" l="l" r="r" t="t"/>
              <a:pathLst>
                <a:path extrusionOk="0" h="12" w="8">
                  <a:moveTo>
                    <a:pt x="8"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35"/>
            <p:cNvSpPr/>
            <p:nvPr/>
          </p:nvSpPr>
          <p:spPr>
            <a:xfrm>
              <a:off x="2786715" y="1885184"/>
              <a:ext cx="109" cy="149"/>
            </a:xfrm>
            <a:custGeom>
              <a:rect b="b" l="l" r="r" t="t"/>
              <a:pathLst>
                <a:path extrusionOk="0" h="11" w="8">
                  <a:moveTo>
                    <a:pt x="7"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3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3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35"/>
            <p:cNvSpPr/>
            <p:nvPr/>
          </p:nvSpPr>
          <p:spPr>
            <a:xfrm>
              <a:off x="2797075" y="1875245"/>
              <a:ext cx="14" cy="14"/>
            </a:xfrm>
            <a:custGeom>
              <a:rect b="b" l="l" r="r" t="t"/>
              <a:pathLst>
                <a:path extrusionOk="0" h="1" w="1">
                  <a:moveTo>
                    <a:pt x="1" y="1"/>
                  </a:moveTo>
                  <a:lnTo>
                    <a:pt x="1" y="1"/>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3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3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35"/>
            <p:cNvSpPr/>
            <p:nvPr/>
          </p:nvSpPr>
          <p:spPr>
            <a:xfrm>
              <a:off x="2832960" y="1935570"/>
              <a:ext cx="353" cy="14"/>
            </a:xfrm>
            <a:custGeom>
              <a:rect b="b" l="l" r="r" t="t"/>
              <a:pathLst>
                <a:path extrusionOk="0" h="1" w="26">
                  <a:moveTo>
                    <a:pt x="2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3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35"/>
            <p:cNvSpPr/>
            <p:nvPr/>
          </p:nvSpPr>
          <p:spPr>
            <a:xfrm>
              <a:off x="2835865" y="1934714"/>
              <a:ext cx="149" cy="109"/>
            </a:xfrm>
            <a:custGeom>
              <a:rect b="b" l="l" r="r" t="t"/>
              <a:pathLst>
                <a:path extrusionOk="0" h="8" w="11">
                  <a:moveTo>
                    <a:pt x="0" y="7"/>
                  </a:moveTo>
                  <a:lnTo>
                    <a:pt x="11" y="0"/>
                  </a:ln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35"/>
            <p:cNvSpPr/>
            <p:nvPr/>
          </p:nvSpPr>
          <p:spPr>
            <a:xfrm>
              <a:off x="2833489" y="1935570"/>
              <a:ext cx="339" cy="14"/>
            </a:xfrm>
            <a:custGeom>
              <a:rect b="b" l="l" r="r" t="t"/>
              <a:pathLst>
                <a:path extrusionOk="0" h="1" w="25">
                  <a:moveTo>
                    <a:pt x="25"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3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35"/>
            <p:cNvSpPr/>
            <p:nvPr/>
          </p:nvSpPr>
          <p:spPr>
            <a:xfrm>
              <a:off x="2834671" y="1935230"/>
              <a:ext cx="353" cy="163"/>
            </a:xfrm>
            <a:custGeom>
              <a:rect b="b" l="l" r="r" t="t"/>
              <a:pathLst>
                <a:path extrusionOk="0" h="12" w="26">
                  <a:moveTo>
                    <a:pt x="25"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35"/>
            <p:cNvSpPr/>
            <p:nvPr/>
          </p:nvSpPr>
          <p:spPr>
            <a:xfrm>
              <a:off x="2834060" y="1935421"/>
              <a:ext cx="339" cy="109"/>
            </a:xfrm>
            <a:custGeom>
              <a:rect b="b" l="l" r="r" t="t"/>
              <a:pathLst>
                <a:path extrusionOk="0" h="8" w="25">
                  <a:moveTo>
                    <a:pt x="25"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35"/>
            <p:cNvSpPr/>
            <p:nvPr/>
          </p:nvSpPr>
          <p:spPr>
            <a:xfrm>
              <a:off x="2835241" y="1934945"/>
              <a:ext cx="353" cy="204"/>
            </a:xfrm>
            <a:custGeom>
              <a:rect b="b" l="l" r="r" t="t"/>
              <a:pathLst>
                <a:path extrusionOk="0" h="15" w="26">
                  <a:moveTo>
                    <a:pt x="25"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35"/>
            <p:cNvSpPr/>
            <p:nvPr/>
          </p:nvSpPr>
          <p:spPr>
            <a:xfrm>
              <a:off x="2836056" y="1934714"/>
              <a:ext cx="14" cy="14"/>
            </a:xfrm>
            <a:custGeom>
              <a:rect b="b" l="l" r="r" t="t"/>
              <a:pathLst>
                <a:path extrusionOk="0" h="1" w="1">
                  <a:moveTo>
                    <a:pt x="0"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3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35"/>
            <p:cNvSpPr/>
            <p:nvPr/>
          </p:nvSpPr>
          <p:spPr>
            <a:xfrm>
              <a:off x="2774359" y="1962182"/>
              <a:ext cx="149" cy="258"/>
            </a:xfrm>
            <a:custGeom>
              <a:rect b="b" l="l" r="r" t="t"/>
              <a:pathLst>
                <a:path extrusionOk="0" h="19" w="11">
                  <a:moveTo>
                    <a:pt x="0" y="1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35"/>
            <p:cNvSpPr/>
            <p:nvPr/>
          </p:nvSpPr>
          <p:spPr>
            <a:xfrm>
              <a:off x="2774115" y="1962657"/>
              <a:ext cx="109" cy="204"/>
            </a:xfrm>
            <a:custGeom>
              <a:rect b="b" l="l" r="r" t="t"/>
              <a:pathLst>
                <a:path extrusionOk="0" h="15" w="8">
                  <a:moveTo>
                    <a:pt x="1" y="15"/>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35"/>
            <p:cNvSpPr/>
            <p:nvPr/>
          </p:nvSpPr>
          <p:spPr>
            <a:xfrm>
              <a:off x="2774590" y="1961761"/>
              <a:ext cx="163" cy="204"/>
            </a:xfrm>
            <a:custGeom>
              <a:rect b="b" l="l" r="r" t="t"/>
              <a:pathLst>
                <a:path extrusionOk="0" h="15" w="12">
                  <a:moveTo>
                    <a:pt x="1" y="1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35"/>
            <p:cNvSpPr/>
            <p:nvPr/>
          </p:nvSpPr>
          <p:spPr>
            <a:xfrm>
              <a:off x="2775595" y="1959521"/>
              <a:ext cx="109" cy="258"/>
            </a:xfrm>
            <a:custGeom>
              <a:rect b="b" l="l" r="r" t="t"/>
              <a:pathLst>
                <a:path extrusionOk="0" h="19" w="8">
                  <a:moveTo>
                    <a:pt x="0" y="18"/>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35"/>
            <p:cNvSpPr/>
            <p:nvPr/>
          </p:nvSpPr>
          <p:spPr>
            <a:xfrm>
              <a:off x="2775310" y="1960145"/>
              <a:ext cx="149" cy="394"/>
            </a:xfrm>
            <a:custGeom>
              <a:rect b="b" l="l" r="r" t="t"/>
              <a:pathLst>
                <a:path extrusionOk="0" h="29" w="11">
                  <a:moveTo>
                    <a:pt x="0" y="28"/>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35"/>
            <p:cNvSpPr/>
            <p:nvPr/>
          </p:nvSpPr>
          <p:spPr>
            <a:xfrm>
              <a:off x="2775065" y="1960756"/>
              <a:ext cx="109" cy="258"/>
            </a:xfrm>
            <a:custGeom>
              <a:rect b="b" l="l" r="r" t="t"/>
              <a:pathLst>
                <a:path extrusionOk="0" h="19" w="8">
                  <a:moveTo>
                    <a:pt x="1" y="1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35"/>
            <p:cNvSpPr/>
            <p:nvPr/>
          </p:nvSpPr>
          <p:spPr>
            <a:xfrm>
              <a:off x="2774835" y="1961286"/>
              <a:ext cx="149" cy="244"/>
            </a:xfrm>
            <a:custGeom>
              <a:rect b="b" l="l" r="r" t="t"/>
              <a:pathLst>
                <a:path extrusionOk="0" h="18" w="11">
                  <a:moveTo>
                    <a:pt x="0" y="18"/>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35"/>
            <p:cNvSpPr/>
            <p:nvPr/>
          </p:nvSpPr>
          <p:spPr>
            <a:xfrm>
              <a:off x="2773884" y="1963091"/>
              <a:ext cx="109" cy="204"/>
            </a:xfrm>
            <a:custGeom>
              <a:rect b="b" l="l" r="r" t="t"/>
              <a:pathLst>
                <a:path extrusionOk="0" h="15" w="8">
                  <a:moveTo>
                    <a:pt x="0" y="14"/>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35"/>
            <p:cNvSpPr/>
            <p:nvPr/>
          </p:nvSpPr>
          <p:spPr>
            <a:xfrm>
              <a:off x="2772268" y="1965087"/>
              <a:ext cx="149" cy="109"/>
            </a:xfrm>
            <a:custGeom>
              <a:rect b="b" l="l" r="r" t="t"/>
              <a:pathLst>
                <a:path extrusionOk="0" h="8" w="11">
                  <a:moveTo>
                    <a:pt x="0" y="7"/>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35"/>
            <p:cNvSpPr/>
            <p:nvPr/>
          </p:nvSpPr>
          <p:spPr>
            <a:xfrm>
              <a:off x="2772839" y="1964517"/>
              <a:ext cx="109" cy="149"/>
            </a:xfrm>
            <a:custGeom>
              <a:rect b="b" l="l" r="r" t="t"/>
              <a:pathLst>
                <a:path extrusionOk="0" h="11" w="8">
                  <a:moveTo>
                    <a:pt x="0" y="11"/>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35"/>
            <p:cNvSpPr/>
            <p:nvPr/>
          </p:nvSpPr>
          <p:spPr>
            <a:xfrm>
              <a:off x="2771983" y="1965318"/>
              <a:ext cx="149" cy="68"/>
            </a:xfrm>
            <a:custGeom>
              <a:rect b="b" l="l" r="r" t="t"/>
              <a:pathLst>
                <a:path extrusionOk="0" h="5" w="11">
                  <a:moveTo>
                    <a:pt x="0" y="4"/>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35"/>
            <p:cNvSpPr/>
            <p:nvPr/>
          </p:nvSpPr>
          <p:spPr>
            <a:xfrm>
              <a:off x="2773599" y="1963512"/>
              <a:ext cx="149" cy="204"/>
            </a:xfrm>
            <a:custGeom>
              <a:rect b="b" l="l" r="r" t="t"/>
              <a:pathLst>
                <a:path extrusionOk="0" h="15" w="11">
                  <a:moveTo>
                    <a:pt x="0" y="15"/>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35"/>
            <p:cNvSpPr/>
            <p:nvPr/>
          </p:nvSpPr>
          <p:spPr>
            <a:xfrm>
              <a:off x="2773070" y="1964178"/>
              <a:ext cx="163" cy="204"/>
            </a:xfrm>
            <a:custGeom>
              <a:rect b="b" l="l" r="r" t="t"/>
              <a:pathLst>
                <a:path extrusionOk="0" h="15" w="12">
                  <a:moveTo>
                    <a:pt x="1" y="15"/>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35"/>
            <p:cNvSpPr/>
            <p:nvPr/>
          </p:nvSpPr>
          <p:spPr>
            <a:xfrm>
              <a:off x="2773355" y="1963852"/>
              <a:ext cx="109" cy="204"/>
            </a:xfrm>
            <a:custGeom>
              <a:rect b="b" l="l" r="r" t="t"/>
              <a:pathLst>
                <a:path extrusionOk="0" h="15" w="8">
                  <a:moveTo>
                    <a:pt x="1" y="1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35"/>
            <p:cNvSpPr/>
            <p:nvPr/>
          </p:nvSpPr>
          <p:spPr>
            <a:xfrm>
              <a:off x="2776776" y="1956384"/>
              <a:ext cx="68" cy="299"/>
            </a:xfrm>
            <a:custGeom>
              <a:rect b="b" l="l" r="r" t="t"/>
              <a:pathLst>
                <a:path extrusionOk="0" h="22" w="5">
                  <a:moveTo>
                    <a:pt x="1" y="22"/>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35"/>
            <p:cNvSpPr/>
            <p:nvPr/>
          </p:nvSpPr>
          <p:spPr>
            <a:xfrm>
              <a:off x="2777496" y="1954062"/>
              <a:ext cx="109" cy="204"/>
            </a:xfrm>
            <a:custGeom>
              <a:rect b="b" l="l" r="r" t="t"/>
              <a:pathLst>
                <a:path extrusionOk="0" h="15" w="8">
                  <a:moveTo>
                    <a:pt x="0" y="14"/>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35"/>
            <p:cNvSpPr/>
            <p:nvPr/>
          </p:nvSpPr>
          <p:spPr>
            <a:xfrm>
              <a:off x="2777632" y="1953628"/>
              <a:ext cx="68" cy="204"/>
            </a:xfrm>
            <a:custGeom>
              <a:rect b="b" l="l" r="r" t="t"/>
              <a:pathLst>
                <a:path extrusionOk="0" h="15" w="5">
                  <a:moveTo>
                    <a:pt x="1" y="15"/>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35"/>
            <p:cNvSpPr/>
            <p:nvPr/>
          </p:nvSpPr>
          <p:spPr>
            <a:xfrm>
              <a:off x="2776926" y="1955909"/>
              <a:ext cx="109" cy="258"/>
            </a:xfrm>
            <a:custGeom>
              <a:rect b="b" l="l" r="r" t="t"/>
              <a:pathLst>
                <a:path extrusionOk="0" h="19" w="8">
                  <a:moveTo>
                    <a:pt x="0" y="18"/>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35"/>
            <p:cNvSpPr/>
            <p:nvPr/>
          </p:nvSpPr>
          <p:spPr>
            <a:xfrm>
              <a:off x="2777251" y="1954959"/>
              <a:ext cx="68" cy="204"/>
            </a:xfrm>
            <a:custGeom>
              <a:rect b="b" l="l" r="r" t="t"/>
              <a:pathLst>
                <a:path extrusionOk="0" h="15" w="5">
                  <a:moveTo>
                    <a:pt x="1" y="15"/>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35"/>
            <p:cNvSpPr/>
            <p:nvPr/>
          </p:nvSpPr>
          <p:spPr>
            <a:xfrm>
              <a:off x="2777781" y="1953248"/>
              <a:ext cx="14" cy="109"/>
            </a:xfrm>
            <a:custGeom>
              <a:rect b="b" l="l" r="r" t="t"/>
              <a:pathLst>
                <a:path extrusionOk="0" h="8" w="1">
                  <a:moveTo>
                    <a:pt x="0"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35"/>
            <p:cNvSpPr/>
            <p:nvPr/>
          </p:nvSpPr>
          <p:spPr>
            <a:xfrm>
              <a:off x="2777061" y="1955434"/>
              <a:ext cx="109" cy="258"/>
            </a:xfrm>
            <a:custGeom>
              <a:rect b="b" l="l" r="r" t="t"/>
              <a:pathLst>
                <a:path extrusionOk="0" h="19" w="8">
                  <a:moveTo>
                    <a:pt x="1" y="1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35"/>
            <p:cNvSpPr/>
            <p:nvPr/>
          </p:nvSpPr>
          <p:spPr>
            <a:xfrm>
              <a:off x="2776586" y="1956914"/>
              <a:ext cx="109" cy="244"/>
            </a:xfrm>
            <a:custGeom>
              <a:rect b="b" l="l" r="r" t="t"/>
              <a:pathLst>
                <a:path extrusionOk="0" h="18" w="8">
                  <a:moveTo>
                    <a:pt x="1" y="18"/>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35"/>
            <p:cNvSpPr/>
            <p:nvPr/>
          </p:nvSpPr>
          <p:spPr>
            <a:xfrm>
              <a:off x="2776206" y="1957959"/>
              <a:ext cx="109" cy="244"/>
            </a:xfrm>
            <a:custGeom>
              <a:rect b="b" l="l" r="r" t="t"/>
              <a:pathLst>
                <a:path extrusionOk="0" h="18" w="8">
                  <a:moveTo>
                    <a:pt x="1" y="18"/>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35"/>
            <p:cNvSpPr/>
            <p:nvPr/>
          </p:nvSpPr>
          <p:spPr>
            <a:xfrm>
              <a:off x="2776016" y="1958475"/>
              <a:ext cx="109" cy="258"/>
            </a:xfrm>
            <a:custGeom>
              <a:rect b="b" l="l" r="r" t="t"/>
              <a:pathLst>
                <a:path extrusionOk="0" h="19" w="8">
                  <a:moveTo>
                    <a:pt x="1" y="1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35"/>
            <p:cNvSpPr/>
            <p:nvPr/>
          </p:nvSpPr>
          <p:spPr>
            <a:xfrm>
              <a:off x="2776396" y="1957430"/>
              <a:ext cx="109" cy="258"/>
            </a:xfrm>
            <a:custGeom>
              <a:rect b="b" l="l" r="r" t="t"/>
              <a:pathLst>
                <a:path extrusionOk="0" h="19" w="8">
                  <a:moveTo>
                    <a:pt x="1" y="1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35"/>
            <p:cNvSpPr/>
            <p:nvPr/>
          </p:nvSpPr>
          <p:spPr>
            <a:xfrm>
              <a:off x="2777401" y="1954483"/>
              <a:ext cx="54" cy="258"/>
            </a:xfrm>
            <a:custGeom>
              <a:rect b="b" l="l" r="r" t="t"/>
              <a:pathLst>
                <a:path extrusionOk="0" h="19" w="4">
                  <a:moveTo>
                    <a:pt x="0" y="1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35"/>
            <p:cNvSpPr/>
            <p:nvPr/>
          </p:nvSpPr>
          <p:spPr>
            <a:xfrm>
              <a:off x="2772554" y="1964802"/>
              <a:ext cx="149" cy="149"/>
            </a:xfrm>
            <a:custGeom>
              <a:rect b="b" l="l" r="r" t="t"/>
              <a:pathLst>
                <a:path extrusionOk="0" h="11" w="11">
                  <a:moveTo>
                    <a:pt x="11"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35"/>
            <p:cNvSpPr/>
            <p:nvPr/>
          </p:nvSpPr>
          <p:spPr>
            <a:xfrm>
              <a:off x="2775826" y="1959005"/>
              <a:ext cx="109" cy="244"/>
            </a:xfrm>
            <a:custGeom>
              <a:rect b="b" l="l" r="r" t="t"/>
              <a:pathLst>
                <a:path extrusionOk="0" h="18" w="8">
                  <a:moveTo>
                    <a:pt x="1" y="18"/>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35"/>
            <p:cNvSpPr/>
            <p:nvPr/>
          </p:nvSpPr>
          <p:spPr>
            <a:xfrm>
              <a:off x="2771698" y="1965508"/>
              <a:ext cx="109" cy="68"/>
            </a:xfrm>
            <a:custGeom>
              <a:rect b="b" l="l" r="r" t="t"/>
              <a:pathLst>
                <a:path extrusionOk="0" h="5"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35"/>
            <p:cNvSpPr/>
            <p:nvPr/>
          </p:nvSpPr>
          <p:spPr>
            <a:xfrm>
              <a:off x="2800401" y="1951917"/>
              <a:ext cx="68" cy="68"/>
            </a:xfrm>
            <a:custGeom>
              <a:rect b="b" l="l" r="r" t="t"/>
              <a:pathLst>
                <a:path extrusionOk="0" h="5" w="5">
                  <a:moveTo>
                    <a:pt x="1" y="1"/>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35"/>
            <p:cNvSpPr/>
            <p:nvPr/>
          </p:nvSpPr>
          <p:spPr>
            <a:xfrm>
              <a:off x="2800591" y="1952582"/>
              <a:ext cx="14" cy="109"/>
            </a:xfrm>
            <a:custGeom>
              <a:rect b="b" l="l" r="r" t="t"/>
              <a:pathLst>
                <a:path extrusionOk="0" h="8" w="1">
                  <a:moveTo>
                    <a:pt x="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35"/>
            <p:cNvSpPr/>
            <p:nvPr/>
          </p:nvSpPr>
          <p:spPr>
            <a:xfrm>
              <a:off x="2800591" y="1953017"/>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35"/>
            <p:cNvSpPr/>
            <p:nvPr/>
          </p:nvSpPr>
          <p:spPr>
            <a:xfrm>
              <a:off x="2820930" y="1936276"/>
              <a:ext cx="109" cy="109"/>
            </a:xfrm>
            <a:custGeom>
              <a:rect b="b" l="l" r="r" t="t"/>
              <a:pathLst>
                <a:path extrusionOk="0" h="8" w="8">
                  <a:moveTo>
                    <a:pt x="1" y="1"/>
                  </a:moveTo>
                  <a:lnTo>
                    <a:pt x="8" y="8"/>
                  </a:lnTo>
                  <a:lnTo>
                    <a:pt x="8"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35"/>
            <p:cNvSpPr/>
            <p:nvPr/>
          </p:nvSpPr>
          <p:spPr>
            <a:xfrm>
              <a:off x="2800550" y="195229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35"/>
            <p:cNvSpPr/>
            <p:nvPr/>
          </p:nvSpPr>
          <p:spPr>
            <a:xfrm>
              <a:off x="2783293" y="1890642"/>
              <a:ext cx="54" cy="68"/>
            </a:xfrm>
            <a:custGeom>
              <a:rect b="b" l="l" r="r" t="t"/>
              <a:pathLst>
                <a:path extrusionOk="0" h="5" w="4">
                  <a:moveTo>
                    <a:pt x="4"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35"/>
            <p:cNvSpPr/>
            <p:nvPr/>
          </p:nvSpPr>
          <p:spPr>
            <a:xfrm>
              <a:off x="2821609" y="1933425"/>
              <a:ext cx="0" cy="109"/>
            </a:xfrm>
            <a:custGeom>
              <a:rect b="b" l="l" r="r" t="t"/>
              <a:pathLst>
                <a:path extrusionOk="0" h="8" w="120000">
                  <a:moveTo>
                    <a:pt x="0"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35"/>
            <p:cNvSpPr/>
            <p:nvPr/>
          </p:nvSpPr>
          <p:spPr>
            <a:xfrm>
              <a:off x="2821555" y="1932854"/>
              <a:ext cx="14" cy="163"/>
            </a:xfrm>
            <a:custGeom>
              <a:rect b="b" l="l" r="r" t="t"/>
              <a:pathLst>
                <a:path extrusionOk="0" h="12" w="1">
                  <a:moveTo>
                    <a:pt x="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3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35"/>
            <p:cNvSpPr/>
            <p:nvPr/>
          </p:nvSpPr>
          <p:spPr>
            <a:xfrm>
              <a:off x="2782913" y="1890262"/>
              <a:ext cx="204" cy="163"/>
            </a:xfrm>
            <a:custGeom>
              <a:rect b="b" l="l" r="r" t="t"/>
              <a:pathLst>
                <a:path extrusionOk="0" h="12" w="15">
                  <a:moveTo>
                    <a:pt x="0" y="1"/>
                  </a:moveTo>
                  <a:lnTo>
                    <a:pt x="1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35"/>
            <p:cNvSpPr/>
            <p:nvPr/>
          </p:nvSpPr>
          <p:spPr>
            <a:xfrm>
              <a:off x="2783198" y="1890547"/>
              <a:ext cx="109" cy="109"/>
            </a:xfrm>
            <a:custGeom>
              <a:rect b="b" l="l" r="r" t="t"/>
              <a:pathLst>
                <a:path extrusionOk="0" h="8" w="8">
                  <a:moveTo>
                    <a:pt x="7"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3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35"/>
            <p:cNvSpPr/>
            <p:nvPr/>
          </p:nvSpPr>
          <p:spPr>
            <a:xfrm>
              <a:off x="2821650" y="1933995"/>
              <a:ext cx="14" cy="68"/>
            </a:xfrm>
            <a:custGeom>
              <a:rect b="b" l="l" r="r" t="t"/>
              <a:pathLst>
                <a:path extrusionOk="0" h="5" w="1">
                  <a:moveTo>
                    <a:pt x="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35"/>
            <p:cNvSpPr/>
            <p:nvPr/>
          </p:nvSpPr>
          <p:spPr>
            <a:xfrm>
              <a:off x="2782574" y="1889936"/>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35"/>
            <p:cNvSpPr/>
            <p:nvPr/>
          </p:nvSpPr>
          <p:spPr>
            <a:xfrm>
              <a:off x="2782723" y="1890072"/>
              <a:ext cx="149" cy="109"/>
            </a:xfrm>
            <a:custGeom>
              <a:rect b="b" l="l" r="r" t="t"/>
              <a:pathLst>
                <a:path extrusionOk="0" h="8" w="11">
                  <a:moveTo>
                    <a:pt x="11"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35"/>
            <p:cNvSpPr/>
            <p:nvPr/>
          </p:nvSpPr>
          <p:spPr>
            <a:xfrm>
              <a:off x="2783103" y="1890411"/>
              <a:ext cx="149" cy="149"/>
            </a:xfrm>
            <a:custGeom>
              <a:rect b="b" l="l" r="r" t="t"/>
              <a:pathLst>
                <a:path extrusionOk="0" h="11" w="11">
                  <a:moveTo>
                    <a:pt x="11"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35"/>
            <p:cNvSpPr/>
            <p:nvPr/>
          </p:nvSpPr>
          <p:spPr>
            <a:xfrm>
              <a:off x="2783334" y="1890696"/>
              <a:ext cx="68" cy="54"/>
            </a:xfrm>
            <a:custGeom>
              <a:rect b="b" l="l" r="r" t="t"/>
              <a:pathLst>
                <a:path extrusionOk="0" h="4" w="5">
                  <a:moveTo>
                    <a:pt x="4"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35"/>
            <p:cNvSpPr/>
            <p:nvPr/>
          </p:nvSpPr>
          <p:spPr>
            <a:xfrm>
              <a:off x="2821324" y="1935950"/>
              <a:ext cx="0" cy="14"/>
            </a:xfrm>
            <a:custGeom>
              <a:rect b="b" l="l" r="r" t="t"/>
              <a:pathLst>
                <a:path extrusionOk="0" h="1" w="120000">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35"/>
            <p:cNvSpPr/>
            <p:nvPr/>
          </p:nvSpPr>
          <p:spPr>
            <a:xfrm>
              <a:off x="2821609" y="1934945"/>
              <a:ext cx="0" cy="68"/>
            </a:xfrm>
            <a:custGeom>
              <a:rect b="b" l="l" r="r" t="t"/>
              <a:pathLst>
                <a:path extrusionOk="0" h="5" w="120000">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35"/>
            <p:cNvSpPr/>
            <p:nvPr/>
          </p:nvSpPr>
          <p:spPr>
            <a:xfrm>
              <a:off x="2821650" y="1934429"/>
              <a:ext cx="14" cy="109"/>
            </a:xfrm>
            <a:custGeom>
              <a:rect b="b" l="l" r="r" t="t"/>
              <a:pathLst>
                <a:path extrusionOk="0" h="8" w="1">
                  <a:moveTo>
                    <a:pt x="1" y="7"/>
                  </a:moveTo>
                  <a:lnTo>
                    <a:pt x="1" y="4"/>
                  </a:lnTo>
                  <a:cubicBezTo>
                    <a:pt x="1" y="0"/>
                    <a:pt x="1" y="7"/>
                    <a:pt x="1"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35"/>
            <p:cNvSpPr/>
            <p:nvPr/>
          </p:nvSpPr>
          <p:spPr>
            <a:xfrm>
              <a:off x="2821039" y="1936330"/>
              <a:ext cx="0" cy="54"/>
            </a:xfrm>
            <a:custGeom>
              <a:rect b="b" l="l" r="r" t="t"/>
              <a:pathLst>
                <a:path extrusionOk="0" h="4" w="120000">
                  <a:moveTo>
                    <a:pt x="0" y="4"/>
                  </a:moveTo>
                  <a:lnTo>
                    <a:pt x="0" y="4"/>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35"/>
            <p:cNvSpPr/>
            <p:nvPr/>
          </p:nvSpPr>
          <p:spPr>
            <a:xfrm>
              <a:off x="2821460" y="1935421"/>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3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solidFill>
              <a:schemeClr val="accen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3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3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35"/>
            <p:cNvSpPr/>
            <p:nvPr/>
          </p:nvSpPr>
          <p:spPr>
            <a:xfrm>
              <a:off x="2186141" y="1680883"/>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35"/>
            <p:cNvSpPr/>
            <p:nvPr/>
          </p:nvSpPr>
          <p:spPr>
            <a:xfrm>
              <a:off x="2187187" y="1681358"/>
              <a:ext cx="204" cy="109"/>
            </a:xfrm>
            <a:custGeom>
              <a:rect b="b" l="l" r="r" t="t"/>
              <a:pathLst>
                <a:path extrusionOk="0" h="8" w="15">
                  <a:moveTo>
                    <a:pt x="14"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35"/>
            <p:cNvSpPr/>
            <p:nvPr/>
          </p:nvSpPr>
          <p:spPr>
            <a:xfrm>
              <a:off x="2188327" y="1682024"/>
              <a:ext cx="204" cy="109"/>
            </a:xfrm>
            <a:custGeom>
              <a:rect b="b" l="l" r="r" t="t"/>
              <a:pathLst>
                <a:path extrusionOk="0" h="8" w="15">
                  <a:moveTo>
                    <a:pt x="14"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35"/>
            <p:cNvSpPr/>
            <p:nvPr/>
          </p:nvSpPr>
          <p:spPr>
            <a:xfrm>
              <a:off x="2185571" y="1680652"/>
              <a:ext cx="149" cy="54"/>
            </a:xfrm>
            <a:custGeom>
              <a:rect b="b" l="l" r="r" t="t"/>
              <a:pathLst>
                <a:path extrusionOk="0" h="4" w="11">
                  <a:moveTo>
                    <a:pt x="11"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35"/>
            <p:cNvSpPr/>
            <p:nvPr/>
          </p:nvSpPr>
          <p:spPr>
            <a:xfrm>
              <a:off x="2186657" y="1681128"/>
              <a:ext cx="109" cy="54"/>
            </a:xfrm>
            <a:custGeom>
              <a:rect b="b" l="l" r="r" t="t"/>
              <a:pathLst>
                <a:path extrusionOk="0" h="4" w="8">
                  <a:moveTo>
                    <a:pt x="8"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35"/>
            <p:cNvSpPr/>
            <p:nvPr/>
          </p:nvSpPr>
          <p:spPr>
            <a:xfrm>
              <a:off x="2184756" y="1680313"/>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35"/>
            <p:cNvSpPr/>
            <p:nvPr/>
          </p:nvSpPr>
          <p:spPr>
            <a:xfrm>
              <a:off x="2185137" y="1680462"/>
              <a:ext cx="163" cy="54"/>
            </a:xfrm>
            <a:custGeom>
              <a:rect b="b" l="l" r="r" t="t"/>
              <a:pathLst>
                <a:path extrusionOk="0" h="4" w="12">
                  <a:moveTo>
                    <a:pt x="1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35"/>
            <p:cNvSpPr/>
            <p:nvPr/>
          </p:nvSpPr>
          <p:spPr>
            <a:xfrm>
              <a:off x="2183616" y="167989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35"/>
            <p:cNvSpPr/>
            <p:nvPr/>
          </p:nvSpPr>
          <p:spPr>
            <a:xfrm>
              <a:off x="2175347" y="1698615"/>
              <a:ext cx="163" cy="163"/>
            </a:xfrm>
            <a:custGeom>
              <a:rect b="b" l="l" r="r" t="t"/>
              <a:pathLst>
                <a:path extrusionOk="0" h="12" w="12">
                  <a:moveTo>
                    <a:pt x="1" y="1"/>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35"/>
            <p:cNvSpPr/>
            <p:nvPr/>
          </p:nvSpPr>
          <p:spPr>
            <a:xfrm>
              <a:off x="2176257" y="1699525"/>
              <a:ext cx="54" cy="54"/>
            </a:xfrm>
            <a:custGeom>
              <a:rect b="b" l="l" r="r" t="t"/>
              <a:pathLst>
                <a:path extrusionOk="0" h="4" w="4">
                  <a:moveTo>
                    <a:pt x="4" y="4"/>
                  </a:moveTo>
                  <a:lnTo>
                    <a:pt x="0" y="0"/>
                  </a:ln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35"/>
            <p:cNvSpPr/>
            <p:nvPr/>
          </p:nvSpPr>
          <p:spPr>
            <a:xfrm>
              <a:off x="2187703" y="1681698"/>
              <a:ext cx="258" cy="109"/>
            </a:xfrm>
            <a:custGeom>
              <a:rect b="b" l="l" r="r" t="t"/>
              <a:pathLst>
                <a:path extrusionOk="0" h="8" w="19">
                  <a:moveTo>
                    <a:pt x="18"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3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35"/>
            <p:cNvSpPr/>
            <p:nvPr/>
          </p:nvSpPr>
          <p:spPr>
            <a:xfrm>
              <a:off x="2183711" y="167993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35"/>
            <p:cNvSpPr/>
            <p:nvPr/>
          </p:nvSpPr>
          <p:spPr>
            <a:xfrm>
              <a:off x="2184145" y="1680082"/>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35"/>
            <p:cNvSpPr/>
            <p:nvPr/>
          </p:nvSpPr>
          <p:spPr>
            <a:xfrm>
              <a:off x="2183860" y="1679987"/>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3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3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3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35"/>
            <p:cNvSpPr/>
            <p:nvPr/>
          </p:nvSpPr>
          <p:spPr>
            <a:xfrm>
              <a:off x="2170215" y="1666817"/>
              <a:ext cx="54" cy="68"/>
            </a:xfrm>
            <a:custGeom>
              <a:rect b="b" l="l" r="r" t="t"/>
              <a:pathLst>
                <a:path extrusionOk="0" h="5" w="4">
                  <a:moveTo>
                    <a:pt x="4"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35"/>
            <p:cNvSpPr/>
            <p:nvPr/>
          </p:nvSpPr>
          <p:spPr>
            <a:xfrm>
              <a:off x="2170636" y="1667061"/>
              <a:ext cx="68" cy="54"/>
            </a:xfrm>
            <a:custGeom>
              <a:rect b="b" l="l" r="r" t="t"/>
              <a:pathLst>
                <a:path extrusionOk="0" h="4" w="5">
                  <a:moveTo>
                    <a:pt x="4"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35"/>
            <p:cNvSpPr/>
            <p:nvPr/>
          </p:nvSpPr>
          <p:spPr>
            <a:xfrm>
              <a:off x="2175252" y="1670524"/>
              <a:ext cx="163" cy="109"/>
            </a:xfrm>
            <a:custGeom>
              <a:rect b="b" l="l" r="r" t="t"/>
              <a:pathLst>
                <a:path extrusionOk="0" h="8" w="12">
                  <a:moveTo>
                    <a:pt x="1"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3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35"/>
            <p:cNvSpPr/>
            <p:nvPr/>
          </p:nvSpPr>
          <p:spPr>
            <a:xfrm>
              <a:off x="2175592" y="1670809"/>
              <a:ext cx="109" cy="109"/>
            </a:xfrm>
            <a:custGeom>
              <a:rect b="b" l="l" r="r" t="t"/>
              <a:pathLst>
                <a:path extrusionOk="0" h="8" w="8">
                  <a:moveTo>
                    <a:pt x="7"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35"/>
            <p:cNvSpPr/>
            <p:nvPr/>
          </p:nvSpPr>
          <p:spPr>
            <a:xfrm>
              <a:off x="2174587" y="1669858"/>
              <a:ext cx="163" cy="163"/>
            </a:xfrm>
            <a:custGeom>
              <a:rect b="b" l="l" r="r" t="t"/>
              <a:pathLst>
                <a:path extrusionOk="0" h="12" w="12">
                  <a:moveTo>
                    <a:pt x="1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35"/>
            <p:cNvSpPr/>
            <p:nvPr/>
          </p:nvSpPr>
          <p:spPr>
            <a:xfrm>
              <a:off x="2174207" y="1669573"/>
              <a:ext cx="109" cy="109"/>
            </a:xfrm>
            <a:custGeom>
              <a:rect b="b" l="l" r="r" t="t"/>
              <a:pathLst>
                <a:path extrusionOk="0" h="8" w="8">
                  <a:moveTo>
                    <a:pt x="8"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35"/>
            <p:cNvSpPr/>
            <p:nvPr/>
          </p:nvSpPr>
          <p:spPr>
            <a:xfrm>
              <a:off x="2171070" y="1667346"/>
              <a:ext cx="54" cy="54"/>
            </a:xfrm>
            <a:custGeom>
              <a:rect b="b" l="l" r="r" t="t"/>
              <a:pathLst>
                <a:path extrusionOk="0" h="4" w="4">
                  <a:moveTo>
                    <a:pt x="4"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35"/>
            <p:cNvSpPr/>
            <p:nvPr/>
          </p:nvSpPr>
          <p:spPr>
            <a:xfrm>
              <a:off x="2173786" y="1669247"/>
              <a:ext cx="149" cy="109"/>
            </a:xfrm>
            <a:custGeom>
              <a:rect b="b" l="l" r="r" t="t"/>
              <a:pathLst>
                <a:path extrusionOk="0" h="8" w="11">
                  <a:moveTo>
                    <a:pt x="11"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35"/>
            <p:cNvSpPr/>
            <p:nvPr/>
          </p:nvSpPr>
          <p:spPr>
            <a:xfrm>
              <a:off x="2174926" y="1670198"/>
              <a:ext cx="149" cy="109"/>
            </a:xfrm>
            <a:custGeom>
              <a:rect b="b" l="l" r="r" t="t"/>
              <a:pathLst>
                <a:path extrusionOk="0" h="8" w="11">
                  <a:moveTo>
                    <a:pt x="11"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35"/>
            <p:cNvSpPr/>
            <p:nvPr/>
          </p:nvSpPr>
          <p:spPr>
            <a:xfrm>
              <a:off x="2171546" y="166767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35"/>
            <p:cNvSpPr/>
            <p:nvPr/>
          </p:nvSpPr>
          <p:spPr>
            <a:xfrm>
              <a:off x="2172971" y="1668623"/>
              <a:ext cx="54" cy="68"/>
            </a:xfrm>
            <a:custGeom>
              <a:rect b="b" l="l" r="r" t="t"/>
              <a:pathLst>
                <a:path extrusionOk="0" h="5" w="4">
                  <a:moveTo>
                    <a:pt x="4"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35"/>
            <p:cNvSpPr/>
            <p:nvPr/>
          </p:nvSpPr>
          <p:spPr>
            <a:xfrm>
              <a:off x="2173351" y="1668908"/>
              <a:ext cx="163" cy="109"/>
            </a:xfrm>
            <a:custGeom>
              <a:rect b="b" l="l" r="r" t="t"/>
              <a:pathLst>
                <a:path extrusionOk="0" h="8" w="12">
                  <a:moveTo>
                    <a:pt x="11"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3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35"/>
            <p:cNvSpPr/>
            <p:nvPr/>
          </p:nvSpPr>
          <p:spPr>
            <a:xfrm>
              <a:off x="2168599" y="1663436"/>
              <a:ext cx="54" cy="68"/>
            </a:xfrm>
            <a:custGeom>
              <a:rect b="b" l="l" r="r" t="t"/>
              <a:pathLst>
                <a:path extrusionOk="0" h="5" w="4">
                  <a:moveTo>
                    <a:pt x="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35"/>
            <p:cNvSpPr/>
            <p:nvPr/>
          </p:nvSpPr>
          <p:spPr>
            <a:xfrm>
              <a:off x="2168409" y="1663871"/>
              <a:ext cx="14" cy="54"/>
            </a:xfrm>
            <a:custGeom>
              <a:rect b="b" l="l" r="r" t="t"/>
              <a:pathLst>
                <a:path extrusionOk="0" h="4" w="1">
                  <a:moveTo>
                    <a:pt x="0"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35"/>
            <p:cNvSpPr/>
            <p:nvPr/>
          </p:nvSpPr>
          <p:spPr>
            <a:xfrm>
              <a:off x="2168450" y="1663680"/>
              <a:ext cx="68" cy="149"/>
            </a:xfrm>
            <a:custGeom>
              <a:rect b="b" l="l" r="r" t="t"/>
              <a:pathLst>
                <a:path extrusionOk="0" h="11" w="5">
                  <a:moveTo>
                    <a:pt x="4"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35"/>
            <p:cNvSpPr/>
            <p:nvPr/>
          </p:nvSpPr>
          <p:spPr>
            <a:xfrm>
              <a:off x="2168735" y="166334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35"/>
            <p:cNvSpPr/>
            <p:nvPr/>
          </p:nvSpPr>
          <p:spPr>
            <a:xfrm>
              <a:off x="2168694" y="1663341"/>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35"/>
            <p:cNvSpPr/>
            <p:nvPr/>
          </p:nvSpPr>
          <p:spPr>
            <a:xfrm>
              <a:off x="2168640" y="1663395"/>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35"/>
            <p:cNvSpPr/>
            <p:nvPr/>
          </p:nvSpPr>
          <p:spPr>
            <a:xfrm>
              <a:off x="2168504" y="1663531"/>
              <a:ext cx="54" cy="109"/>
            </a:xfrm>
            <a:custGeom>
              <a:rect b="b" l="l" r="r" t="t"/>
              <a:pathLst>
                <a:path extrusionOk="0" h="8" w="4">
                  <a:moveTo>
                    <a:pt x="4"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3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3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3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3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3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35"/>
            <p:cNvSpPr/>
            <p:nvPr/>
          </p:nvSpPr>
          <p:spPr>
            <a:xfrm>
              <a:off x="2183046" y="1635439"/>
              <a:ext cx="68" cy="68"/>
            </a:xfrm>
            <a:custGeom>
              <a:rect b="b" l="l" r="r" t="t"/>
              <a:pathLst>
                <a:path extrusionOk="0" h="5" w="5">
                  <a:moveTo>
                    <a:pt x="1" y="1"/>
                  </a:moveTo>
                  <a:lnTo>
                    <a:pt x="1" y="1"/>
                  </a:ln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3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3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3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35"/>
            <p:cNvSpPr/>
            <p:nvPr/>
          </p:nvSpPr>
          <p:spPr>
            <a:xfrm>
              <a:off x="2156855" y="1646478"/>
              <a:ext cx="163" cy="54"/>
            </a:xfrm>
            <a:custGeom>
              <a:rect b="b" l="l" r="r" t="t"/>
              <a:pathLst>
                <a:path extrusionOk="0" h="4" w="12">
                  <a:moveTo>
                    <a:pt x="1"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35"/>
            <p:cNvSpPr/>
            <p:nvPr/>
          </p:nvSpPr>
          <p:spPr>
            <a:xfrm>
              <a:off x="2157045" y="1646423"/>
              <a:ext cx="163" cy="68"/>
            </a:xfrm>
            <a:custGeom>
              <a:rect b="b" l="l" r="r" t="t"/>
              <a:pathLst>
                <a:path extrusionOk="0" h="5" w="12">
                  <a:moveTo>
                    <a:pt x="1" y="4"/>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35"/>
            <p:cNvSpPr/>
            <p:nvPr/>
          </p:nvSpPr>
          <p:spPr>
            <a:xfrm>
              <a:off x="2156570" y="1646518"/>
              <a:ext cx="204" cy="68"/>
            </a:xfrm>
            <a:custGeom>
              <a:rect b="b" l="l" r="r" t="t"/>
              <a:pathLst>
                <a:path extrusionOk="0" h="5" w="15">
                  <a:moveTo>
                    <a:pt x="1" y="4"/>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3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3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35"/>
            <p:cNvSpPr/>
            <p:nvPr/>
          </p:nvSpPr>
          <p:spPr>
            <a:xfrm>
              <a:off x="2157235" y="1646383"/>
              <a:ext cx="163" cy="54"/>
            </a:xfrm>
            <a:custGeom>
              <a:rect b="b" l="l" r="r" t="t"/>
              <a:pathLst>
                <a:path extrusionOk="0" h="4" w="12">
                  <a:moveTo>
                    <a:pt x="1"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3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3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3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35"/>
            <p:cNvSpPr/>
            <p:nvPr/>
          </p:nvSpPr>
          <p:spPr>
            <a:xfrm>
              <a:off x="2156244" y="1646614"/>
              <a:ext cx="244" cy="14"/>
            </a:xfrm>
            <a:custGeom>
              <a:rect b="b" l="l" r="r" t="t"/>
              <a:pathLst>
                <a:path extrusionOk="0" h="1" w="18">
                  <a:moveTo>
                    <a:pt x="0" y="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3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3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35"/>
            <p:cNvSpPr/>
            <p:nvPr/>
          </p:nvSpPr>
          <p:spPr>
            <a:xfrm>
              <a:off x="2154248" y="1646614"/>
              <a:ext cx="394" cy="14"/>
            </a:xfrm>
            <a:custGeom>
              <a:rect b="b" l="l" r="r" t="t"/>
              <a:pathLst>
                <a:path extrusionOk="0" h="1" w="29">
                  <a:moveTo>
                    <a:pt x="0" y="1"/>
                  </a:moveTo>
                  <a:lnTo>
                    <a:pt x="2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35"/>
            <p:cNvSpPr/>
            <p:nvPr/>
          </p:nvSpPr>
          <p:spPr>
            <a:xfrm>
              <a:off x="2153813" y="1646573"/>
              <a:ext cx="353" cy="54"/>
            </a:xfrm>
            <a:custGeom>
              <a:rect b="b" l="l" r="r" t="t"/>
              <a:pathLst>
                <a:path extrusionOk="0" h="4" w="26">
                  <a:moveTo>
                    <a:pt x="1" y="0"/>
                  </a:moveTo>
                  <a:lnTo>
                    <a:pt x="2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35"/>
            <p:cNvSpPr/>
            <p:nvPr/>
          </p:nvSpPr>
          <p:spPr>
            <a:xfrm>
              <a:off x="2153433" y="1646518"/>
              <a:ext cx="299" cy="68"/>
            </a:xfrm>
            <a:custGeom>
              <a:rect b="b" l="l" r="r" t="t"/>
              <a:pathLst>
                <a:path extrusionOk="0" h="5" w="22">
                  <a:moveTo>
                    <a:pt x="1" y="1"/>
                  </a:moveTo>
                  <a:lnTo>
                    <a:pt x="22"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3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35"/>
            <p:cNvSpPr/>
            <p:nvPr/>
          </p:nvSpPr>
          <p:spPr>
            <a:xfrm>
              <a:off x="2152958" y="1646478"/>
              <a:ext cx="353" cy="54"/>
            </a:xfrm>
            <a:custGeom>
              <a:rect b="b" l="l" r="r" t="t"/>
              <a:pathLst>
                <a:path extrusionOk="0" h="4" w="26">
                  <a:moveTo>
                    <a:pt x="1" y="0"/>
                  </a:moveTo>
                  <a:lnTo>
                    <a:pt x="2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35"/>
            <p:cNvSpPr/>
            <p:nvPr/>
          </p:nvSpPr>
          <p:spPr>
            <a:xfrm>
              <a:off x="2155864" y="1646614"/>
              <a:ext cx="299" cy="14"/>
            </a:xfrm>
            <a:custGeom>
              <a:rect b="b" l="l" r="r" t="t"/>
              <a:pathLst>
                <a:path extrusionOk="0" h="1" w="22">
                  <a:moveTo>
                    <a:pt x="0" y="1"/>
                  </a:moveTo>
                  <a:lnTo>
                    <a:pt x="2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35"/>
            <p:cNvSpPr/>
            <p:nvPr/>
          </p:nvSpPr>
          <p:spPr>
            <a:xfrm>
              <a:off x="2152768" y="1646423"/>
              <a:ext cx="109" cy="14"/>
            </a:xfrm>
            <a:custGeom>
              <a:rect b="b" l="l" r="r" t="t"/>
              <a:pathLst>
                <a:path extrusionOk="0" h="1" w="8">
                  <a:moveTo>
                    <a:pt x="1" y="1"/>
                  </a:moveTo>
                  <a:lnTo>
                    <a:pt x="1" y="1"/>
                  </a:ln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3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35"/>
            <p:cNvSpPr/>
            <p:nvPr/>
          </p:nvSpPr>
          <p:spPr>
            <a:xfrm>
              <a:off x="2211667" y="1642866"/>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35"/>
            <p:cNvSpPr/>
            <p:nvPr/>
          </p:nvSpPr>
          <p:spPr>
            <a:xfrm>
              <a:off x="2209332" y="1642147"/>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3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35"/>
            <p:cNvSpPr/>
            <p:nvPr/>
          </p:nvSpPr>
          <p:spPr>
            <a:xfrm>
              <a:off x="2212088" y="1642961"/>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35"/>
            <p:cNvSpPr/>
            <p:nvPr/>
          </p:nvSpPr>
          <p:spPr>
            <a:xfrm>
              <a:off x="2209807" y="1642337"/>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35"/>
            <p:cNvSpPr/>
            <p:nvPr/>
          </p:nvSpPr>
          <p:spPr>
            <a:xfrm>
              <a:off x="2209481" y="1642201"/>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35"/>
            <p:cNvSpPr/>
            <p:nvPr/>
          </p:nvSpPr>
          <p:spPr>
            <a:xfrm>
              <a:off x="2209576" y="1642242"/>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35"/>
            <p:cNvSpPr/>
            <p:nvPr/>
          </p:nvSpPr>
          <p:spPr>
            <a:xfrm>
              <a:off x="2209291" y="1642051"/>
              <a:ext cx="14" cy="14"/>
            </a:xfrm>
            <a:custGeom>
              <a:rect b="b" l="l" r="r" t="t"/>
              <a:pathLst>
                <a:path extrusionOk="0" h="1" w="1">
                  <a:moveTo>
                    <a:pt x="0"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35"/>
            <p:cNvSpPr/>
            <p:nvPr/>
          </p:nvSpPr>
          <p:spPr>
            <a:xfrm>
              <a:off x="2209956" y="1642432"/>
              <a:ext cx="109" cy="68"/>
            </a:xfrm>
            <a:custGeom>
              <a:rect b="b" l="l" r="r" t="t"/>
              <a:pathLst>
                <a:path extrusionOk="0" h="5" w="8">
                  <a:moveTo>
                    <a:pt x="0" y="1"/>
                  </a:moveTo>
                  <a:lnTo>
                    <a:pt x="7"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3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35"/>
            <p:cNvSpPr/>
            <p:nvPr/>
          </p:nvSpPr>
          <p:spPr>
            <a:xfrm>
              <a:off x="2209196" y="1642011"/>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35"/>
            <p:cNvSpPr/>
            <p:nvPr/>
          </p:nvSpPr>
          <p:spPr>
            <a:xfrm>
              <a:off x="2210187" y="1642486"/>
              <a:ext cx="109" cy="54"/>
            </a:xfrm>
            <a:custGeom>
              <a:rect b="b" l="l" r="r" t="t"/>
              <a:pathLst>
                <a:path extrusionOk="0" h="4" w="8">
                  <a:moveTo>
                    <a:pt x="1" y="0"/>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35"/>
            <p:cNvSpPr/>
            <p:nvPr/>
          </p:nvSpPr>
          <p:spPr>
            <a:xfrm>
              <a:off x="2210472" y="1642581"/>
              <a:ext cx="109" cy="54"/>
            </a:xfrm>
            <a:custGeom>
              <a:rect b="b" l="l" r="r" t="t"/>
              <a:pathLst>
                <a:path extrusionOk="0" h="4" w="8">
                  <a:moveTo>
                    <a:pt x="1" y="0"/>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3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35"/>
            <p:cNvSpPr/>
            <p:nvPr/>
          </p:nvSpPr>
          <p:spPr>
            <a:xfrm>
              <a:off x="2210757" y="1642676"/>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3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35"/>
            <p:cNvSpPr/>
            <p:nvPr/>
          </p:nvSpPr>
          <p:spPr>
            <a:xfrm>
              <a:off x="2208286" y="1648379"/>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35"/>
            <p:cNvSpPr/>
            <p:nvPr/>
          </p:nvSpPr>
          <p:spPr>
            <a:xfrm>
              <a:off x="2208191" y="1648324"/>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35"/>
            <p:cNvSpPr/>
            <p:nvPr/>
          </p:nvSpPr>
          <p:spPr>
            <a:xfrm>
              <a:off x="2209956" y="1649085"/>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35"/>
            <p:cNvSpPr/>
            <p:nvPr/>
          </p:nvSpPr>
          <p:spPr>
            <a:xfrm>
              <a:off x="2209427" y="1648895"/>
              <a:ext cx="109" cy="68"/>
            </a:xfrm>
            <a:custGeom>
              <a:rect b="b" l="l" r="r" t="t"/>
              <a:pathLst>
                <a:path extrusionOk="0" h="5" w="8">
                  <a:moveTo>
                    <a:pt x="1" y="1"/>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35"/>
            <p:cNvSpPr/>
            <p:nvPr/>
          </p:nvSpPr>
          <p:spPr>
            <a:xfrm>
              <a:off x="2208381" y="1648474"/>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3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35"/>
            <p:cNvSpPr/>
            <p:nvPr/>
          </p:nvSpPr>
          <p:spPr>
            <a:xfrm>
              <a:off x="2208531" y="1648514"/>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35"/>
            <p:cNvSpPr/>
            <p:nvPr/>
          </p:nvSpPr>
          <p:spPr>
            <a:xfrm>
              <a:off x="2208816" y="1648664"/>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35"/>
            <p:cNvSpPr/>
            <p:nvPr/>
          </p:nvSpPr>
          <p:spPr>
            <a:xfrm>
              <a:off x="2209047" y="1648800"/>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3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35"/>
            <p:cNvSpPr/>
            <p:nvPr/>
          </p:nvSpPr>
          <p:spPr>
            <a:xfrm>
              <a:off x="2174492" y="1646328"/>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35"/>
            <p:cNvSpPr/>
            <p:nvPr/>
          </p:nvSpPr>
          <p:spPr>
            <a:xfrm>
              <a:off x="2174356" y="164647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35"/>
            <p:cNvSpPr/>
            <p:nvPr/>
          </p:nvSpPr>
          <p:spPr>
            <a:xfrm>
              <a:off x="2174166" y="164666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35"/>
            <p:cNvSpPr/>
            <p:nvPr/>
          </p:nvSpPr>
          <p:spPr>
            <a:xfrm>
              <a:off x="2174587" y="164623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35"/>
            <p:cNvSpPr/>
            <p:nvPr/>
          </p:nvSpPr>
          <p:spPr>
            <a:xfrm>
              <a:off x="2173732" y="164727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35"/>
            <p:cNvSpPr/>
            <p:nvPr/>
          </p:nvSpPr>
          <p:spPr>
            <a:xfrm>
              <a:off x="2173976" y="1646899"/>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3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35"/>
            <p:cNvSpPr/>
            <p:nvPr/>
          </p:nvSpPr>
          <p:spPr>
            <a:xfrm>
              <a:off x="2174682" y="164623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35"/>
            <p:cNvSpPr/>
            <p:nvPr/>
          </p:nvSpPr>
          <p:spPr>
            <a:xfrm>
              <a:off x="2185517" y="1639390"/>
              <a:ext cx="299" cy="163"/>
            </a:xfrm>
            <a:custGeom>
              <a:rect b="b" l="l" r="r" t="t"/>
              <a:pathLst>
                <a:path extrusionOk="0" h="12" w="22">
                  <a:moveTo>
                    <a:pt x="22" y="1"/>
                  </a:moveTo>
                  <a:lnTo>
                    <a:pt x="1" y="11"/>
                  </a:ln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35"/>
            <p:cNvSpPr/>
            <p:nvPr/>
          </p:nvSpPr>
          <p:spPr>
            <a:xfrm>
              <a:off x="2184906" y="1639635"/>
              <a:ext cx="489" cy="339"/>
            </a:xfrm>
            <a:custGeom>
              <a:rect b="b" l="l" r="r" t="t"/>
              <a:pathLst>
                <a:path extrusionOk="0" h="25" w="36">
                  <a:moveTo>
                    <a:pt x="0" y="25"/>
                  </a:moveTo>
                  <a:lnTo>
                    <a:pt x="3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35"/>
            <p:cNvSpPr/>
            <p:nvPr/>
          </p:nvSpPr>
          <p:spPr>
            <a:xfrm>
              <a:off x="2173501" y="1647713"/>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35"/>
            <p:cNvSpPr/>
            <p:nvPr/>
          </p:nvSpPr>
          <p:spPr>
            <a:xfrm>
              <a:off x="2184376" y="1640056"/>
              <a:ext cx="353" cy="299"/>
            </a:xfrm>
            <a:custGeom>
              <a:rect b="b" l="l" r="r" t="t"/>
              <a:pathLst>
                <a:path extrusionOk="0" h="22" w="26">
                  <a:moveTo>
                    <a:pt x="1" y="22"/>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3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35"/>
            <p:cNvSpPr/>
            <p:nvPr/>
          </p:nvSpPr>
          <p:spPr>
            <a:xfrm>
              <a:off x="2183860" y="1640490"/>
              <a:ext cx="339" cy="244"/>
            </a:xfrm>
            <a:custGeom>
              <a:rect b="b" l="l" r="r" t="t"/>
              <a:pathLst>
                <a:path extrusionOk="0" h="18" w="25">
                  <a:moveTo>
                    <a:pt x="0" y="18"/>
                  </a:move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35"/>
            <p:cNvSpPr/>
            <p:nvPr/>
          </p:nvSpPr>
          <p:spPr>
            <a:xfrm>
              <a:off x="2183385" y="1640911"/>
              <a:ext cx="339" cy="258"/>
            </a:xfrm>
            <a:custGeom>
              <a:rect b="b" l="l" r="r" t="t"/>
              <a:pathLst>
                <a:path extrusionOk="0" h="19" w="25">
                  <a:moveTo>
                    <a:pt x="0" y="18"/>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35"/>
            <p:cNvSpPr/>
            <p:nvPr/>
          </p:nvSpPr>
          <p:spPr>
            <a:xfrm>
              <a:off x="2173501" y="1647754"/>
              <a:ext cx="14" cy="14"/>
            </a:xfrm>
            <a:custGeom>
              <a:rect b="b" l="l" r="r" t="t"/>
              <a:pathLst>
                <a:path extrusionOk="0" h="1" w="1">
                  <a:moveTo>
                    <a:pt x="0"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3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3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3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3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35"/>
            <p:cNvSpPr/>
            <p:nvPr/>
          </p:nvSpPr>
          <p:spPr>
            <a:xfrm>
              <a:off x="2073244" y="1623043"/>
              <a:ext cx="258" cy="54"/>
            </a:xfrm>
            <a:custGeom>
              <a:rect b="b" l="l" r="r" t="t"/>
              <a:pathLst>
                <a:path extrusionOk="0" h="4" w="19">
                  <a:moveTo>
                    <a:pt x="1" y="0"/>
                  </a:moveTo>
                  <a:lnTo>
                    <a:pt x="1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3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35"/>
            <p:cNvSpPr/>
            <p:nvPr/>
          </p:nvSpPr>
          <p:spPr>
            <a:xfrm>
              <a:off x="2074480" y="162336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35"/>
            <p:cNvSpPr/>
            <p:nvPr/>
          </p:nvSpPr>
          <p:spPr>
            <a:xfrm>
              <a:off x="2072769" y="1622853"/>
              <a:ext cx="258" cy="109"/>
            </a:xfrm>
            <a:custGeom>
              <a:rect b="b" l="l" r="r" t="t"/>
              <a:pathLst>
                <a:path extrusionOk="0" h="8" w="19">
                  <a:moveTo>
                    <a:pt x="1" y="0"/>
                  </a:moveTo>
                  <a:lnTo>
                    <a:pt x="18"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35"/>
            <p:cNvSpPr/>
            <p:nvPr/>
          </p:nvSpPr>
          <p:spPr>
            <a:xfrm>
              <a:off x="2072253" y="1622609"/>
              <a:ext cx="299" cy="109"/>
            </a:xfrm>
            <a:custGeom>
              <a:rect b="b" l="l" r="r" t="t"/>
              <a:pathLst>
                <a:path extrusionOk="0" h="8" w="22">
                  <a:moveTo>
                    <a:pt x="0" y="1"/>
                  </a:moveTo>
                  <a:lnTo>
                    <a:pt x="2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35"/>
            <p:cNvSpPr/>
            <p:nvPr/>
          </p:nvSpPr>
          <p:spPr>
            <a:xfrm>
              <a:off x="2074005" y="1623274"/>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35"/>
            <p:cNvSpPr/>
            <p:nvPr/>
          </p:nvSpPr>
          <p:spPr>
            <a:xfrm>
              <a:off x="2073679" y="1623179"/>
              <a:ext cx="149" cy="68"/>
            </a:xfrm>
            <a:custGeom>
              <a:rect b="b" l="l" r="r" t="t"/>
              <a:pathLst>
                <a:path extrusionOk="0" h="5" w="11">
                  <a:moveTo>
                    <a:pt x="0" y="1"/>
                  </a:moveTo>
                  <a:lnTo>
                    <a:pt x="1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35"/>
            <p:cNvSpPr/>
            <p:nvPr/>
          </p:nvSpPr>
          <p:spPr>
            <a:xfrm>
              <a:off x="2074249" y="1623328"/>
              <a:ext cx="109" cy="14"/>
            </a:xfrm>
            <a:custGeom>
              <a:rect b="b" l="l" r="r" t="t"/>
              <a:pathLst>
                <a:path extrusionOk="0" h="1" w="8">
                  <a:moveTo>
                    <a:pt x="0" y="0"/>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3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35"/>
            <p:cNvSpPr/>
            <p:nvPr/>
          </p:nvSpPr>
          <p:spPr>
            <a:xfrm>
              <a:off x="2091031" y="1635724"/>
              <a:ext cx="54" cy="204"/>
            </a:xfrm>
            <a:custGeom>
              <a:rect b="b" l="l" r="r" t="t"/>
              <a:pathLst>
                <a:path extrusionOk="0" h="15" w="4">
                  <a:moveTo>
                    <a:pt x="4" y="1"/>
                  </a:move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35"/>
            <p:cNvSpPr/>
            <p:nvPr/>
          </p:nvSpPr>
          <p:spPr>
            <a:xfrm>
              <a:off x="2091167" y="1635208"/>
              <a:ext cx="109" cy="204"/>
            </a:xfrm>
            <a:custGeom>
              <a:rect b="b" l="l" r="r" t="t"/>
              <a:pathLst>
                <a:path extrusionOk="0" h="15" w="8">
                  <a:moveTo>
                    <a:pt x="8"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35"/>
            <p:cNvSpPr/>
            <p:nvPr/>
          </p:nvSpPr>
          <p:spPr>
            <a:xfrm>
              <a:off x="2091547" y="1634353"/>
              <a:ext cx="109" cy="149"/>
            </a:xfrm>
            <a:custGeom>
              <a:rect b="b" l="l" r="r" t="t"/>
              <a:pathLst>
                <a:path extrusionOk="0" h="11" w="8">
                  <a:moveTo>
                    <a:pt x="8"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35"/>
            <p:cNvSpPr/>
            <p:nvPr/>
          </p:nvSpPr>
          <p:spPr>
            <a:xfrm>
              <a:off x="2092362" y="1633213"/>
              <a:ext cx="109" cy="109"/>
            </a:xfrm>
            <a:custGeom>
              <a:rect b="b" l="l" r="r" t="t"/>
              <a:pathLst>
                <a:path extrusionOk="0" h="8" w="8">
                  <a:moveTo>
                    <a:pt x="7"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35"/>
            <p:cNvSpPr/>
            <p:nvPr/>
          </p:nvSpPr>
          <p:spPr>
            <a:xfrm>
              <a:off x="2092117" y="1633593"/>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35"/>
            <p:cNvSpPr/>
            <p:nvPr/>
          </p:nvSpPr>
          <p:spPr>
            <a:xfrm>
              <a:off x="2092647" y="1632927"/>
              <a:ext cx="109" cy="109"/>
            </a:xfrm>
            <a:custGeom>
              <a:rect b="b" l="l" r="r" t="t"/>
              <a:pathLst>
                <a:path extrusionOk="0" h="8" w="8">
                  <a:moveTo>
                    <a:pt x="0" y="7"/>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35"/>
            <p:cNvSpPr/>
            <p:nvPr/>
          </p:nvSpPr>
          <p:spPr>
            <a:xfrm>
              <a:off x="2091832" y="1633973"/>
              <a:ext cx="68" cy="109"/>
            </a:xfrm>
            <a:custGeom>
              <a:rect b="b" l="l" r="r" t="t"/>
              <a:pathLst>
                <a:path extrusionOk="0" h="8" w="5">
                  <a:moveTo>
                    <a:pt x="4"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35"/>
            <p:cNvSpPr/>
            <p:nvPr/>
          </p:nvSpPr>
          <p:spPr>
            <a:xfrm>
              <a:off x="2090746" y="1637734"/>
              <a:ext cx="14" cy="95"/>
            </a:xfrm>
            <a:custGeom>
              <a:rect b="b" l="l" r="r" t="t"/>
              <a:pathLst>
                <a:path extrusionOk="0" h="7" w="1">
                  <a:moveTo>
                    <a:pt x="0"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35"/>
            <p:cNvSpPr/>
            <p:nvPr/>
          </p:nvSpPr>
          <p:spPr>
            <a:xfrm>
              <a:off x="2093448" y="1632262"/>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3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3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35"/>
            <p:cNvSpPr/>
            <p:nvPr/>
          </p:nvSpPr>
          <p:spPr>
            <a:xfrm>
              <a:off x="2091357" y="1634774"/>
              <a:ext cx="109" cy="163"/>
            </a:xfrm>
            <a:custGeom>
              <a:rect b="b" l="l" r="r" t="t"/>
              <a:pathLst>
                <a:path extrusionOk="0" h="12" w="8">
                  <a:moveTo>
                    <a:pt x="8"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35"/>
            <p:cNvSpPr/>
            <p:nvPr/>
          </p:nvSpPr>
          <p:spPr>
            <a:xfrm>
              <a:off x="2093163" y="1632452"/>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35"/>
            <p:cNvSpPr/>
            <p:nvPr/>
          </p:nvSpPr>
          <p:spPr>
            <a:xfrm>
              <a:off x="2092878" y="1632683"/>
              <a:ext cx="163" cy="109"/>
            </a:xfrm>
            <a:custGeom>
              <a:rect b="b" l="l" r="r" t="t"/>
              <a:pathLst>
                <a:path extrusionOk="0" h="8" w="12">
                  <a:moveTo>
                    <a:pt x="1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3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3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35"/>
            <p:cNvSpPr/>
            <p:nvPr/>
          </p:nvSpPr>
          <p:spPr>
            <a:xfrm>
              <a:off x="2214654" y="1654841"/>
              <a:ext cx="353" cy="244"/>
            </a:xfrm>
            <a:custGeom>
              <a:rect b="b" l="l" r="r" t="t"/>
              <a:pathLst>
                <a:path extrusionOk="0" h="18" w="26">
                  <a:moveTo>
                    <a:pt x="1" y="18"/>
                  </a:moveTo>
                  <a:lnTo>
                    <a:pt x="25" y="0"/>
                  </a:ln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3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35"/>
            <p:cNvSpPr/>
            <p:nvPr/>
          </p:nvSpPr>
          <p:spPr>
            <a:xfrm>
              <a:off x="2215319" y="1654502"/>
              <a:ext cx="109" cy="68"/>
            </a:xfrm>
            <a:custGeom>
              <a:rect b="b" l="l" r="r" t="t"/>
              <a:pathLst>
                <a:path extrusionOk="0" h="5" w="8">
                  <a:moveTo>
                    <a:pt x="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35"/>
            <p:cNvSpPr/>
            <p:nvPr/>
          </p:nvSpPr>
          <p:spPr>
            <a:xfrm>
              <a:off x="2213948" y="1655127"/>
              <a:ext cx="679" cy="434"/>
            </a:xfrm>
            <a:custGeom>
              <a:rect b="b" l="l" r="r" t="t"/>
              <a:pathLst>
                <a:path extrusionOk="0" h="32" w="50">
                  <a:moveTo>
                    <a:pt x="49" y="0"/>
                  </a:moveTo>
                  <a:lnTo>
                    <a:pt x="0"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35"/>
            <p:cNvSpPr/>
            <p:nvPr/>
          </p:nvSpPr>
          <p:spPr>
            <a:xfrm>
              <a:off x="2215659" y="1654122"/>
              <a:ext cx="109" cy="163"/>
            </a:xfrm>
            <a:custGeom>
              <a:rect b="b" l="l" r="r" t="t"/>
              <a:pathLst>
                <a:path extrusionOk="0" h="12" w="8">
                  <a:moveTo>
                    <a:pt x="7"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3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35"/>
            <p:cNvSpPr/>
            <p:nvPr/>
          </p:nvSpPr>
          <p:spPr>
            <a:xfrm>
              <a:off x="2249548" y="1656498"/>
              <a:ext cx="149" cy="204"/>
            </a:xfrm>
            <a:custGeom>
              <a:rect b="b" l="l" r="r" t="t"/>
              <a:pathLst>
                <a:path extrusionOk="0" h="15" w="11">
                  <a:moveTo>
                    <a:pt x="11"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35"/>
            <p:cNvSpPr/>
            <p:nvPr/>
          </p:nvSpPr>
          <p:spPr>
            <a:xfrm>
              <a:off x="2249304" y="1656172"/>
              <a:ext cx="163" cy="204"/>
            </a:xfrm>
            <a:custGeom>
              <a:rect b="b" l="l" r="r" t="t"/>
              <a:pathLst>
                <a:path extrusionOk="0" h="15" w="12">
                  <a:moveTo>
                    <a:pt x="11"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3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3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3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3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35"/>
            <p:cNvSpPr/>
            <p:nvPr/>
          </p:nvSpPr>
          <p:spPr>
            <a:xfrm>
              <a:off x="2250119" y="1657313"/>
              <a:ext cx="149" cy="204"/>
            </a:xfrm>
            <a:custGeom>
              <a:rect b="b" l="l" r="r" t="t"/>
              <a:pathLst>
                <a:path extrusionOk="0" h="15" w="11">
                  <a:moveTo>
                    <a:pt x="11"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35"/>
            <p:cNvSpPr/>
            <p:nvPr/>
          </p:nvSpPr>
          <p:spPr>
            <a:xfrm>
              <a:off x="2249928" y="1657068"/>
              <a:ext cx="109" cy="163"/>
            </a:xfrm>
            <a:custGeom>
              <a:rect b="b" l="l" r="r" t="t"/>
              <a:pathLst>
                <a:path extrusionOk="0" h="12" w="8">
                  <a:moveTo>
                    <a:pt x="7"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3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35"/>
            <p:cNvSpPr/>
            <p:nvPr/>
          </p:nvSpPr>
          <p:spPr>
            <a:xfrm>
              <a:off x="2249738" y="1656837"/>
              <a:ext cx="149" cy="149"/>
            </a:xfrm>
            <a:custGeom>
              <a:rect b="b" l="l" r="r" t="t"/>
              <a:pathLst>
                <a:path extrusionOk="0" h="11" w="11">
                  <a:moveTo>
                    <a:pt x="11"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3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35"/>
            <p:cNvSpPr/>
            <p:nvPr/>
          </p:nvSpPr>
          <p:spPr>
            <a:xfrm>
              <a:off x="2247933" y="1653796"/>
              <a:ext cx="149" cy="299"/>
            </a:xfrm>
            <a:custGeom>
              <a:rect b="b" l="l" r="r" t="t"/>
              <a:pathLst>
                <a:path extrusionOk="0" h="22" w="11">
                  <a:moveTo>
                    <a:pt x="11" y="2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35"/>
            <p:cNvSpPr/>
            <p:nvPr/>
          </p:nvSpPr>
          <p:spPr>
            <a:xfrm>
              <a:off x="2255482" y="167542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35"/>
            <p:cNvSpPr/>
            <p:nvPr/>
          </p:nvSpPr>
          <p:spPr>
            <a:xfrm>
              <a:off x="2248258" y="1654366"/>
              <a:ext cx="163" cy="244"/>
            </a:xfrm>
            <a:custGeom>
              <a:rect b="b" l="l" r="r" t="t"/>
              <a:pathLst>
                <a:path extrusionOk="0" h="18" w="12">
                  <a:moveTo>
                    <a:pt x="11" y="1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35"/>
            <p:cNvSpPr/>
            <p:nvPr/>
          </p:nvSpPr>
          <p:spPr>
            <a:xfrm>
              <a:off x="2245977" y="1650225"/>
              <a:ext cx="163" cy="353"/>
            </a:xfrm>
            <a:custGeom>
              <a:rect b="b" l="l" r="r" t="t"/>
              <a:pathLst>
                <a:path extrusionOk="0" h="26" w="12">
                  <a:moveTo>
                    <a:pt x="1" y="1"/>
                  </a:moveTo>
                  <a:lnTo>
                    <a:pt x="11" y="25"/>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35"/>
            <p:cNvSpPr/>
            <p:nvPr/>
          </p:nvSpPr>
          <p:spPr>
            <a:xfrm>
              <a:off x="2247593" y="1653226"/>
              <a:ext cx="204" cy="339"/>
            </a:xfrm>
            <a:custGeom>
              <a:rect b="b" l="l" r="r" t="t"/>
              <a:pathLst>
                <a:path extrusionOk="0" h="25" w="15">
                  <a:moveTo>
                    <a:pt x="15" y="2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35"/>
            <p:cNvSpPr/>
            <p:nvPr/>
          </p:nvSpPr>
          <p:spPr>
            <a:xfrm>
              <a:off x="2247267" y="1652601"/>
              <a:ext cx="149" cy="353"/>
            </a:xfrm>
            <a:custGeom>
              <a:rect b="b" l="l" r="r" t="t"/>
              <a:pathLst>
                <a:path extrusionOk="0" h="26" w="11">
                  <a:moveTo>
                    <a:pt x="11"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35"/>
            <p:cNvSpPr/>
            <p:nvPr/>
          </p:nvSpPr>
          <p:spPr>
            <a:xfrm>
              <a:off x="2246697" y="1651610"/>
              <a:ext cx="394" cy="679"/>
            </a:xfrm>
            <a:custGeom>
              <a:rect b="b" l="l" r="r" t="t"/>
              <a:pathLst>
                <a:path extrusionOk="0" h="50" w="29">
                  <a:moveTo>
                    <a:pt x="28" y="49"/>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35"/>
            <p:cNvSpPr/>
            <p:nvPr/>
          </p:nvSpPr>
          <p:spPr>
            <a:xfrm>
              <a:off x="2246317" y="1650890"/>
              <a:ext cx="244" cy="448"/>
            </a:xfrm>
            <a:custGeom>
              <a:rect b="b" l="l" r="r" t="t"/>
              <a:pathLst>
                <a:path extrusionOk="0" h="33" w="18">
                  <a:moveTo>
                    <a:pt x="18" y="32"/>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35"/>
            <p:cNvSpPr/>
            <p:nvPr/>
          </p:nvSpPr>
          <p:spPr>
            <a:xfrm>
              <a:off x="2249073" y="1655792"/>
              <a:ext cx="149" cy="204"/>
            </a:xfrm>
            <a:custGeom>
              <a:rect b="b" l="l" r="r" t="t"/>
              <a:pathLst>
                <a:path extrusionOk="0" h="15" w="11">
                  <a:moveTo>
                    <a:pt x="11"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35"/>
            <p:cNvSpPr/>
            <p:nvPr/>
          </p:nvSpPr>
          <p:spPr>
            <a:xfrm>
              <a:off x="2248829" y="1655357"/>
              <a:ext cx="163" cy="204"/>
            </a:xfrm>
            <a:custGeom>
              <a:rect b="b" l="l" r="r" t="t"/>
              <a:pathLst>
                <a:path extrusionOk="0" h="15" w="12">
                  <a:moveTo>
                    <a:pt x="11"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35"/>
            <p:cNvSpPr/>
            <p:nvPr/>
          </p:nvSpPr>
          <p:spPr>
            <a:xfrm>
              <a:off x="2248544" y="1654882"/>
              <a:ext cx="163" cy="258"/>
            </a:xfrm>
            <a:custGeom>
              <a:rect b="b" l="l" r="r" t="t"/>
              <a:pathLst>
                <a:path extrusionOk="0" h="19" w="12">
                  <a:moveTo>
                    <a:pt x="11" y="1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3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3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35"/>
            <p:cNvSpPr/>
            <p:nvPr/>
          </p:nvSpPr>
          <p:spPr>
            <a:xfrm>
              <a:off x="2250784" y="1708364"/>
              <a:ext cx="204" cy="54"/>
            </a:xfrm>
            <a:custGeom>
              <a:rect b="b" l="l" r="r" t="t"/>
              <a:pathLst>
                <a:path extrusionOk="0" h="4" w="15">
                  <a:moveTo>
                    <a:pt x="14"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35"/>
            <p:cNvSpPr/>
            <p:nvPr/>
          </p:nvSpPr>
          <p:spPr>
            <a:xfrm>
              <a:off x="2240845" y="1709600"/>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35"/>
            <p:cNvSpPr/>
            <p:nvPr/>
          </p:nvSpPr>
          <p:spPr>
            <a:xfrm>
              <a:off x="2251015" y="1708269"/>
              <a:ext cx="258" cy="109"/>
            </a:xfrm>
            <a:custGeom>
              <a:rect b="b" l="l" r="r" t="t"/>
              <a:pathLst>
                <a:path extrusionOk="0" h="8" w="19">
                  <a:moveTo>
                    <a:pt x="1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35"/>
            <p:cNvSpPr/>
            <p:nvPr/>
          </p:nvSpPr>
          <p:spPr>
            <a:xfrm>
              <a:off x="2251259" y="1708215"/>
              <a:ext cx="204" cy="109"/>
            </a:xfrm>
            <a:custGeom>
              <a:rect b="b" l="l" r="r" t="t"/>
              <a:pathLst>
                <a:path extrusionOk="0" h="8" w="15">
                  <a:moveTo>
                    <a:pt x="14" y="1"/>
                  </a:moveTo>
                  <a:lnTo>
                    <a:pt x="14" y="1"/>
                  </a:ln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 name="Google Shape;2272;p3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3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3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35"/>
            <p:cNvSpPr/>
            <p:nvPr/>
          </p:nvSpPr>
          <p:spPr>
            <a:xfrm>
              <a:off x="2250214" y="1708459"/>
              <a:ext cx="204" cy="14"/>
            </a:xfrm>
            <a:custGeom>
              <a:rect b="b" l="l" r="r" t="t"/>
              <a:pathLst>
                <a:path extrusionOk="0" h="1" w="15">
                  <a:moveTo>
                    <a:pt x="1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3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3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3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35"/>
            <p:cNvSpPr/>
            <p:nvPr/>
          </p:nvSpPr>
          <p:spPr>
            <a:xfrm>
              <a:off x="2255631" y="1693578"/>
              <a:ext cx="299" cy="109"/>
            </a:xfrm>
            <a:custGeom>
              <a:rect b="b" l="l" r="r" t="t"/>
              <a:pathLst>
                <a:path extrusionOk="0" h="8" w="22">
                  <a:moveTo>
                    <a:pt x="21"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3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35"/>
            <p:cNvSpPr/>
            <p:nvPr/>
          </p:nvSpPr>
          <p:spPr>
            <a:xfrm>
              <a:off x="2247023" y="1689396"/>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35"/>
            <p:cNvSpPr/>
            <p:nvPr/>
          </p:nvSpPr>
          <p:spPr>
            <a:xfrm>
              <a:off x="2213283" y="1690197"/>
              <a:ext cx="54" cy="14"/>
            </a:xfrm>
            <a:custGeom>
              <a:rect b="b" l="l" r="r" t="t"/>
              <a:pathLst>
                <a:path extrusionOk="0" h="1" w="4">
                  <a:moveTo>
                    <a:pt x="0" y="1"/>
                  </a:moveTo>
                  <a:lnTo>
                    <a:pt x="4" y="1"/>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35"/>
            <p:cNvSpPr/>
            <p:nvPr/>
          </p:nvSpPr>
          <p:spPr>
            <a:xfrm>
              <a:off x="2253581" y="1692668"/>
              <a:ext cx="163" cy="109"/>
            </a:xfrm>
            <a:custGeom>
              <a:rect b="b" l="l" r="r" t="t"/>
              <a:pathLst>
                <a:path extrusionOk="0" h="8" w="12">
                  <a:moveTo>
                    <a:pt x="1"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35"/>
            <p:cNvSpPr/>
            <p:nvPr/>
          </p:nvSpPr>
          <p:spPr>
            <a:xfrm>
              <a:off x="2214233" y="1690822"/>
              <a:ext cx="54" cy="54"/>
            </a:xfrm>
            <a:custGeom>
              <a:rect b="b" l="l" r="r" t="t"/>
              <a:pathLst>
                <a:path extrusionOk="0" h="4" w="4">
                  <a:moveTo>
                    <a:pt x="4"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35"/>
            <p:cNvSpPr/>
            <p:nvPr/>
          </p:nvSpPr>
          <p:spPr>
            <a:xfrm>
              <a:off x="2253296" y="1692533"/>
              <a:ext cx="109" cy="54"/>
            </a:xfrm>
            <a:custGeom>
              <a:rect b="b" l="l" r="r" t="t"/>
              <a:pathLst>
                <a:path extrusionOk="0" h="4" w="8">
                  <a:moveTo>
                    <a:pt x="1" y="0"/>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35"/>
            <p:cNvSpPr/>
            <p:nvPr/>
          </p:nvSpPr>
          <p:spPr>
            <a:xfrm>
              <a:off x="2254056" y="1692913"/>
              <a:ext cx="163" cy="54"/>
            </a:xfrm>
            <a:custGeom>
              <a:rect b="b" l="l" r="r" t="t"/>
              <a:pathLst>
                <a:path extrusionOk="0" h="4" w="12">
                  <a:moveTo>
                    <a:pt x="1" y="0"/>
                  </a:moveTo>
                  <a:lnTo>
                    <a:pt x="1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35"/>
            <p:cNvSpPr/>
            <p:nvPr/>
          </p:nvSpPr>
          <p:spPr>
            <a:xfrm>
              <a:off x="2253011" y="1692383"/>
              <a:ext cx="163" cy="68"/>
            </a:xfrm>
            <a:custGeom>
              <a:rect b="b" l="l" r="r" t="t"/>
              <a:pathLst>
                <a:path extrusionOk="0" h="5" w="12">
                  <a:moveTo>
                    <a:pt x="1" y="1"/>
                  </a:moveTo>
                  <a:lnTo>
                    <a:pt x="1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35"/>
            <p:cNvSpPr/>
            <p:nvPr/>
          </p:nvSpPr>
          <p:spPr>
            <a:xfrm>
              <a:off x="2213758" y="1690482"/>
              <a:ext cx="109" cy="68"/>
            </a:xfrm>
            <a:custGeom>
              <a:rect b="b" l="l" r="r" t="t"/>
              <a:pathLst>
                <a:path extrusionOk="0" h="5" w="8">
                  <a:moveTo>
                    <a:pt x="7"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35"/>
            <p:cNvSpPr/>
            <p:nvPr/>
          </p:nvSpPr>
          <p:spPr>
            <a:xfrm>
              <a:off x="2214708" y="1691243"/>
              <a:ext cx="109" cy="109"/>
            </a:xfrm>
            <a:custGeom>
              <a:rect b="b" l="l" r="r" t="t"/>
              <a:pathLst>
                <a:path extrusionOk="0" h="8" w="8">
                  <a:moveTo>
                    <a:pt x="7"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35"/>
            <p:cNvSpPr/>
            <p:nvPr/>
          </p:nvSpPr>
          <p:spPr>
            <a:xfrm>
              <a:off x="2252820" y="1692247"/>
              <a:ext cx="109" cy="54"/>
            </a:xfrm>
            <a:custGeom>
              <a:rect b="b" l="l" r="r" t="t"/>
              <a:pathLst>
                <a:path extrusionOk="0" h="4" w="8">
                  <a:moveTo>
                    <a:pt x="1" y="0"/>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35"/>
            <p:cNvSpPr/>
            <p:nvPr/>
          </p:nvSpPr>
          <p:spPr>
            <a:xfrm>
              <a:off x="2254531" y="1693144"/>
              <a:ext cx="204" cy="68"/>
            </a:xfrm>
            <a:custGeom>
              <a:rect b="b" l="l" r="r" t="t"/>
              <a:pathLst>
                <a:path extrusionOk="0" h="5" w="15">
                  <a:moveTo>
                    <a:pt x="1" y="1"/>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35"/>
            <p:cNvSpPr/>
            <p:nvPr/>
          </p:nvSpPr>
          <p:spPr>
            <a:xfrm>
              <a:off x="2255061" y="1693334"/>
              <a:ext cx="244" cy="109"/>
            </a:xfrm>
            <a:custGeom>
              <a:rect b="b" l="l" r="r" t="t"/>
              <a:pathLst>
                <a:path extrusionOk="0" h="8" w="18">
                  <a:moveTo>
                    <a:pt x="0" y="1"/>
                  </a:moveTo>
                  <a:lnTo>
                    <a:pt x="18"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35"/>
            <p:cNvSpPr/>
            <p:nvPr/>
          </p:nvSpPr>
          <p:spPr>
            <a:xfrm>
              <a:off x="2252400" y="1691867"/>
              <a:ext cx="54" cy="54"/>
            </a:xfrm>
            <a:custGeom>
              <a:rect b="b" l="l" r="r" t="t"/>
              <a:pathLst>
                <a:path extrusionOk="0" h="4" w="4">
                  <a:moveTo>
                    <a:pt x="4"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35"/>
            <p:cNvSpPr/>
            <p:nvPr/>
          </p:nvSpPr>
          <p:spPr>
            <a:xfrm>
              <a:off x="2252495" y="1692003"/>
              <a:ext cx="109" cy="68"/>
            </a:xfrm>
            <a:custGeom>
              <a:rect b="b" l="l" r="r" t="t"/>
              <a:pathLst>
                <a:path extrusionOk="0" h="5" w="8">
                  <a:moveTo>
                    <a:pt x="0" y="1"/>
                  </a:moveTo>
                  <a:lnTo>
                    <a:pt x="7"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35"/>
            <p:cNvSpPr/>
            <p:nvPr/>
          </p:nvSpPr>
          <p:spPr>
            <a:xfrm>
              <a:off x="2252305" y="1691813"/>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35"/>
            <p:cNvSpPr/>
            <p:nvPr/>
          </p:nvSpPr>
          <p:spPr>
            <a:xfrm>
              <a:off x="2252250" y="1691718"/>
              <a:ext cx="14" cy="68"/>
            </a:xfrm>
            <a:custGeom>
              <a:rect b="b" l="l" r="r" t="t"/>
              <a:pathLst>
                <a:path extrusionOk="0" h="5" w="1">
                  <a:moveTo>
                    <a:pt x="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35"/>
            <p:cNvSpPr/>
            <p:nvPr/>
          </p:nvSpPr>
          <p:spPr>
            <a:xfrm>
              <a:off x="2252209" y="169167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35"/>
            <p:cNvSpPr/>
            <p:nvPr/>
          </p:nvSpPr>
          <p:spPr>
            <a:xfrm>
              <a:off x="2252630" y="1692098"/>
              <a:ext cx="109" cy="68"/>
            </a:xfrm>
            <a:custGeom>
              <a:rect b="b" l="l" r="r" t="t"/>
              <a:pathLst>
                <a:path extrusionOk="0" h="5" w="8">
                  <a:moveTo>
                    <a:pt x="1" y="1"/>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3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35"/>
            <p:cNvSpPr/>
            <p:nvPr/>
          </p:nvSpPr>
          <p:spPr>
            <a:xfrm>
              <a:off x="2198823" y="171097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35"/>
            <p:cNvSpPr/>
            <p:nvPr/>
          </p:nvSpPr>
          <p:spPr>
            <a:xfrm>
              <a:off x="2198728" y="1711786"/>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35"/>
            <p:cNvSpPr/>
            <p:nvPr/>
          </p:nvSpPr>
          <p:spPr>
            <a:xfrm>
              <a:off x="2198728" y="1713917"/>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35"/>
            <p:cNvSpPr/>
            <p:nvPr/>
          </p:nvSpPr>
          <p:spPr>
            <a:xfrm>
              <a:off x="2202204" y="1718153"/>
              <a:ext cx="204" cy="149"/>
            </a:xfrm>
            <a:custGeom>
              <a:rect b="b" l="l" r="r" t="t"/>
              <a:pathLst>
                <a:path extrusionOk="0" h="11" w="15">
                  <a:moveTo>
                    <a:pt x="15" y="11"/>
                  </a:moveTo>
                  <a:lnTo>
                    <a:pt x="15" y="11"/>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3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35"/>
            <p:cNvSpPr/>
            <p:nvPr/>
          </p:nvSpPr>
          <p:spPr>
            <a:xfrm>
              <a:off x="2198687" y="1712492"/>
              <a:ext cx="14" cy="109"/>
            </a:xfrm>
            <a:custGeom>
              <a:rect b="b" l="l" r="r" t="t"/>
              <a:pathLst>
                <a:path extrusionOk="0" h="8" w="1">
                  <a:moveTo>
                    <a:pt x="0" y="8"/>
                  </a:moveTo>
                  <a:lnTo>
                    <a:pt x="0" y="1"/>
                  </a:lnTo>
                  <a:cubicBezTo>
                    <a:pt x="0" y="1"/>
                    <a:pt x="0" y="8"/>
                    <a:pt x="0"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35"/>
            <p:cNvSpPr/>
            <p:nvPr/>
          </p:nvSpPr>
          <p:spPr>
            <a:xfrm>
              <a:off x="2199828" y="1716103"/>
              <a:ext cx="299" cy="258"/>
            </a:xfrm>
            <a:custGeom>
              <a:rect b="b" l="l" r="r" t="t"/>
              <a:pathLst>
                <a:path extrusionOk="0" h="19" w="22">
                  <a:moveTo>
                    <a:pt x="21"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35"/>
            <p:cNvSpPr/>
            <p:nvPr/>
          </p:nvSpPr>
          <p:spPr>
            <a:xfrm>
              <a:off x="2198687" y="171334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35"/>
            <p:cNvSpPr/>
            <p:nvPr/>
          </p:nvSpPr>
          <p:spPr>
            <a:xfrm>
              <a:off x="2201538" y="1717583"/>
              <a:ext cx="394" cy="339"/>
            </a:xfrm>
            <a:custGeom>
              <a:rect b="b" l="l" r="r" t="t"/>
              <a:pathLst>
                <a:path extrusionOk="0" h="25" w="29">
                  <a:moveTo>
                    <a:pt x="29" y="2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35"/>
            <p:cNvSpPr/>
            <p:nvPr/>
          </p:nvSpPr>
          <p:spPr>
            <a:xfrm>
              <a:off x="2198918" y="1709980"/>
              <a:ext cx="14" cy="109"/>
            </a:xfrm>
            <a:custGeom>
              <a:rect b="b" l="l" r="r" t="t"/>
              <a:pathLst>
                <a:path extrusionOk="0" h="8" w="1">
                  <a:moveTo>
                    <a:pt x="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35"/>
            <p:cNvSpPr/>
            <p:nvPr/>
          </p:nvSpPr>
          <p:spPr>
            <a:xfrm>
              <a:off x="2200873" y="1717108"/>
              <a:ext cx="339" cy="244"/>
            </a:xfrm>
            <a:custGeom>
              <a:rect b="b" l="l" r="r" t="t"/>
              <a:pathLst>
                <a:path extrusionOk="0" h="18" w="25">
                  <a:moveTo>
                    <a:pt x="25" y="1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3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35"/>
            <p:cNvSpPr/>
            <p:nvPr/>
          </p:nvSpPr>
          <p:spPr>
            <a:xfrm>
              <a:off x="2200343" y="1716578"/>
              <a:ext cx="258" cy="299"/>
            </a:xfrm>
            <a:custGeom>
              <a:rect b="b" l="l" r="r" t="t"/>
              <a:pathLst>
                <a:path extrusionOk="0" h="22" w="19">
                  <a:moveTo>
                    <a:pt x="18"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35"/>
            <p:cNvSpPr/>
            <p:nvPr/>
          </p:nvSpPr>
          <p:spPr>
            <a:xfrm>
              <a:off x="2199108" y="1709029"/>
              <a:ext cx="14" cy="149"/>
            </a:xfrm>
            <a:custGeom>
              <a:rect b="b" l="l" r="r" t="t"/>
              <a:pathLst>
                <a:path extrusionOk="0" h="11" w="1">
                  <a:moveTo>
                    <a:pt x="1"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3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35"/>
            <p:cNvSpPr/>
            <p:nvPr/>
          </p:nvSpPr>
          <p:spPr>
            <a:xfrm>
              <a:off x="2199352" y="1708215"/>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35"/>
            <p:cNvSpPr/>
            <p:nvPr/>
          </p:nvSpPr>
          <p:spPr>
            <a:xfrm>
              <a:off x="2216609" y="1712967"/>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35"/>
            <p:cNvSpPr/>
            <p:nvPr/>
          </p:nvSpPr>
          <p:spPr>
            <a:xfrm>
              <a:off x="2216745" y="1713116"/>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3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3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35"/>
            <p:cNvSpPr/>
            <p:nvPr/>
          </p:nvSpPr>
          <p:spPr>
            <a:xfrm>
              <a:off x="2221782" y="162004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3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3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35"/>
            <p:cNvSpPr/>
            <p:nvPr/>
          </p:nvSpPr>
          <p:spPr>
            <a:xfrm>
              <a:off x="2213609" y="1650510"/>
              <a:ext cx="258" cy="163"/>
            </a:xfrm>
            <a:custGeom>
              <a:rect b="b" l="l" r="r" t="t"/>
              <a:pathLst>
                <a:path extrusionOk="0" h="12" w="19">
                  <a:moveTo>
                    <a:pt x="1" y="1"/>
                  </a:moveTo>
                  <a:lnTo>
                    <a:pt x="1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3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35"/>
            <p:cNvSpPr/>
            <p:nvPr/>
          </p:nvSpPr>
          <p:spPr>
            <a:xfrm>
              <a:off x="2214654" y="1650985"/>
              <a:ext cx="299" cy="163"/>
            </a:xfrm>
            <a:custGeom>
              <a:rect b="b" l="l" r="r" t="t"/>
              <a:pathLst>
                <a:path extrusionOk="0" h="12" w="22">
                  <a:moveTo>
                    <a:pt x="1" y="1"/>
                  </a:moveTo>
                  <a:lnTo>
                    <a:pt x="22"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3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35"/>
            <p:cNvSpPr/>
            <p:nvPr/>
          </p:nvSpPr>
          <p:spPr>
            <a:xfrm>
              <a:off x="2212563" y="1649655"/>
              <a:ext cx="204" cy="204"/>
            </a:xfrm>
            <a:custGeom>
              <a:rect b="b" l="l" r="r" t="t"/>
              <a:pathLst>
                <a:path extrusionOk="0" h="15" w="15">
                  <a:moveTo>
                    <a:pt x="1" y="1"/>
                  </a:moveTo>
                  <a:lnTo>
                    <a:pt x="15" y="15"/>
                  </a:lnTo>
                  <a:lnTo>
                    <a:pt x="15" y="15"/>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35"/>
            <p:cNvSpPr/>
            <p:nvPr/>
          </p:nvSpPr>
          <p:spPr>
            <a:xfrm>
              <a:off x="2211762" y="1648664"/>
              <a:ext cx="109" cy="149"/>
            </a:xfrm>
            <a:custGeom>
              <a:rect b="b" l="l" r="r" t="t"/>
              <a:pathLst>
                <a:path extrusionOk="0" h="11" w="8">
                  <a:moveTo>
                    <a:pt x="0" y="0"/>
                  </a:moveTo>
                  <a:lnTo>
                    <a:pt x="7"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35"/>
            <p:cNvSpPr/>
            <p:nvPr/>
          </p:nvSpPr>
          <p:spPr>
            <a:xfrm>
              <a:off x="2212332" y="1649465"/>
              <a:ext cx="204" cy="204"/>
            </a:xfrm>
            <a:custGeom>
              <a:rect b="b" l="l" r="r" t="t"/>
              <a:pathLst>
                <a:path extrusionOk="0" h="15" w="15">
                  <a:moveTo>
                    <a:pt x="14"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35"/>
            <p:cNvSpPr/>
            <p:nvPr/>
          </p:nvSpPr>
          <p:spPr>
            <a:xfrm>
              <a:off x="2212047" y="1649085"/>
              <a:ext cx="109" cy="163"/>
            </a:xfrm>
            <a:custGeom>
              <a:rect b="b" l="l" r="r" t="t"/>
              <a:pathLst>
                <a:path extrusionOk="0" h="12" w="8">
                  <a:moveTo>
                    <a:pt x="0" y="1"/>
                  </a:moveTo>
                  <a:lnTo>
                    <a:pt x="7"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35"/>
            <p:cNvSpPr/>
            <p:nvPr/>
          </p:nvSpPr>
          <p:spPr>
            <a:xfrm>
              <a:off x="2211667" y="1648324"/>
              <a:ext cx="14" cy="68"/>
            </a:xfrm>
            <a:custGeom>
              <a:rect b="b" l="l" r="r" t="t"/>
              <a:pathLst>
                <a:path extrusionOk="0" h="5" w="1">
                  <a:moveTo>
                    <a:pt x="0"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3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3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3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35"/>
            <p:cNvSpPr/>
            <p:nvPr/>
          </p:nvSpPr>
          <p:spPr>
            <a:xfrm>
              <a:off x="2216270" y="1651420"/>
              <a:ext cx="638" cy="54"/>
            </a:xfrm>
            <a:custGeom>
              <a:rect b="b" l="l" r="r" t="t"/>
              <a:pathLst>
                <a:path extrusionOk="0" h="4" w="47">
                  <a:moveTo>
                    <a:pt x="1" y="4"/>
                  </a:moveTo>
                  <a:lnTo>
                    <a:pt x="46"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35"/>
            <p:cNvSpPr/>
            <p:nvPr/>
          </p:nvSpPr>
          <p:spPr>
            <a:xfrm>
              <a:off x="2217600" y="1651366"/>
              <a:ext cx="448" cy="14"/>
            </a:xfrm>
            <a:custGeom>
              <a:rect b="b" l="l" r="r" t="t"/>
              <a:pathLst>
                <a:path extrusionOk="0" h="1" w="33">
                  <a:moveTo>
                    <a:pt x="1" y="1"/>
                  </a:moveTo>
                  <a:lnTo>
                    <a:pt x="3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35"/>
            <p:cNvSpPr/>
            <p:nvPr/>
          </p:nvSpPr>
          <p:spPr>
            <a:xfrm>
              <a:off x="2242895" y="1649370"/>
              <a:ext cx="14" cy="14"/>
            </a:xfrm>
            <a:custGeom>
              <a:rect b="b" l="l" r="r" t="t"/>
              <a:pathLst>
                <a:path extrusionOk="0" h="1" w="1">
                  <a:moveTo>
                    <a:pt x="0"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35"/>
            <p:cNvSpPr/>
            <p:nvPr/>
          </p:nvSpPr>
          <p:spPr>
            <a:xfrm>
              <a:off x="2244891" y="1648609"/>
              <a:ext cx="244" cy="68"/>
            </a:xfrm>
            <a:custGeom>
              <a:rect b="b" l="l" r="r" t="t"/>
              <a:pathLst>
                <a:path extrusionOk="0" h="5" w="18">
                  <a:moveTo>
                    <a:pt x="18" y="1"/>
                  </a:moveTo>
                  <a:lnTo>
                    <a:pt x="0" y="4"/>
                  </a:ln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35"/>
            <p:cNvSpPr/>
            <p:nvPr/>
          </p:nvSpPr>
          <p:spPr>
            <a:xfrm>
              <a:off x="2216989" y="1651366"/>
              <a:ext cx="530" cy="68"/>
            </a:xfrm>
            <a:custGeom>
              <a:rect b="b" l="l" r="r" t="t"/>
              <a:pathLst>
                <a:path extrusionOk="0" h="5" w="39">
                  <a:moveTo>
                    <a:pt x="0" y="4"/>
                  </a:moveTo>
                  <a:lnTo>
                    <a:pt x="3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3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35"/>
            <p:cNvSpPr/>
            <p:nvPr/>
          </p:nvSpPr>
          <p:spPr>
            <a:xfrm>
              <a:off x="2215564" y="1651515"/>
              <a:ext cx="679" cy="54"/>
            </a:xfrm>
            <a:custGeom>
              <a:rect b="b" l="l" r="r" t="t"/>
              <a:pathLst>
                <a:path extrusionOk="0" h="4" w="50">
                  <a:moveTo>
                    <a:pt x="0" y="4"/>
                  </a:moveTo>
                  <a:lnTo>
                    <a:pt x="4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3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35"/>
            <p:cNvSpPr/>
            <p:nvPr/>
          </p:nvSpPr>
          <p:spPr>
            <a:xfrm>
              <a:off x="2263764" y="1676796"/>
              <a:ext cx="299" cy="258"/>
            </a:xfrm>
            <a:custGeom>
              <a:rect b="b" l="l" r="r" t="t"/>
              <a:pathLst>
                <a:path extrusionOk="0" h="19" w="22">
                  <a:moveTo>
                    <a:pt x="21"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35"/>
            <p:cNvSpPr/>
            <p:nvPr/>
          </p:nvSpPr>
          <p:spPr>
            <a:xfrm>
              <a:off x="2263479" y="1676606"/>
              <a:ext cx="244" cy="204"/>
            </a:xfrm>
            <a:custGeom>
              <a:rect b="b" l="l" r="r" t="t"/>
              <a:pathLst>
                <a:path extrusionOk="0" h="15" w="18">
                  <a:moveTo>
                    <a:pt x="18"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35"/>
            <p:cNvSpPr/>
            <p:nvPr/>
          </p:nvSpPr>
          <p:spPr>
            <a:xfrm>
              <a:off x="2262528" y="1676226"/>
              <a:ext cx="109" cy="14"/>
            </a:xfrm>
            <a:custGeom>
              <a:rect b="b" l="l" r="r" t="t"/>
              <a:pathLst>
                <a:path extrusionOk="0" h="1" w="8">
                  <a:moveTo>
                    <a:pt x="7"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35"/>
            <p:cNvSpPr/>
            <p:nvPr/>
          </p:nvSpPr>
          <p:spPr>
            <a:xfrm>
              <a:off x="2262623" y="1676226"/>
              <a:ext cx="149" cy="68"/>
            </a:xfrm>
            <a:custGeom>
              <a:rect b="b" l="l" r="r" t="t"/>
              <a:pathLst>
                <a:path extrusionOk="0" h="5" w="11">
                  <a:moveTo>
                    <a:pt x="11"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35"/>
            <p:cNvSpPr/>
            <p:nvPr/>
          </p:nvSpPr>
          <p:spPr>
            <a:xfrm>
              <a:off x="2257532" y="1677801"/>
              <a:ext cx="54" cy="14"/>
            </a:xfrm>
            <a:custGeom>
              <a:rect b="b" l="l" r="r" t="t"/>
              <a:pathLst>
                <a:path extrusionOk="0" h="1" w="4">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35"/>
            <p:cNvSpPr/>
            <p:nvPr/>
          </p:nvSpPr>
          <p:spPr>
            <a:xfrm>
              <a:off x="2262814" y="1676280"/>
              <a:ext cx="149" cy="54"/>
            </a:xfrm>
            <a:custGeom>
              <a:rect b="b" l="l" r="r" t="t"/>
              <a:pathLst>
                <a:path extrusionOk="0" h="4" w="11">
                  <a:moveTo>
                    <a:pt x="11"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35"/>
            <p:cNvSpPr/>
            <p:nvPr/>
          </p:nvSpPr>
          <p:spPr>
            <a:xfrm>
              <a:off x="2262949" y="1676321"/>
              <a:ext cx="204" cy="109"/>
            </a:xfrm>
            <a:custGeom>
              <a:rect b="b" l="l" r="r" t="t"/>
              <a:pathLst>
                <a:path extrusionOk="0" h="8" w="15">
                  <a:moveTo>
                    <a:pt x="15"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35"/>
            <p:cNvSpPr/>
            <p:nvPr/>
          </p:nvSpPr>
          <p:spPr>
            <a:xfrm>
              <a:off x="2262474" y="167618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35"/>
            <p:cNvSpPr/>
            <p:nvPr/>
          </p:nvSpPr>
          <p:spPr>
            <a:xfrm>
              <a:off x="2256486" y="1677462"/>
              <a:ext cx="109" cy="68"/>
            </a:xfrm>
            <a:custGeom>
              <a:rect b="b" l="l" r="r" t="t"/>
              <a:pathLst>
                <a:path extrusionOk="0" h="5" w="8">
                  <a:moveTo>
                    <a:pt x="7"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35"/>
            <p:cNvSpPr/>
            <p:nvPr/>
          </p:nvSpPr>
          <p:spPr>
            <a:xfrm>
              <a:off x="2263194" y="1676470"/>
              <a:ext cx="244" cy="109"/>
            </a:xfrm>
            <a:custGeom>
              <a:rect b="b" l="l" r="r" t="t"/>
              <a:pathLst>
                <a:path extrusionOk="0" h="8" w="18">
                  <a:moveTo>
                    <a:pt x="18"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3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3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3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35"/>
            <p:cNvSpPr/>
            <p:nvPr/>
          </p:nvSpPr>
          <p:spPr>
            <a:xfrm>
              <a:off x="2243371" y="1648990"/>
              <a:ext cx="489" cy="204"/>
            </a:xfrm>
            <a:custGeom>
              <a:rect b="b" l="l" r="r" t="t"/>
              <a:pathLst>
                <a:path extrusionOk="0" h="15" w="36">
                  <a:moveTo>
                    <a:pt x="0" y="15"/>
                  </a:moveTo>
                  <a:lnTo>
                    <a:pt x="0" y="15"/>
                  </a:lnTo>
                  <a:lnTo>
                    <a:pt x="3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3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35"/>
            <p:cNvSpPr/>
            <p:nvPr/>
          </p:nvSpPr>
          <p:spPr>
            <a:xfrm>
              <a:off x="2256242" y="1677326"/>
              <a:ext cx="68" cy="54"/>
            </a:xfrm>
            <a:custGeom>
              <a:rect b="b" l="l" r="r" t="t"/>
              <a:pathLst>
                <a:path extrusionOk="0" h="4" w="5">
                  <a:moveTo>
                    <a:pt x="1" y="4"/>
                  </a:moveTo>
                  <a:lnTo>
                    <a:pt x="1" y="4"/>
                  </a:ln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3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3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3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35"/>
            <p:cNvSpPr/>
            <p:nvPr/>
          </p:nvSpPr>
          <p:spPr>
            <a:xfrm>
              <a:off x="2277355" y="1611733"/>
              <a:ext cx="149" cy="14"/>
            </a:xfrm>
            <a:custGeom>
              <a:rect b="b" l="l" r="r" t="t"/>
              <a:pathLst>
                <a:path extrusionOk="0" h="1" w="11">
                  <a:moveTo>
                    <a:pt x="0"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35"/>
            <p:cNvSpPr/>
            <p:nvPr/>
          </p:nvSpPr>
          <p:spPr>
            <a:xfrm>
              <a:off x="2222923" y="1617001"/>
              <a:ext cx="163" cy="68"/>
            </a:xfrm>
            <a:custGeom>
              <a:rect b="b" l="l" r="r" t="t"/>
              <a:pathLst>
                <a:path extrusionOk="0" h="5" w="12">
                  <a:moveTo>
                    <a:pt x="1" y="4"/>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3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35"/>
            <p:cNvSpPr/>
            <p:nvPr/>
          </p:nvSpPr>
          <p:spPr>
            <a:xfrm>
              <a:off x="2223208" y="1616811"/>
              <a:ext cx="163" cy="109"/>
            </a:xfrm>
            <a:custGeom>
              <a:rect b="b" l="l" r="r" t="t"/>
              <a:pathLst>
                <a:path extrusionOk="0" h="8" w="12">
                  <a:moveTo>
                    <a:pt x="1" y="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35"/>
            <p:cNvSpPr/>
            <p:nvPr/>
          </p:nvSpPr>
          <p:spPr>
            <a:xfrm>
              <a:off x="2276785" y="1611774"/>
              <a:ext cx="149" cy="14"/>
            </a:xfrm>
            <a:custGeom>
              <a:rect b="b" l="l" r="r" t="t"/>
              <a:pathLst>
                <a:path extrusionOk="0" h="1" w="11">
                  <a:moveTo>
                    <a:pt x="0"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35"/>
            <p:cNvSpPr/>
            <p:nvPr/>
          </p:nvSpPr>
          <p:spPr>
            <a:xfrm>
              <a:off x="2277016" y="1611774"/>
              <a:ext cx="204" cy="14"/>
            </a:xfrm>
            <a:custGeom>
              <a:rect b="b" l="l" r="r" t="t"/>
              <a:pathLst>
                <a:path extrusionOk="0" h="1" w="15">
                  <a:moveTo>
                    <a:pt x="1" y="1"/>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35"/>
            <p:cNvSpPr/>
            <p:nvPr/>
          </p:nvSpPr>
          <p:spPr>
            <a:xfrm>
              <a:off x="2263425" y="1618576"/>
              <a:ext cx="109" cy="54"/>
            </a:xfrm>
            <a:custGeom>
              <a:rect b="b" l="l" r="r" t="t"/>
              <a:pathLst>
                <a:path extrusionOk="0" h="4" w="8">
                  <a:moveTo>
                    <a:pt x="1" y="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3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35"/>
            <p:cNvSpPr/>
            <p:nvPr/>
          </p:nvSpPr>
          <p:spPr>
            <a:xfrm>
              <a:off x="2256812" y="1617286"/>
              <a:ext cx="163" cy="68"/>
            </a:xfrm>
            <a:custGeom>
              <a:rect b="b" l="l" r="r" t="t"/>
              <a:pathLst>
                <a:path extrusionOk="0" h="5" w="12">
                  <a:moveTo>
                    <a:pt x="1" y="1"/>
                  </a:moveTo>
                  <a:lnTo>
                    <a:pt x="1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35"/>
            <p:cNvSpPr/>
            <p:nvPr/>
          </p:nvSpPr>
          <p:spPr>
            <a:xfrm>
              <a:off x="2222638" y="1617096"/>
              <a:ext cx="109" cy="68"/>
            </a:xfrm>
            <a:custGeom>
              <a:rect b="b" l="l" r="r" t="t"/>
              <a:pathLst>
                <a:path extrusionOk="0" h="5" w="8">
                  <a:moveTo>
                    <a:pt x="1" y="4"/>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35"/>
            <p:cNvSpPr/>
            <p:nvPr/>
          </p:nvSpPr>
          <p:spPr>
            <a:xfrm>
              <a:off x="2278305" y="1611489"/>
              <a:ext cx="339" cy="109"/>
            </a:xfrm>
            <a:custGeom>
              <a:rect b="b" l="l" r="r" t="t"/>
              <a:pathLst>
                <a:path extrusionOk="0" h="8" w="25">
                  <a:moveTo>
                    <a:pt x="0" y="8"/>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35"/>
            <p:cNvSpPr/>
            <p:nvPr/>
          </p:nvSpPr>
          <p:spPr>
            <a:xfrm>
              <a:off x="2277966" y="1611584"/>
              <a:ext cx="353" cy="68"/>
            </a:xfrm>
            <a:custGeom>
              <a:rect b="b" l="l" r="r" t="t"/>
              <a:pathLst>
                <a:path extrusionOk="0" h="5" w="26">
                  <a:moveTo>
                    <a:pt x="1" y="4"/>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3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35"/>
            <p:cNvSpPr/>
            <p:nvPr/>
          </p:nvSpPr>
          <p:spPr>
            <a:xfrm>
              <a:off x="2277640" y="1611638"/>
              <a:ext cx="204" cy="54"/>
            </a:xfrm>
            <a:custGeom>
              <a:rect b="b" l="l" r="r" t="t"/>
              <a:pathLst>
                <a:path extrusionOk="0" h="4" w="15">
                  <a:moveTo>
                    <a:pt x="0" y="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35"/>
            <p:cNvSpPr/>
            <p:nvPr/>
          </p:nvSpPr>
          <p:spPr>
            <a:xfrm>
              <a:off x="2222353" y="1617191"/>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35"/>
            <p:cNvSpPr/>
            <p:nvPr/>
          </p:nvSpPr>
          <p:spPr>
            <a:xfrm>
              <a:off x="2221972" y="161719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35"/>
            <p:cNvSpPr/>
            <p:nvPr/>
          </p:nvSpPr>
          <p:spPr>
            <a:xfrm>
              <a:off x="2268272" y="1618332"/>
              <a:ext cx="299" cy="68"/>
            </a:xfrm>
            <a:custGeom>
              <a:rect b="b" l="l" r="r" t="t"/>
              <a:pathLst>
                <a:path extrusionOk="0" h="5" w="22">
                  <a:moveTo>
                    <a:pt x="1" y="1"/>
                  </a:moveTo>
                  <a:lnTo>
                    <a:pt x="22"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35"/>
            <p:cNvSpPr/>
            <p:nvPr/>
          </p:nvSpPr>
          <p:spPr>
            <a:xfrm>
              <a:off x="2267701" y="1618291"/>
              <a:ext cx="299" cy="14"/>
            </a:xfrm>
            <a:custGeom>
              <a:rect b="b" l="l" r="r" t="t"/>
              <a:pathLst>
                <a:path extrusionOk="0" h="1" w="22">
                  <a:moveTo>
                    <a:pt x="1" y="0"/>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35"/>
            <p:cNvSpPr/>
            <p:nvPr/>
          </p:nvSpPr>
          <p:spPr>
            <a:xfrm>
              <a:off x="2276024" y="161186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35"/>
            <p:cNvSpPr/>
            <p:nvPr/>
          </p:nvSpPr>
          <p:spPr>
            <a:xfrm>
              <a:off x="2278726" y="1611448"/>
              <a:ext cx="258" cy="54"/>
            </a:xfrm>
            <a:custGeom>
              <a:rect b="b" l="l" r="r" t="t"/>
              <a:pathLst>
                <a:path extrusionOk="0" h="4" w="19">
                  <a:moveTo>
                    <a:pt x="1" y="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35"/>
            <p:cNvSpPr/>
            <p:nvPr/>
          </p:nvSpPr>
          <p:spPr>
            <a:xfrm>
              <a:off x="2266520" y="1618196"/>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35"/>
            <p:cNvSpPr/>
            <p:nvPr/>
          </p:nvSpPr>
          <p:spPr>
            <a:xfrm>
              <a:off x="2267131" y="1618237"/>
              <a:ext cx="299" cy="14"/>
            </a:xfrm>
            <a:custGeom>
              <a:rect b="b" l="l" r="r" t="t"/>
              <a:pathLst>
                <a:path extrusionOk="0" h="1" w="22">
                  <a:moveTo>
                    <a:pt x="1" y="1"/>
                  </a:move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35"/>
            <p:cNvSpPr/>
            <p:nvPr/>
          </p:nvSpPr>
          <p:spPr>
            <a:xfrm>
              <a:off x="2269792" y="1618712"/>
              <a:ext cx="299" cy="163"/>
            </a:xfrm>
            <a:custGeom>
              <a:rect b="b" l="l" r="r" t="t"/>
              <a:pathLst>
                <a:path extrusionOk="0" h="12" w="22">
                  <a:moveTo>
                    <a:pt x="1" y="1"/>
                  </a:moveTo>
                  <a:lnTo>
                    <a:pt x="22"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35"/>
            <p:cNvSpPr/>
            <p:nvPr/>
          </p:nvSpPr>
          <p:spPr>
            <a:xfrm>
              <a:off x="2269317" y="1618576"/>
              <a:ext cx="299" cy="109"/>
            </a:xfrm>
            <a:custGeom>
              <a:rect b="b" l="l" r="r" t="t"/>
              <a:pathLst>
                <a:path extrusionOk="0" h="8" w="22">
                  <a:moveTo>
                    <a:pt x="1" y="0"/>
                  </a:moveTo>
                  <a:lnTo>
                    <a:pt x="22"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35"/>
            <p:cNvSpPr/>
            <p:nvPr/>
          </p:nvSpPr>
          <p:spPr>
            <a:xfrm>
              <a:off x="2263764" y="1618427"/>
              <a:ext cx="149" cy="68"/>
            </a:xfrm>
            <a:custGeom>
              <a:rect b="b" l="l" r="r" t="t"/>
              <a:pathLst>
                <a:path extrusionOk="0" h="5" w="11">
                  <a:moveTo>
                    <a:pt x="0" y="4"/>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35"/>
            <p:cNvSpPr/>
            <p:nvPr/>
          </p:nvSpPr>
          <p:spPr>
            <a:xfrm>
              <a:off x="2268801" y="1618427"/>
              <a:ext cx="299" cy="109"/>
            </a:xfrm>
            <a:custGeom>
              <a:rect b="b" l="l" r="r" t="t"/>
              <a:pathLst>
                <a:path extrusionOk="0" h="8" w="22">
                  <a:moveTo>
                    <a:pt x="0" y="1"/>
                  </a:moveTo>
                  <a:lnTo>
                    <a:pt x="2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35"/>
            <p:cNvSpPr/>
            <p:nvPr/>
          </p:nvSpPr>
          <p:spPr>
            <a:xfrm>
              <a:off x="2264565" y="1618332"/>
              <a:ext cx="204" cy="14"/>
            </a:xfrm>
            <a:custGeom>
              <a:rect b="b" l="l" r="r" t="t"/>
              <a:pathLst>
                <a:path extrusionOk="0" h="1" w="15">
                  <a:moveTo>
                    <a:pt x="1" y="1"/>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35"/>
            <p:cNvSpPr/>
            <p:nvPr/>
          </p:nvSpPr>
          <p:spPr>
            <a:xfrm>
              <a:off x="2276445" y="161182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35"/>
            <p:cNvSpPr/>
            <p:nvPr/>
          </p:nvSpPr>
          <p:spPr>
            <a:xfrm>
              <a:off x="2264144" y="1618386"/>
              <a:ext cx="204" cy="14"/>
            </a:xfrm>
            <a:custGeom>
              <a:rect b="b" l="l" r="r" t="t"/>
              <a:pathLst>
                <a:path extrusionOk="0" h="1" w="15">
                  <a:moveTo>
                    <a:pt x="0" y="0"/>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35"/>
            <p:cNvSpPr/>
            <p:nvPr/>
          </p:nvSpPr>
          <p:spPr>
            <a:xfrm>
              <a:off x="2265570" y="1618237"/>
              <a:ext cx="204" cy="14"/>
            </a:xfrm>
            <a:custGeom>
              <a:rect b="b" l="l" r="r" t="t"/>
              <a:pathLst>
                <a:path extrusionOk="0" h="1" w="15">
                  <a:moveTo>
                    <a:pt x="0" y="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35"/>
            <p:cNvSpPr/>
            <p:nvPr/>
          </p:nvSpPr>
          <p:spPr>
            <a:xfrm>
              <a:off x="2266086" y="1618196"/>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35"/>
            <p:cNvSpPr/>
            <p:nvPr/>
          </p:nvSpPr>
          <p:spPr>
            <a:xfrm>
              <a:off x="2276255" y="161182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35"/>
            <p:cNvSpPr/>
            <p:nvPr/>
          </p:nvSpPr>
          <p:spPr>
            <a:xfrm>
              <a:off x="2276119" y="161186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35"/>
            <p:cNvSpPr/>
            <p:nvPr/>
          </p:nvSpPr>
          <p:spPr>
            <a:xfrm>
              <a:off x="2265040" y="1618291"/>
              <a:ext cx="204" cy="14"/>
            </a:xfrm>
            <a:custGeom>
              <a:rect b="b" l="l" r="r" t="t"/>
              <a:pathLst>
                <a:path extrusionOk="0" h="1" w="15">
                  <a:moveTo>
                    <a:pt x="1" y="0"/>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35"/>
            <p:cNvSpPr/>
            <p:nvPr/>
          </p:nvSpPr>
          <p:spPr>
            <a:xfrm>
              <a:off x="2221307" y="161719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3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35"/>
            <p:cNvSpPr/>
            <p:nvPr/>
          </p:nvSpPr>
          <p:spPr>
            <a:xfrm>
              <a:off x="2221687" y="161719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35"/>
            <p:cNvSpPr/>
            <p:nvPr/>
          </p:nvSpPr>
          <p:spPr>
            <a:xfrm>
              <a:off x="2279446" y="1611298"/>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35"/>
            <p:cNvSpPr/>
            <p:nvPr/>
          </p:nvSpPr>
          <p:spPr>
            <a:xfrm>
              <a:off x="2279107" y="1611353"/>
              <a:ext cx="258" cy="54"/>
            </a:xfrm>
            <a:custGeom>
              <a:rect b="b" l="l" r="r" t="t"/>
              <a:pathLst>
                <a:path extrusionOk="0" h="4" w="19">
                  <a:moveTo>
                    <a:pt x="1" y="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3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3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3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35"/>
            <p:cNvSpPr/>
            <p:nvPr/>
          </p:nvSpPr>
          <p:spPr>
            <a:xfrm>
              <a:off x="2252820" y="1570607"/>
              <a:ext cx="163" cy="109"/>
            </a:xfrm>
            <a:custGeom>
              <a:rect b="b" l="l" r="r" t="t"/>
              <a:pathLst>
                <a:path extrusionOk="0" h="8" w="12">
                  <a:moveTo>
                    <a:pt x="1" y="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35"/>
            <p:cNvSpPr/>
            <p:nvPr/>
          </p:nvSpPr>
          <p:spPr>
            <a:xfrm>
              <a:off x="2253445" y="1570322"/>
              <a:ext cx="109" cy="68"/>
            </a:xfrm>
            <a:custGeom>
              <a:rect b="b" l="l" r="r" t="t"/>
              <a:pathLst>
                <a:path extrusionOk="0" h="5"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3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35"/>
            <p:cNvSpPr/>
            <p:nvPr/>
          </p:nvSpPr>
          <p:spPr>
            <a:xfrm>
              <a:off x="2219786" y="1591095"/>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35"/>
            <p:cNvSpPr/>
            <p:nvPr/>
          </p:nvSpPr>
          <p:spPr>
            <a:xfrm>
              <a:off x="2220072" y="1591285"/>
              <a:ext cx="353" cy="258"/>
            </a:xfrm>
            <a:custGeom>
              <a:rect b="b" l="l" r="r" t="t"/>
              <a:pathLst>
                <a:path extrusionOk="0" h="19" w="26">
                  <a:moveTo>
                    <a:pt x="25" y="1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3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35"/>
            <p:cNvSpPr/>
            <p:nvPr/>
          </p:nvSpPr>
          <p:spPr>
            <a:xfrm>
              <a:off x="2223547" y="1592901"/>
              <a:ext cx="339" cy="14"/>
            </a:xfrm>
            <a:custGeom>
              <a:rect b="b" l="l" r="r" t="t"/>
              <a:pathLst>
                <a:path extrusionOk="0" h="1" w="25">
                  <a:moveTo>
                    <a:pt x="0" y="1"/>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35"/>
            <p:cNvSpPr/>
            <p:nvPr/>
          </p:nvSpPr>
          <p:spPr>
            <a:xfrm>
              <a:off x="2222312" y="1592860"/>
              <a:ext cx="489" cy="14"/>
            </a:xfrm>
            <a:custGeom>
              <a:rect b="b" l="l" r="r" t="t"/>
              <a:pathLst>
                <a:path extrusionOk="0" h="1" w="36">
                  <a:moveTo>
                    <a:pt x="0" y="0"/>
                  </a:moveTo>
                  <a:lnTo>
                    <a:pt x="3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35"/>
            <p:cNvSpPr/>
            <p:nvPr/>
          </p:nvSpPr>
          <p:spPr>
            <a:xfrm>
              <a:off x="2224878" y="1592996"/>
              <a:ext cx="204" cy="14"/>
            </a:xfrm>
            <a:custGeom>
              <a:rect b="b" l="l" r="r" t="t"/>
              <a:pathLst>
                <a:path extrusionOk="0" h="1" w="15">
                  <a:moveTo>
                    <a:pt x="0" y="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35"/>
            <p:cNvSpPr/>
            <p:nvPr/>
          </p:nvSpPr>
          <p:spPr>
            <a:xfrm>
              <a:off x="2222923" y="1592860"/>
              <a:ext cx="394" cy="14"/>
            </a:xfrm>
            <a:custGeom>
              <a:rect b="b" l="l" r="r" t="t"/>
              <a:pathLst>
                <a:path extrusionOk="0" h="1" w="29">
                  <a:moveTo>
                    <a:pt x="1" y="0"/>
                  </a:moveTo>
                  <a:lnTo>
                    <a:pt x="2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35"/>
            <p:cNvSpPr/>
            <p:nvPr/>
          </p:nvSpPr>
          <p:spPr>
            <a:xfrm>
              <a:off x="2224023" y="1592955"/>
              <a:ext cx="299" cy="14"/>
            </a:xfrm>
            <a:custGeom>
              <a:rect b="b" l="l" r="r" t="t"/>
              <a:pathLst>
                <a:path extrusionOk="0" h="1" w="22">
                  <a:moveTo>
                    <a:pt x="0" y="0"/>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35"/>
            <p:cNvSpPr/>
            <p:nvPr/>
          </p:nvSpPr>
          <p:spPr>
            <a:xfrm>
              <a:off x="2221592" y="1592806"/>
              <a:ext cx="584" cy="14"/>
            </a:xfrm>
            <a:custGeom>
              <a:rect b="b" l="l" r="r" t="t"/>
              <a:pathLst>
                <a:path extrusionOk="0" h="1" w="43">
                  <a:moveTo>
                    <a:pt x="1" y="1"/>
                  </a:moveTo>
                  <a:lnTo>
                    <a:pt x="43"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35"/>
            <p:cNvSpPr/>
            <p:nvPr/>
          </p:nvSpPr>
          <p:spPr>
            <a:xfrm>
              <a:off x="2224444" y="1592955"/>
              <a:ext cx="299" cy="14"/>
            </a:xfrm>
            <a:custGeom>
              <a:rect b="b" l="l" r="r" t="t"/>
              <a:pathLst>
                <a:path extrusionOk="0" h="1" w="22">
                  <a:moveTo>
                    <a:pt x="1" y="0"/>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35"/>
            <p:cNvSpPr/>
            <p:nvPr/>
          </p:nvSpPr>
          <p:spPr>
            <a:xfrm>
              <a:off x="2225204" y="1592996"/>
              <a:ext cx="204" cy="14"/>
            </a:xfrm>
            <a:custGeom>
              <a:rect b="b" l="l" r="r" t="t"/>
              <a:pathLst>
                <a:path extrusionOk="0" h="1" w="15">
                  <a:moveTo>
                    <a:pt x="1" y="1"/>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3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35"/>
            <p:cNvSpPr/>
            <p:nvPr/>
          </p:nvSpPr>
          <p:spPr>
            <a:xfrm>
              <a:off x="2225489" y="1593050"/>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35"/>
            <p:cNvSpPr/>
            <p:nvPr/>
          </p:nvSpPr>
          <p:spPr>
            <a:xfrm>
              <a:off x="2226494" y="1593186"/>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35"/>
            <p:cNvSpPr/>
            <p:nvPr/>
          </p:nvSpPr>
          <p:spPr>
            <a:xfrm>
              <a:off x="2226439" y="1593186"/>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35"/>
            <p:cNvSpPr/>
            <p:nvPr/>
          </p:nvSpPr>
          <p:spPr>
            <a:xfrm>
              <a:off x="2226154" y="1593145"/>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35"/>
            <p:cNvSpPr/>
            <p:nvPr/>
          </p:nvSpPr>
          <p:spPr>
            <a:xfrm>
              <a:off x="2226304" y="159314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35"/>
            <p:cNvSpPr/>
            <p:nvPr/>
          </p:nvSpPr>
          <p:spPr>
            <a:xfrm>
              <a:off x="2225964" y="1593091"/>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35"/>
            <p:cNvSpPr/>
            <p:nvPr/>
          </p:nvSpPr>
          <p:spPr>
            <a:xfrm>
              <a:off x="2225774" y="1593091"/>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35"/>
            <p:cNvSpPr/>
            <p:nvPr/>
          </p:nvSpPr>
          <p:spPr>
            <a:xfrm>
              <a:off x="2240044" y="1575454"/>
              <a:ext cx="299" cy="204"/>
            </a:xfrm>
            <a:custGeom>
              <a:rect b="b" l="l" r="r" t="t"/>
              <a:pathLst>
                <a:path extrusionOk="0" h="15" w="22">
                  <a:moveTo>
                    <a:pt x="0" y="1"/>
                  </a:moveTo>
                  <a:lnTo>
                    <a:pt x="2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35"/>
            <p:cNvSpPr/>
            <p:nvPr/>
          </p:nvSpPr>
          <p:spPr>
            <a:xfrm>
              <a:off x="2206195" y="1570566"/>
              <a:ext cx="258" cy="109"/>
            </a:xfrm>
            <a:custGeom>
              <a:rect b="b" l="l" r="r" t="t"/>
              <a:pathLst>
                <a:path extrusionOk="0" h="8" w="19">
                  <a:moveTo>
                    <a:pt x="1" y="7"/>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35"/>
            <p:cNvSpPr/>
            <p:nvPr/>
          </p:nvSpPr>
          <p:spPr>
            <a:xfrm>
              <a:off x="2208151" y="1569806"/>
              <a:ext cx="204" cy="109"/>
            </a:xfrm>
            <a:custGeom>
              <a:rect b="b" l="l" r="r" t="t"/>
              <a:pathLst>
                <a:path extrusionOk="0" h="8" w="15">
                  <a:moveTo>
                    <a:pt x="0" y="7"/>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3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35"/>
            <p:cNvSpPr/>
            <p:nvPr/>
          </p:nvSpPr>
          <p:spPr>
            <a:xfrm>
              <a:off x="2207526" y="1570091"/>
              <a:ext cx="258" cy="109"/>
            </a:xfrm>
            <a:custGeom>
              <a:rect b="b" l="l" r="r" t="t"/>
              <a:pathLst>
                <a:path extrusionOk="0" h="8" w="19">
                  <a:moveTo>
                    <a:pt x="1" y="7"/>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35"/>
            <p:cNvSpPr/>
            <p:nvPr/>
          </p:nvSpPr>
          <p:spPr>
            <a:xfrm>
              <a:off x="2240899" y="1576024"/>
              <a:ext cx="339" cy="204"/>
            </a:xfrm>
            <a:custGeom>
              <a:rect b="b" l="l" r="r" t="t"/>
              <a:pathLst>
                <a:path extrusionOk="0" h="15" w="25">
                  <a:moveTo>
                    <a:pt x="0" y="1"/>
                  </a:moveTo>
                  <a:lnTo>
                    <a:pt x="25"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35"/>
            <p:cNvSpPr/>
            <p:nvPr/>
          </p:nvSpPr>
          <p:spPr>
            <a:xfrm>
              <a:off x="2206915" y="1570322"/>
              <a:ext cx="244" cy="109"/>
            </a:xfrm>
            <a:custGeom>
              <a:rect b="b" l="l" r="r" t="t"/>
              <a:pathLst>
                <a:path extrusionOk="0" h="8" w="18">
                  <a:moveTo>
                    <a:pt x="0" y="8"/>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35"/>
            <p:cNvSpPr/>
            <p:nvPr/>
          </p:nvSpPr>
          <p:spPr>
            <a:xfrm>
              <a:off x="2241755" y="1576554"/>
              <a:ext cx="530" cy="299"/>
            </a:xfrm>
            <a:custGeom>
              <a:rect b="b" l="l" r="r" t="t"/>
              <a:pathLst>
                <a:path extrusionOk="0" h="22" w="39">
                  <a:moveTo>
                    <a:pt x="0" y="0"/>
                  </a:moveTo>
                  <a:lnTo>
                    <a:pt x="39"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35"/>
            <p:cNvSpPr/>
            <p:nvPr/>
          </p:nvSpPr>
          <p:spPr>
            <a:xfrm>
              <a:off x="2204539" y="1570946"/>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3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35"/>
            <p:cNvSpPr/>
            <p:nvPr/>
          </p:nvSpPr>
          <p:spPr>
            <a:xfrm>
              <a:off x="2205394" y="1570756"/>
              <a:ext cx="244" cy="54"/>
            </a:xfrm>
            <a:custGeom>
              <a:rect b="b" l="l" r="r" t="t"/>
              <a:pathLst>
                <a:path extrusionOk="0" h="4" w="18">
                  <a:moveTo>
                    <a:pt x="0" y="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3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35"/>
            <p:cNvSpPr/>
            <p:nvPr/>
          </p:nvSpPr>
          <p:spPr>
            <a:xfrm>
              <a:off x="2124445" y="1664672"/>
              <a:ext cx="149" cy="68"/>
            </a:xfrm>
            <a:custGeom>
              <a:rect b="b" l="l" r="r" t="t"/>
              <a:pathLst>
                <a:path extrusionOk="0" h="5" w="11">
                  <a:moveTo>
                    <a:pt x="11"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35"/>
            <p:cNvSpPr/>
            <p:nvPr/>
          </p:nvSpPr>
          <p:spPr>
            <a:xfrm>
              <a:off x="2126292" y="1664631"/>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3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35"/>
            <p:cNvSpPr/>
            <p:nvPr/>
          </p:nvSpPr>
          <p:spPr>
            <a:xfrm>
              <a:off x="2125681" y="1664536"/>
              <a:ext cx="149" cy="14"/>
            </a:xfrm>
            <a:custGeom>
              <a:rect b="b" l="l" r="r" t="t"/>
              <a:pathLst>
                <a:path extrusionOk="0" h="1" w="11">
                  <a:moveTo>
                    <a:pt x="0"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35"/>
            <p:cNvSpPr/>
            <p:nvPr/>
          </p:nvSpPr>
          <p:spPr>
            <a:xfrm>
              <a:off x="2125206" y="1664536"/>
              <a:ext cx="204" cy="14"/>
            </a:xfrm>
            <a:custGeom>
              <a:rect b="b" l="l" r="r" t="t"/>
              <a:pathLst>
                <a:path extrusionOk="0" h="1" w="15">
                  <a:moveTo>
                    <a:pt x="0" y="0"/>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3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3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3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35"/>
            <p:cNvSpPr/>
            <p:nvPr/>
          </p:nvSpPr>
          <p:spPr>
            <a:xfrm>
              <a:off x="2158620" y="1621427"/>
              <a:ext cx="14" cy="54"/>
            </a:xfrm>
            <a:custGeom>
              <a:rect b="b" l="l" r="r" t="t"/>
              <a:pathLst>
                <a:path extrusionOk="0" h="4" w="1">
                  <a:moveTo>
                    <a:pt x="0"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3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35"/>
            <p:cNvSpPr/>
            <p:nvPr/>
          </p:nvSpPr>
          <p:spPr>
            <a:xfrm>
              <a:off x="2153433" y="1595847"/>
              <a:ext cx="14" cy="299"/>
            </a:xfrm>
            <a:custGeom>
              <a:rect b="b" l="l" r="r" t="t"/>
              <a:pathLst>
                <a:path extrusionOk="0" h="22" w="1">
                  <a:moveTo>
                    <a:pt x="1"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35"/>
            <p:cNvSpPr/>
            <p:nvPr/>
          </p:nvSpPr>
          <p:spPr>
            <a:xfrm>
              <a:off x="2158756" y="1621753"/>
              <a:ext cx="14" cy="109"/>
            </a:xfrm>
            <a:custGeom>
              <a:rect b="b" l="l" r="r" t="t"/>
              <a:pathLst>
                <a:path extrusionOk="0" h="8" w="1">
                  <a:moveTo>
                    <a:pt x="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3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3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35"/>
            <p:cNvSpPr/>
            <p:nvPr/>
          </p:nvSpPr>
          <p:spPr>
            <a:xfrm>
              <a:off x="2121445" y="1657027"/>
              <a:ext cx="204" cy="14"/>
            </a:xfrm>
            <a:custGeom>
              <a:rect b="b" l="l" r="r" t="t"/>
              <a:pathLst>
                <a:path extrusionOk="0" h="1" w="15">
                  <a:moveTo>
                    <a:pt x="1" y="0"/>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3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35"/>
            <p:cNvSpPr/>
            <p:nvPr/>
          </p:nvSpPr>
          <p:spPr>
            <a:xfrm>
              <a:off x="2121159" y="1657027"/>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35"/>
            <p:cNvSpPr/>
            <p:nvPr/>
          </p:nvSpPr>
          <p:spPr>
            <a:xfrm>
              <a:off x="2122069" y="1657123"/>
              <a:ext cx="244" cy="109"/>
            </a:xfrm>
            <a:custGeom>
              <a:rect b="b" l="l" r="r" t="t"/>
              <a:pathLst>
                <a:path extrusionOk="0" h="8" w="18">
                  <a:moveTo>
                    <a:pt x="0" y="0"/>
                  </a:moveTo>
                  <a:lnTo>
                    <a:pt x="18"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35"/>
            <p:cNvSpPr/>
            <p:nvPr/>
          </p:nvSpPr>
          <p:spPr>
            <a:xfrm>
              <a:off x="2123020" y="1657598"/>
              <a:ext cx="149" cy="109"/>
            </a:xfrm>
            <a:custGeom>
              <a:rect b="b" l="l" r="r" t="t"/>
              <a:pathLst>
                <a:path extrusionOk="0" h="8" w="11">
                  <a:moveTo>
                    <a:pt x="0" y="0"/>
                  </a:moveTo>
                  <a:lnTo>
                    <a:pt x="1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35"/>
            <p:cNvSpPr/>
            <p:nvPr/>
          </p:nvSpPr>
          <p:spPr>
            <a:xfrm>
              <a:off x="2122680" y="1657408"/>
              <a:ext cx="204" cy="109"/>
            </a:xfrm>
            <a:custGeom>
              <a:rect b="b" l="l" r="r" t="t"/>
              <a:pathLst>
                <a:path extrusionOk="0" h="8" w="15">
                  <a:moveTo>
                    <a:pt x="1" y="0"/>
                  </a:moveTo>
                  <a:lnTo>
                    <a:pt x="15"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35"/>
            <p:cNvSpPr/>
            <p:nvPr/>
          </p:nvSpPr>
          <p:spPr>
            <a:xfrm>
              <a:off x="2122395" y="1657258"/>
              <a:ext cx="204" cy="109"/>
            </a:xfrm>
            <a:custGeom>
              <a:rect b="b" l="l" r="r" t="t"/>
              <a:pathLst>
                <a:path extrusionOk="0" h="8" w="15">
                  <a:moveTo>
                    <a:pt x="1" y="1"/>
                  </a:moveTo>
                  <a:lnTo>
                    <a:pt x="15"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35"/>
            <p:cNvSpPr/>
            <p:nvPr/>
          </p:nvSpPr>
          <p:spPr>
            <a:xfrm>
              <a:off x="2121730" y="1657068"/>
              <a:ext cx="258" cy="68"/>
            </a:xfrm>
            <a:custGeom>
              <a:rect b="b" l="l" r="r" t="t"/>
              <a:pathLst>
                <a:path extrusionOk="0" h="5" w="19">
                  <a:moveTo>
                    <a:pt x="1" y="1"/>
                  </a:moveTo>
                  <a:lnTo>
                    <a:pt x="1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35"/>
            <p:cNvSpPr/>
            <p:nvPr/>
          </p:nvSpPr>
          <p:spPr>
            <a:xfrm>
              <a:off x="2123305" y="1657788"/>
              <a:ext cx="434" cy="299"/>
            </a:xfrm>
            <a:custGeom>
              <a:rect b="b" l="l" r="r" t="t"/>
              <a:pathLst>
                <a:path extrusionOk="0" h="22" w="32">
                  <a:moveTo>
                    <a:pt x="0" y="0"/>
                  </a:moveTo>
                  <a:lnTo>
                    <a:pt x="32"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35"/>
            <p:cNvSpPr/>
            <p:nvPr/>
          </p:nvSpPr>
          <p:spPr>
            <a:xfrm>
              <a:off x="2146454" y="1643436"/>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35"/>
            <p:cNvSpPr/>
            <p:nvPr/>
          </p:nvSpPr>
          <p:spPr>
            <a:xfrm>
              <a:off x="2146780" y="1643667"/>
              <a:ext cx="109" cy="68"/>
            </a:xfrm>
            <a:custGeom>
              <a:rect b="b" l="l" r="r" t="t"/>
              <a:pathLst>
                <a:path extrusionOk="0" h="5" w="8">
                  <a:moveTo>
                    <a:pt x="8"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35"/>
            <p:cNvSpPr/>
            <p:nvPr/>
          </p:nvSpPr>
          <p:spPr>
            <a:xfrm>
              <a:off x="2150867" y="164670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3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35"/>
            <p:cNvSpPr/>
            <p:nvPr/>
          </p:nvSpPr>
          <p:spPr>
            <a:xfrm>
              <a:off x="2150731" y="1646573"/>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35"/>
            <p:cNvSpPr/>
            <p:nvPr/>
          </p:nvSpPr>
          <p:spPr>
            <a:xfrm>
              <a:off x="2157859" y="1623993"/>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35"/>
            <p:cNvSpPr/>
            <p:nvPr/>
          </p:nvSpPr>
          <p:spPr>
            <a:xfrm>
              <a:off x="2158090" y="1624034"/>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35"/>
            <p:cNvSpPr/>
            <p:nvPr/>
          </p:nvSpPr>
          <p:spPr>
            <a:xfrm>
              <a:off x="2147310" y="1644047"/>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35"/>
            <p:cNvSpPr/>
            <p:nvPr/>
          </p:nvSpPr>
          <p:spPr>
            <a:xfrm>
              <a:off x="2147785" y="1644333"/>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35"/>
            <p:cNvSpPr/>
            <p:nvPr/>
          </p:nvSpPr>
          <p:spPr>
            <a:xfrm>
              <a:off x="2145409" y="1642717"/>
              <a:ext cx="299" cy="204"/>
            </a:xfrm>
            <a:custGeom>
              <a:rect b="b" l="l" r="r" t="t"/>
              <a:pathLst>
                <a:path extrusionOk="0" h="15" w="22">
                  <a:moveTo>
                    <a:pt x="21"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35"/>
            <p:cNvSpPr/>
            <p:nvPr/>
          </p:nvSpPr>
          <p:spPr>
            <a:xfrm>
              <a:off x="2145069" y="1642486"/>
              <a:ext cx="299" cy="204"/>
            </a:xfrm>
            <a:custGeom>
              <a:rect b="b" l="l" r="r" t="t"/>
              <a:pathLst>
                <a:path extrusionOk="0" h="15" w="22">
                  <a:moveTo>
                    <a:pt x="22"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3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35"/>
            <p:cNvSpPr/>
            <p:nvPr/>
          </p:nvSpPr>
          <p:spPr>
            <a:xfrm>
              <a:off x="2150921" y="1646763"/>
              <a:ext cx="14" cy="14"/>
            </a:xfrm>
            <a:custGeom>
              <a:rect b="b" l="l" r="r" t="t"/>
              <a:pathLst>
                <a:path extrusionOk="0" h="1" w="1">
                  <a:moveTo>
                    <a:pt x="0"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3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3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3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3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3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3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3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3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35"/>
            <p:cNvSpPr/>
            <p:nvPr/>
          </p:nvSpPr>
          <p:spPr>
            <a:xfrm>
              <a:off x="2095593" y="1634068"/>
              <a:ext cx="54" cy="109"/>
            </a:xfrm>
            <a:custGeom>
              <a:rect b="b" l="l" r="r" t="t"/>
              <a:pathLst>
                <a:path extrusionOk="0" h="8" w="4">
                  <a:moveTo>
                    <a:pt x="0" y="0"/>
                  </a:moveTo>
                  <a:lnTo>
                    <a:pt x="4"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35"/>
            <p:cNvSpPr/>
            <p:nvPr/>
          </p:nvSpPr>
          <p:spPr>
            <a:xfrm>
              <a:off x="2095308" y="1633688"/>
              <a:ext cx="244" cy="299"/>
            </a:xfrm>
            <a:custGeom>
              <a:rect b="b" l="l" r="r" t="t"/>
              <a:pathLst>
                <a:path extrusionOk="0" h="22" w="18">
                  <a:moveTo>
                    <a:pt x="0" y="0"/>
                  </a:moveTo>
                  <a:lnTo>
                    <a:pt x="18"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35"/>
            <p:cNvSpPr/>
            <p:nvPr/>
          </p:nvSpPr>
          <p:spPr>
            <a:xfrm>
              <a:off x="2095159" y="1633443"/>
              <a:ext cx="14" cy="68"/>
            </a:xfrm>
            <a:custGeom>
              <a:rect b="b" l="l" r="r" t="t"/>
              <a:pathLst>
                <a:path extrusionOk="0" h="5" w="1">
                  <a:moveTo>
                    <a:pt x="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35"/>
            <p:cNvSpPr/>
            <p:nvPr/>
          </p:nvSpPr>
          <p:spPr>
            <a:xfrm>
              <a:off x="2097345" y="1638969"/>
              <a:ext cx="14" cy="109"/>
            </a:xfrm>
            <a:custGeom>
              <a:rect b="b" l="l" r="r" t="t"/>
              <a:pathLst>
                <a:path extrusionOk="0" h="8" w="1">
                  <a:moveTo>
                    <a:pt x="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35"/>
            <p:cNvSpPr/>
            <p:nvPr/>
          </p:nvSpPr>
          <p:spPr>
            <a:xfrm>
              <a:off x="2096163" y="1635059"/>
              <a:ext cx="109" cy="163"/>
            </a:xfrm>
            <a:custGeom>
              <a:rect b="b" l="l" r="r" t="t"/>
              <a:pathLst>
                <a:path extrusionOk="0" h="12" w="8">
                  <a:moveTo>
                    <a:pt x="0" y="1"/>
                  </a:moveTo>
                  <a:lnTo>
                    <a:pt x="7"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35"/>
            <p:cNvSpPr/>
            <p:nvPr/>
          </p:nvSpPr>
          <p:spPr>
            <a:xfrm>
              <a:off x="2096014" y="1634774"/>
              <a:ext cx="109" cy="163"/>
            </a:xfrm>
            <a:custGeom>
              <a:rect b="b" l="l" r="r" t="t"/>
              <a:pathLst>
                <a:path extrusionOk="0" h="12" w="8">
                  <a:moveTo>
                    <a:pt x="1" y="1"/>
                  </a:moveTo>
                  <a:lnTo>
                    <a:pt x="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35"/>
            <p:cNvSpPr/>
            <p:nvPr/>
          </p:nvSpPr>
          <p:spPr>
            <a:xfrm>
              <a:off x="2097249" y="1638345"/>
              <a:ext cx="68" cy="163"/>
            </a:xfrm>
            <a:custGeom>
              <a:rect b="b" l="l" r="r" t="t"/>
              <a:pathLst>
                <a:path extrusionOk="0" h="12" w="5">
                  <a:moveTo>
                    <a:pt x="1" y="1"/>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35"/>
            <p:cNvSpPr/>
            <p:nvPr/>
          </p:nvSpPr>
          <p:spPr>
            <a:xfrm>
              <a:off x="2097059" y="1637299"/>
              <a:ext cx="14" cy="204"/>
            </a:xfrm>
            <a:custGeom>
              <a:rect b="b" l="l" r="r" t="t"/>
              <a:pathLst>
                <a:path extrusionOk="0" h="15" w="1">
                  <a:moveTo>
                    <a:pt x="1"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35"/>
            <p:cNvSpPr/>
            <p:nvPr/>
          </p:nvSpPr>
          <p:spPr>
            <a:xfrm>
              <a:off x="2096774" y="1636444"/>
              <a:ext cx="68" cy="149"/>
            </a:xfrm>
            <a:custGeom>
              <a:rect b="b" l="l" r="r" t="t"/>
              <a:pathLst>
                <a:path extrusionOk="0" h="11" w="5">
                  <a:moveTo>
                    <a:pt x="1" y="0"/>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35"/>
            <p:cNvSpPr/>
            <p:nvPr/>
          </p:nvSpPr>
          <p:spPr>
            <a:xfrm>
              <a:off x="2096639" y="1636009"/>
              <a:ext cx="54" cy="204"/>
            </a:xfrm>
            <a:custGeom>
              <a:rect b="b" l="l" r="r" t="t"/>
              <a:pathLst>
                <a:path extrusionOk="0" h="15" w="4">
                  <a:moveTo>
                    <a:pt x="0" y="1"/>
                  </a:moveTo>
                  <a:lnTo>
                    <a:pt x="4"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35"/>
            <p:cNvSpPr/>
            <p:nvPr/>
          </p:nvSpPr>
          <p:spPr>
            <a:xfrm>
              <a:off x="2097154" y="1637775"/>
              <a:ext cx="68" cy="204"/>
            </a:xfrm>
            <a:custGeom>
              <a:rect b="b" l="l" r="r" t="t"/>
              <a:pathLst>
                <a:path extrusionOk="0" h="15" w="5">
                  <a:moveTo>
                    <a:pt x="1" y="1"/>
                  </a:moveTo>
                  <a:lnTo>
                    <a:pt x="4"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35"/>
            <p:cNvSpPr/>
            <p:nvPr/>
          </p:nvSpPr>
          <p:spPr>
            <a:xfrm>
              <a:off x="2096924" y="1636824"/>
              <a:ext cx="54" cy="204"/>
            </a:xfrm>
            <a:custGeom>
              <a:rect b="b" l="l" r="r" t="t"/>
              <a:pathLst>
                <a:path extrusionOk="0" h="15" w="4">
                  <a:moveTo>
                    <a:pt x="0" y="0"/>
                  </a:moveTo>
                  <a:lnTo>
                    <a:pt x="4"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35"/>
            <p:cNvSpPr/>
            <p:nvPr/>
          </p:nvSpPr>
          <p:spPr>
            <a:xfrm>
              <a:off x="2096353" y="1635344"/>
              <a:ext cx="54" cy="163"/>
            </a:xfrm>
            <a:custGeom>
              <a:rect b="b" l="l" r="r" t="t"/>
              <a:pathLst>
                <a:path extrusionOk="0" h="12" w="4">
                  <a:moveTo>
                    <a:pt x="0" y="1"/>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35"/>
            <p:cNvSpPr/>
            <p:nvPr/>
          </p:nvSpPr>
          <p:spPr>
            <a:xfrm>
              <a:off x="2096489" y="1635724"/>
              <a:ext cx="68" cy="163"/>
            </a:xfrm>
            <a:custGeom>
              <a:rect b="b" l="l" r="r" t="t"/>
              <a:pathLst>
                <a:path extrusionOk="0" h="12" w="5">
                  <a:moveTo>
                    <a:pt x="1" y="1"/>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35"/>
            <p:cNvSpPr/>
            <p:nvPr/>
          </p:nvSpPr>
          <p:spPr>
            <a:xfrm>
              <a:off x="2095878" y="1634543"/>
              <a:ext cx="54" cy="109"/>
            </a:xfrm>
            <a:custGeom>
              <a:rect b="b" l="l" r="r" t="t"/>
              <a:pathLst>
                <a:path extrusionOk="0" h="8" w="4">
                  <a:moveTo>
                    <a:pt x="0" y="0"/>
                  </a:moveTo>
                  <a:lnTo>
                    <a:pt x="4"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35"/>
            <p:cNvSpPr/>
            <p:nvPr/>
          </p:nvSpPr>
          <p:spPr>
            <a:xfrm>
              <a:off x="2095729" y="1634299"/>
              <a:ext cx="68" cy="109"/>
            </a:xfrm>
            <a:custGeom>
              <a:rect b="b" l="l" r="r" t="t"/>
              <a:pathLst>
                <a:path extrusionOk="0" h="8" w="5">
                  <a:moveTo>
                    <a:pt x="1" y="1"/>
                  </a:moveTo>
                  <a:lnTo>
                    <a:pt x="4"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35"/>
            <p:cNvSpPr/>
            <p:nvPr/>
          </p:nvSpPr>
          <p:spPr>
            <a:xfrm>
              <a:off x="2095254" y="1632968"/>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3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3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35"/>
            <p:cNvSpPr/>
            <p:nvPr/>
          </p:nvSpPr>
          <p:spPr>
            <a:xfrm>
              <a:off x="2095064" y="163330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35"/>
            <p:cNvSpPr/>
            <p:nvPr/>
          </p:nvSpPr>
          <p:spPr>
            <a:xfrm>
              <a:off x="2109944" y="1656498"/>
              <a:ext cx="149" cy="14"/>
            </a:xfrm>
            <a:custGeom>
              <a:rect b="b" l="l" r="r" t="t"/>
              <a:pathLst>
                <a:path extrusionOk="0" h="1" w="11">
                  <a:moveTo>
                    <a:pt x="0"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35"/>
            <p:cNvSpPr/>
            <p:nvPr/>
          </p:nvSpPr>
          <p:spPr>
            <a:xfrm>
              <a:off x="2110555" y="1656362"/>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35"/>
            <p:cNvSpPr/>
            <p:nvPr/>
          </p:nvSpPr>
          <p:spPr>
            <a:xfrm>
              <a:off x="2118118" y="1656647"/>
              <a:ext cx="869" cy="394"/>
            </a:xfrm>
            <a:custGeom>
              <a:rect b="b" l="l" r="r" t="t"/>
              <a:pathLst>
                <a:path extrusionOk="0" h="29" w="64">
                  <a:moveTo>
                    <a:pt x="1" y="0"/>
                  </a:moveTo>
                  <a:lnTo>
                    <a:pt x="64"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35"/>
            <p:cNvSpPr/>
            <p:nvPr/>
          </p:nvSpPr>
          <p:spPr>
            <a:xfrm>
              <a:off x="2109374" y="1656552"/>
              <a:ext cx="244" cy="14"/>
            </a:xfrm>
            <a:custGeom>
              <a:rect b="b" l="l" r="r" t="t"/>
              <a:pathLst>
                <a:path extrusionOk="0" h="1" w="18">
                  <a:moveTo>
                    <a:pt x="0" y="0"/>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35"/>
            <p:cNvSpPr/>
            <p:nvPr/>
          </p:nvSpPr>
          <p:spPr>
            <a:xfrm>
              <a:off x="2110325" y="1656403"/>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35"/>
            <p:cNvSpPr/>
            <p:nvPr/>
          </p:nvSpPr>
          <p:spPr>
            <a:xfrm>
              <a:off x="2117222" y="1656308"/>
              <a:ext cx="774" cy="299"/>
            </a:xfrm>
            <a:custGeom>
              <a:rect b="b" l="l" r="r" t="t"/>
              <a:pathLst>
                <a:path extrusionOk="0" h="22" w="57">
                  <a:moveTo>
                    <a:pt x="0" y="1"/>
                  </a:moveTo>
                  <a:lnTo>
                    <a:pt x="56"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35"/>
            <p:cNvSpPr/>
            <p:nvPr/>
          </p:nvSpPr>
          <p:spPr>
            <a:xfrm>
              <a:off x="2110650" y="1656308"/>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35"/>
            <p:cNvSpPr/>
            <p:nvPr/>
          </p:nvSpPr>
          <p:spPr>
            <a:xfrm>
              <a:off x="2110135" y="1656457"/>
              <a:ext cx="149" cy="14"/>
            </a:xfrm>
            <a:custGeom>
              <a:rect b="b" l="l" r="r" t="t"/>
              <a:pathLst>
                <a:path extrusionOk="0" h="1" w="11">
                  <a:moveTo>
                    <a:pt x="0"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35"/>
            <p:cNvSpPr/>
            <p:nvPr/>
          </p:nvSpPr>
          <p:spPr>
            <a:xfrm>
              <a:off x="2119069" y="1657123"/>
              <a:ext cx="964" cy="434"/>
            </a:xfrm>
            <a:custGeom>
              <a:rect b="b" l="l" r="r" t="t"/>
              <a:pathLst>
                <a:path extrusionOk="0" h="32" w="71">
                  <a:moveTo>
                    <a:pt x="1" y="0"/>
                  </a:moveTo>
                  <a:lnTo>
                    <a:pt x="71"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35"/>
            <p:cNvSpPr/>
            <p:nvPr/>
          </p:nvSpPr>
          <p:spPr>
            <a:xfrm>
              <a:off x="2108994" y="1656593"/>
              <a:ext cx="339" cy="14"/>
            </a:xfrm>
            <a:custGeom>
              <a:rect b="b" l="l" r="r" t="t"/>
              <a:pathLst>
                <a:path extrusionOk="0" h="1" w="25">
                  <a:moveTo>
                    <a:pt x="0" y="1"/>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35"/>
            <p:cNvSpPr/>
            <p:nvPr/>
          </p:nvSpPr>
          <p:spPr>
            <a:xfrm>
              <a:off x="2109659" y="1656498"/>
              <a:ext cx="204" cy="14"/>
            </a:xfrm>
            <a:custGeom>
              <a:rect b="b" l="l" r="r" t="t"/>
              <a:pathLst>
                <a:path extrusionOk="0" h="1" w="15">
                  <a:moveTo>
                    <a:pt x="0" y="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3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35"/>
            <p:cNvSpPr/>
            <p:nvPr/>
          </p:nvSpPr>
          <p:spPr>
            <a:xfrm>
              <a:off x="2106428" y="1656552"/>
              <a:ext cx="584" cy="14"/>
            </a:xfrm>
            <a:custGeom>
              <a:rect b="b" l="l" r="r" t="t"/>
              <a:pathLst>
                <a:path extrusionOk="0" h="1" w="43">
                  <a:moveTo>
                    <a:pt x="0" y="0"/>
                  </a:moveTo>
                  <a:lnTo>
                    <a:pt x="4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35"/>
            <p:cNvSpPr/>
            <p:nvPr/>
          </p:nvSpPr>
          <p:spPr>
            <a:xfrm>
              <a:off x="2105898" y="1656498"/>
              <a:ext cx="299" cy="14"/>
            </a:xfrm>
            <a:custGeom>
              <a:rect b="b" l="l" r="r" t="t"/>
              <a:pathLst>
                <a:path extrusionOk="0" h="1" w="22">
                  <a:moveTo>
                    <a:pt x="22" y="1"/>
                  </a:moveTo>
                  <a:lnTo>
                    <a:pt x="1" y="1"/>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35"/>
            <p:cNvSpPr/>
            <p:nvPr/>
          </p:nvSpPr>
          <p:spPr>
            <a:xfrm>
              <a:off x="2110460" y="1656403"/>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3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3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3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35"/>
            <p:cNvSpPr/>
            <p:nvPr/>
          </p:nvSpPr>
          <p:spPr>
            <a:xfrm>
              <a:off x="2303017" y="1816074"/>
              <a:ext cx="394" cy="1059"/>
            </a:xfrm>
            <a:custGeom>
              <a:rect b="b" l="l" r="r" t="t"/>
              <a:pathLst>
                <a:path extrusionOk="0" h="78" w="29">
                  <a:moveTo>
                    <a:pt x="29" y="0"/>
                  </a:moveTo>
                  <a:lnTo>
                    <a:pt x="1" y="7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35"/>
            <p:cNvSpPr/>
            <p:nvPr/>
          </p:nvSpPr>
          <p:spPr>
            <a:xfrm>
              <a:off x="2334625" y="1795491"/>
              <a:ext cx="1534" cy="14"/>
            </a:xfrm>
            <a:custGeom>
              <a:rect b="b" l="l" r="r" t="t"/>
              <a:pathLst>
                <a:path extrusionOk="0" h="1" w="113">
                  <a:moveTo>
                    <a:pt x="113" y="0"/>
                  </a:moveTo>
                  <a:lnTo>
                    <a:pt x="113" y="0"/>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35"/>
            <p:cNvSpPr/>
            <p:nvPr/>
          </p:nvSpPr>
          <p:spPr>
            <a:xfrm>
              <a:off x="2312765" y="1818355"/>
              <a:ext cx="434" cy="204"/>
            </a:xfrm>
            <a:custGeom>
              <a:rect b="b" l="l" r="r" t="t"/>
              <a:pathLst>
                <a:path extrusionOk="0" h="15" w="32">
                  <a:moveTo>
                    <a:pt x="32" y="0"/>
                  </a:moveTo>
                  <a:lnTo>
                    <a:pt x="0"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35"/>
            <p:cNvSpPr/>
            <p:nvPr/>
          </p:nvSpPr>
          <p:spPr>
            <a:xfrm>
              <a:off x="2311530" y="1818776"/>
              <a:ext cx="434" cy="109"/>
            </a:xfrm>
            <a:custGeom>
              <a:rect b="b" l="l" r="r" t="t"/>
              <a:pathLst>
                <a:path extrusionOk="0" h="8" w="32">
                  <a:moveTo>
                    <a:pt x="32"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3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3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3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3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3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35"/>
            <p:cNvSpPr/>
            <p:nvPr/>
          </p:nvSpPr>
          <p:spPr>
            <a:xfrm>
              <a:off x="2312141" y="1818586"/>
              <a:ext cx="448" cy="163"/>
            </a:xfrm>
            <a:custGeom>
              <a:rect b="b" l="l" r="r" t="t"/>
              <a:pathLst>
                <a:path extrusionOk="0" h="12" w="33">
                  <a:moveTo>
                    <a:pt x="32"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35"/>
            <p:cNvSpPr/>
            <p:nvPr/>
          </p:nvSpPr>
          <p:spPr>
            <a:xfrm>
              <a:off x="2305447" y="1817120"/>
              <a:ext cx="204" cy="109"/>
            </a:xfrm>
            <a:custGeom>
              <a:rect b="b" l="l" r="r" t="t"/>
              <a:pathLst>
                <a:path extrusionOk="0" h="8" w="15">
                  <a:moveTo>
                    <a:pt x="14"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3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3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3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35"/>
            <p:cNvSpPr/>
            <p:nvPr/>
          </p:nvSpPr>
          <p:spPr>
            <a:xfrm>
              <a:off x="2453550" y="1892787"/>
              <a:ext cx="109" cy="68"/>
            </a:xfrm>
            <a:custGeom>
              <a:rect b="b" l="l" r="r" t="t"/>
              <a:pathLst>
                <a:path extrusionOk="0" h="5" w="8">
                  <a:moveTo>
                    <a:pt x="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35"/>
            <p:cNvSpPr/>
            <p:nvPr/>
          </p:nvSpPr>
          <p:spPr>
            <a:xfrm>
              <a:off x="2455791" y="1870737"/>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35"/>
            <p:cNvSpPr/>
            <p:nvPr/>
          </p:nvSpPr>
          <p:spPr>
            <a:xfrm>
              <a:off x="2453414" y="1892882"/>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3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3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35"/>
            <p:cNvSpPr/>
            <p:nvPr/>
          </p:nvSpPr>
          <p:spPr>
            <a:xfrm>
              <a:off x="2425553" y="1855571"/>
              <a:ext cx="353" cy="14"/>
            </a:xfrm>
            <a:custGeom>
              <a:rect b="b" l="l" r="r" t="t"/>
              <a:pathLst>
                <a:path extrusionOk="0" h="1" w="26">
                  <a:moveTo>
                    <a:pt x="2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3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35"/>
            <p:cNvSpPr/>
            <p:nvPr/>
          </p:nvSpPr>
          <p:spPr>
            <a:xfrm>
              <a:off x="2422037" y="1852761"/>
              <a:ext cx="109" cy="204"/>
            </a:xfrm>
            <a:custGeom>
              <a:rect b="b" l="l" r="r" t="t"/>
              <a:pathLst>
                <a:path extrusionOk="0" h="15" w="8">
                  <a:moveTo>
                    <a:pt x="1" y="1"/>
                  </a:moveTo>
                  <a:lnTo>
                    <a:pt x="8" y="15"/>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3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35"/>
            <p:cNvSpPr/>
            <p:nvPr/>
          </p:nvSpPr>
          <p:spPr>
            <a:xfrm>
              <a:off x="2425988" y="185561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35"/>
            <p:cNvSpPr/>
            <p:nvPr/>
          </p:nvSpPr>
          <p:spPr>
            <a:xfrm>
              <a:off x="2424508" y="1855286"/>
              <a:ext cx="353" cy="109"/>
            </a:xfrm>
            <a:custGeom>
              <a:rect b="b" l="l" r="r" t="t"/>
              <a:pathLst>
                <a:path extrusionOk="0" h="8" w="26">
                  <a:moveTo>
                    <a:pt x="25"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3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3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3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3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3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3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35"/>
            <p:cNvSpPr/>
            <p:nvPr/>
          </p:nvSpPr>
          <p:spPr>
            <a:xfrm>
              <a:off x="2435682" y="1868117"/>
              <a:ext cx="258" cy="163"/>
            </a:xfrm>
            <a:custGeom>
              <a:rect b="b" l="l" r="r" t="t"/>
              <a:pathLst>
                <a:path extrusionOk="0" h="12" w="19">
                  <a:moveTo>
                    <a:pt x="18"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35"/>
            <p:cNvSpPr/>
            <p:nvPr/>
          </p:nvSpPr>
          <p:spPr>
            <a:xfrm>
              <a:off x="2432695" y="1865035"/>
              <a:ext cx="204" cy="299"/>
            </a:xfrm>
            <a:custGeom>
              <a:rect b="b" l="l" r="r" t="t"/>
              <a:pathLst>
                <a:path extrusionOk="0" h="22" w="15">
                  <a:moveTo>
                    <a:pt x="14" y="2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35"/>
            <p:cNvSpPr/>
            <p:nvPr/>
          </p:nvSpPr>
          <p:spPr>
            <a:xfrm>
              <a:off x="2435397" y="1867886"/>
              <a:ext cx="204" cy="149"/>
            </a:xfrm>
            <a:custGeom>
              <a:rect b="b" l="l" r="r" t="t"/>
              <a:pathLst>
                <a:path extrusionOk="0" h="11" w="15">
                  <a:moveTo>
                    <a:pt x="15"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3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35"/>
            <p:cNvSpPr/>
            <p:nvPr/>
          </p:nvSpPr>
          <p:spPr>
            <a:xfrm>
              <a:off x="2435967" y="1868266"/>
              <a:ext cx="163" cy="149"/>
            </a:xfrm>
            <a:custGeom>
              <a:rect b="b" l="l" r="r" t="t"/>
              <a:pathLst>
                <a:path extrusionOk="0" h="11" w="12">
                  <a:moveTo>
                    <a:pt x="11" y="11"/>
                  </a:moveTo>
                  <a:lnTo>
                    <a:pt x="11" y="11"/>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35"/>
            <p:cNvSpPr/>
            <p:nvPr/>
          </p:nvSpPr>
          <p:spPr>
            <a:xfrm>
              <a:off x="2432315" y="1864505"/>
              <a:ext cx="244" cy="353"/>
            </a:xfrm>
            <a:custGeom>
              <a:rect b="b" l="l" r="r" t="t"/>
              <a:pathLst>
                <a:path extrusionOk="0" h="26" w="18">
                  <a:moveTo>
                    <a:pt x="18"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3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35"/>
            <p:cNvSpPr/>
            <p:nvPr/>
          </p:nvSpPr>
          <p:spPr>
            <a:xfrm>
              <a:off x="2435071" y="1867601"/>
              <a:ext cx="204" cy="204"/>
            </a:xfrm>
            <a:custGeom>
              <a:rect b="b" l="l" r="r" t="t"/>
              <a:pathLst>
                <a:path extrusionOk="0" h="15" w="15">
                  <a:moveTo>
                    <a:pt x="14"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35"/>
            <p:cNvSpPr/>
            <p:nvPr/>
          </p:nvSpPr>
          <p:spPr>
            <a:xfrm>
              <a:off x="2433021" y="1865551"/>
              <a:ext cx="258" cy="299"/>
            </a:xfrm>
            <a:custGeom>
              <a:rect b="b" l="l" r="r" t="t"/>
              <a:pathLst>
                <a:path extrusionOk="0" h="22" w="19">
                  <a:moveTo>
                    <a:pt x="18"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35"/>
            <p:cNvSpPr/>
            <p:nvPr/>
          </p:nvSpPr>
          <p:spPr>
            <a:xfrm>
              <a:off x="2434732" y="1867316"/>
              <a:ext cx="204" cy="204"/>
            </a:xfrm>
            <a:custGeom>
              <a:rect b="b" l="l" r="r" t="t"/>
              <a:pathLst>
                <a:path extrusionOk="0" h="15" w="15">
                  <a:moveTo>
                    <a:pt x="15"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35"/>
            <p:cNvSpPr/>
            <p:nvPr/>
          </p:nvSpPr>
          <p:spPr>
            <a:xfrm>
              <a:off x="2433456" y="1865985"/>
              <a:ext cx="299" cy="339"/>
            </a:xfrm>
            <a:custGeom>
              <a:rect b="b" l="l" r="r" t="t"/>
              <a:pathLst>
                <a:path extrusionOk="0" h="25" w="22">
                  <a:moveTo>
                    <a:pt x="21" y="25"/>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35"/>
            <p:cNvSpPr/>
            <p:nvPr/>
          </p:nvSpPr>
          <p:spPr>
            <a:xfrm>
              <a:off x="2434352" y="1866936"/>
              <a:ext cx="258" cy="244"/>
            </a:xfrm>
            <a:custGeom>
              <a:rect b="b" l="l" r="r" t="t"/>
              <a:pathLst>
                <a:path extrusionOk="0" h="18" w="19">
                  <a:moveTo>
                    <a:pt x="18" y="1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3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35"/>
            <p:cNvSpPr/>
            <p:nvPr/>
          </p:nvSpPr>
          <p:spPr>
            <a:xfrm>
              <a:off x="2433836" y="1866460"/>
              <a:ext cx="394" cy="394"/>
            </a:xfrm>
            <a:custGeom>
              <a:rect b="b" l="l" r="r" t="t"/>
              <a:pathLst>
                <a:path extrusionOk="0" h="29" w="29">
                  <a:moveTo>
                    <a:pt x="28" y="28"/>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3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35"/>
            <p:cNvSpPr/>
            <p:nvPr/>
          </p:nvSpPr>
          <p:spPr>
            <a:xfrm>
              <a:off x="2452274" y="1864560"/>
              <a:ext cx="2295" cy="5811"/>
            </a:xfrm>
            <a:custGeom>
              <a:rect b="b" l="l" r="r" t="t"/>
              <a:pathLst>
                <a:path extrusionOk="0" h="428" w="169">
                  <a:moveTo>
                    <a:pt x="0" y="427"/>
                  </a:moveTo>
                  <a:lnTo>
                    <a:pt x="16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3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3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35"/>
            <p:cNvSpPr/>
            <p:nvPr/>
          </p:nvSpPr>
          <p:spPr>
            <a:xfrm>
              <a:off x="2791942" y="2002154"/>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35"/>
            <p:cNvSpPr/>
            <p:nvPr/>
          </p:nvSpPr>
          <p:spPr>
            <a:xfrm>
              <a:off x="2790367" y="2002059"/>
              <a:ext cx="299" cy="68"/>
            </a:xfrm>
            <a:custGeom>
              <a:rect b="b" l="l" r="r" t="t"/>
              <a:pathLst>
                <a:path extrusionOk="0" h="5" w="22">
                  <a:moveTo>
                    <a:pt x="1" y="1"/>
                  </a:moveTo>
                  <a:lnTo>
                    <a:pt x="22"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35"/>
            <p:cNvSpPr/>
            <p:nvPr/>
          </p:nvSpPr>
          <p:spPr>
            <a:xfrm>
              <a:off x="2792458" y="2002154"/>
              <a:ext cx="394" cy="14"/>
            </a:xfrm>
            <a:custGeom>
              <a:rect b="b" l="l" r="r" t="t"/>
              <a:pathLst>
                <a:path extrusionOk="0" h="1" w="29">
                  <a:moveTo>
                    <a:pt x="1" y="1"/>
                  </a:move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35"/>
            <p:cNvSpPr/>
            <p:nvPr/>
          </p:nvSpPr>
          <p:spPr>
            <a:xfrm>
              <a:off x="2790843" y="2002113"/>
              <a:ext cx="394" cy="14"/>
            </a:xfrm>
            <a:custGeom>
              <a:rect b="b" l="l" r="r" t="t"/>
              <a:pathLst>
                <a:path extrusionOk="0" h="1" w="29">
                  <a:moveTo>
                    <a:pt x="1" y="0"/>
                  </a:moveTo>
                  <a:lnTo>
                    <a:pt x="2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35"/>
            <p:cNvSpPr/>
            <p:nvPr/>
          </p:nvSpPr>
          <p:spPr>
            <a:xfrm>
              <a:off x="2793463" y="2002059"/>
              <a:ext cx="353" cy="14"/>
            </a:xfrm>
            <a:custGeom>
              <a:rect b="b" l="l" r="r" t="t"/>
              <a:pathLst>
                <a:path extrusionOk="0" h="1" w="26">
                  <a:moveTo>
                    <a:pt x="1" y="1"/>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35"/>
            <p:cNvSpPr/>
            <p:nvPr/>
          </p:nvSpPr>
          <p:spPr>
            <a:xfrm>
              <a:off x="2792947" y="2002113"/>
              <a:ext cx="380" cy="14"/>
            </a:xfrm>
            <a:custGeom>
              <a:rect b="b" l="l" r="r" t="t"/>
              <a:pathLst>
                <a:path extrusionOk="0" h="1" w="28">
                  <a:moveTo>
                    <a:pt x="0" y="0"/>
                  </a:moveTo>
                  <a:lnTo>
                    <a:pt x="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35"/>
            <p:cNvSpPr/>
            <p:nvPr/>
          </p:nvSpPr>
          <p:spPr>
            <a:xfrm>
              <a:off x="2793938" y="2002018"/>
              <a:ext cx="299" cy="14"/>
            </a:xfrm>
            <a:custGeom>
              <a:rect b="b" l="l" r="r" t="t"/>
              <a:pathLst>
                <a:path extrusionOk="0" h="1" w="22">
                  <a:moveTo>
                    <a:pt x="1" y="0"/>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3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35"/>
            <p:cNvSpPr/>
            <p:nvPr/>
          </p:nvSpPr>
          <p:spPr>
            <a:xfrm>
              <a:off x="2783524" y="1996546"/>
              <a:ext cx="394" cy="68"/>
            </a:xfrm>
            <a:custGeom>
              <a:rect b="b" l="l" r="r" t="t"/>
              <a:pathLst>
                <a:path extrusionOk="0" h="5" w="29">
                  <a:moveTo>
                    <a:pt x="1" y="1"/>
                  </a:moveTo>
                  <a:lnTo>
                    <a:pt x="29"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35"/>
            <p:cNvSpPr/>
            <p:nvPr/>
          </p:nvSpPr>
          <p:spPr>
            <a:xfrm>
              <a:off x="2782343" y="1996506"/>
              <a:ext cx="244" cy="14"/>
            </a:xfrm>
            <a:custGeom>
              <a:rect b="b" l="l" r="r" t="t"/>
              <a:pathLst>
                <a:path extrusionOk="0" h="1" w="18">
                  <a:moveTo>
                    <a:pt x="0" y="0"/>
                  </a:moveTo>
                  <a:lnTo>
                    <a:pt x="0" y="0"/>
                  </a:ln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35"/>
            <p:cNvSpPr/>
            <p:nvPr/>
          </p:nvSpPr>
          <p:spPr>
            <a:xfrm>
              <a:off x="2789471" y="2001869"/>
              <a:ext cx="299" cy="109"/>
            </a:xfrm>
            <a:custGeom>
              <a:rect b="b" l="l" r="r" t="t"/>
              <a:pathLst>
                <a:path extrusionOk="0" h="8" w="22">
                  <a:moveTo>
                    <a:pt x="0" y="1"/>
                  </a:moveTo>
                  <a:lnTo>
                    <a:pt x="2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35"/>
            <p:cNvSpPr/>
            <p:nvPr/>
          </p:nvSpPr>
          <p:spPr>
            <a:xfrm>
              <a:off x="2789091" y="2001733"/>
              <a:ext cx="244" cy="109"/>
            </a:xfrm>
            <a:custGeom>
              <a:rect b="b" l="l" r="r" t="t"/>
              <a:pathLst>
                <a:path extrusionOk="0" h="8" w="18">
                  <a:moveTo>
                    <a:pt x="0" y="0"/>
                  </a:moveTo>
                  <a:lnTo>
                    <a:pt x="18"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35"/>
            <p:cNvSpPr/>
            <p:nvPr/>
          </p:nvSpPr>
          <p:spPr>
            <a:xfrm>
              <a:off x="2789892" y="2001964"/>
              <a:ext cx="299" cy="109"/>
            </a:xfrm>
            <a:custGeom>
              <a:rect b="b" l="l" r="r" t="t"/>
              <a:pathLst>
                <a:path extrusionOk="0" h="8" w="22">
                  <a:moveTo>
                    <a:pt x="1" y="1"/>
                  </a:moveTo>
                  <a:lnTo>
                    <a:pt x="22"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35"/>
            <p:cNvSpPr/>
            <p:nvPr/>
          </p:nvSpPr>
          <p:spPr>
            <a:xfrm>
              <a:off x="2794943" y="200186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35"/>
            <p:cNvSpPr/>
            <p:nvPr/>
          </p:nvSpPr>
          <p:spPr>
            <a:xfrm>
              <a:off x="2796083" y="2000253"/>
              <a:ext cx="54" cy="204"/>
            </a:xfrm>
            <a:custGeom>
              <a:rect b="b" l="l" r="r" t="t"/>
              <a:pathLst>
                <a:path extrusionOk="0" h="15" w="4">
                  <a:moveTo>
                    <a:pt x="0" y="15"/>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35"/>
            <p:cNvSpPr/>
            <p:nvPr/>
          </p:nvSpPr>
          <p:spPr>
            <a:xfrm>
              <a:off x="2791847" y="2002154"/>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35"/>
            <p:cNvSpPr/>
            <p:nvPr/>
          </p:nvSpPr>
          <p:spPr>
            <a:xfrm>
              <a:off x="2794563" y="2001923"/>
              <a:ext cx="204" cy="54"/>
            </a:xfrm>
            <a:custGeom>
              <a:rect b="b" l="l" r="r" t="t"/>
              <a:pathLst>
                <a:path extrusionOk="0" h="4" w="15">
                  <a:moveTo>
                    <a:pt x="0" y="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35"/>
            <p:cNvSpPr/>
            <p:nvPr/>
          </p:nvSpPr>
          <p:spPr>
            <a:xfrm>
              <a:off x="2794794" y="2001923"/>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3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35"/>
            <p:cNvSpPr/>
            <p:nvPr/>
          </p:nvSpPr>
          <p:spPr>
            <a:xfrm>
              <a:off x="2796749" y="199916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35"/>
            <p:cNvSpPr/>
            <p:nvPr/>
          </p:nvSpPr>
          <p:spPr>
            <a:xfrm>
              <a:off x="2796559" y="1999208"/>
              <a:ext cx="149" cy="163"/>
            </a:xfrm>
            <a:custGeom>
              <a:rect b="b" l="l" r="r" t="t"/>
              <a:pathLst>
                <a:path extrusionOk="0" h="12" w="11">
                  <a:moveTo>
                    <a:pt x="0" y="1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3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3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3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35"/>
            <p:cNvSpPr/>
            <p:nvPr/>
          </p:nvSpPr>
          <p:spPr>
            <a:xfrm>
              <a:off x="2794223" y="2001964"/>
              <a:ext cx="299" cy="68"/>
            </a:xfrm>
            <a:custGeom>
              <a:rect b="b" l="l" r="r" t="t"/>
              <a:pathLst>
                <a:path extrusionOk="0" h="5" w="22">
                  <a:moveTo>
                    <a:pt x="1" y="4"/>
                  </a:move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3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35"/>
            <p:cNvSpPr/>
            <p:nvPr/>
          </p:nvSpPr>
          <p:spPr>
            <a:xfrm>
              <a:off x="2888668" y="2013192"/>
              <a:ext cx="204" cy="244"/>
            </a:xfrm>
            <a:custGeom>
              <a:rect b="b" l="l" r="r" t="t"/>
              <a:pathLst>
                <a:path extrusionOk="0" h="18" w="15">
                  <a:moveTo>
                    <a:pt x="15" y="1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35"/>
            <p:cNvSpPr/>
            <p:nvPr/>
          </p:nvSpPr>
          <p:spPr>
            <a:xfrm>
              <a:off x="2888913" y="2013478"/>
              <a:ext cx="109" cy="204"/>
            </a:xfrm>
            <a:custGeom>
              <a:rect b="b" l="l" r="r" t="t"/>
              <a:pathLst>
                <a:path extrusionOk="0" h="15" w="8">
                  <a:moveTo>
                    <a:pt x="7"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35"/>
            <p:cNvSpPr/>
            <p:nvPr/>
          </p:nvSpPr>
          <p:spPr>
            <a:xfrm>
              <a:off x="2888438" y="2012907"/>
              <a:ext cx="149" cy="204"/>
            </a:xfrm>
            <a:custGeom>
              <a:rect b="b" l="l" r="r" t="t"/>
              <a:pathLst>
                <a:path extrusionOk="0" h="15" w="11">
                  <a:moveTo>
                    <a:pt x="11"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35"/>
            <p:cNvSpPr/>
            <p:nvPr/>
          </p:nvSpPr>
          <p:spPr>
            <a:xfrm>
              <a:off x="2889049" y="2013708"/>
              <a:ext cx="163" cy="163"/>
            </a:xfrm>
            <a:custGeom>
              <a:rect b="b" l="l" r="r" t="t"/>
              <a:pathLst>
                <a:path extrusionOk="0" h="12" w="12">
                  <a:moveTo>
                    <a:pt x="1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35"/>
            <p:cNvSpPr/>
            <p:nvPr/>
          </p:nvSpPr>
          <p:spPr>
            <a:xfrm>
              <a:off x="2887582" y="2011577"/>
              <a:ext cx="299" cy="434"/>
            </a:xfrm>
            <a:custGeom>
              <a:rect b="b" l="l" r="r" t="t"/>
              <a:pathLst>
                <a:path extrusionOk="0" h="32" w="22">
                  <a:moveTo>
                    <a:pt x="0" y="0"/>
                  </a:moveTo>
                  <a:lnTo>
                    <a:pt x="21"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35"/>
            <p:cNvSpPr/>
            <p:nvPr/>
          </p:nvSpPr>
          <p:spPr>
            <a:xfrm>
              <a:off x="2888247" y="2012568"/>
              <a:ext cx="149" cy="204"/>
            </a:xfrm>
            <a:custGeom>
              <a:rect b="b" l="l" r="r" t="t"/>
              <a:pathLst>
                <a:path extrusionOk="0" h="15" w="11">
                  <a:moveTo>
                    <a:pt x="11"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35"/>
            <p:cNvSpPr/>
            <p:nvPr/>
          </p:nvSpPr>
          <p:spPr>
            <a:xfrm>
              <a:off x="2889239" y="2013898"/>
              <a:ext cx="109" cy="109"/>
            </a:xfrm>
            <a:custGeom>
              <a:rect b="b" l="l" r="r" t="t"/>
              <a:pathLst>
                <a:path extrusionOk="0" h="8" w="8">
                  <a:moveTo>
                    <a:pt x="8"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35"/>
            <p:cNvSpPr/>
            <p:nvPr/>
          </p:nvSpPr>
          <p:spPr>
            <a:xfrm>
              <a:off x="2887908" y="2012093"/>
              <a:ext cx="204" cy="353"/>
            </a:xfrm>
            <a:custGeom>
              <a:rect b="b" l="l" r="r" t="t"/>
              <a:pathLst>
                <a:path extrusionOk="0" h="26" w="15">
                  <a:moveTo>
                    <a:pt x="15" y="2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35"/>
            <p:cNvSpPr/>
            <p:nvPr/>
          </p:nvSpPr>
          <p:spPr>
            <a:xfrm>
              <a:off x="2889334" y="2014048"/>
              <a:ext cx="163" cy="109"/>
            </a:xfrm>
            <a:custGeom>
              <a:rect b="b" l="l" r="r" t="t"/>
              <a:pathLst>
                <a:path extrusionOk="0" h="8" w="12">
                  <a:moveTo>
                    <a:pt x="1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35"/>
            <p:cNvSpPr/>
            <p:nvPr/>
          </p:nvSpPr>
          <p:spPr>
            <a:xfrm>
              <a:off x="2893801" y="2010246"/>
              <a:ext cx="14" cy="54"/>
            </a:xfrm>
            <a:custGeom>
              <a:rect b="b" l="l" r="r" t="t"/>
              <a:pathLst>
                <a:path extrusionOk="0" h="4" w="1">
                  <a:moveTo>
                    <a:pt x="1" y="0"/>
                  </a:moveTo>
                  <a:lnTo>
                    <a:pt x="1" y="0"/>
                  </a:ln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35"/>
            <p:cNvSpPr/>
            <p:nvPr/>
          </p:nvSpPr>
          <p:spPr>
            <a:xfrm>
              <a:off x="2889483" y="2014143"/>
              <a:ext cx="54" cy="54"/>
            </a:xfrm>
            <a:custGeom>
              <a:rect b="b" l="l" r="r" t="t"/>
              <a:pathLst>
                <a:path extrusionOk="0" h="4" w="4">
                  <a:moveTo>
                    <a:pt x="4"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35"/>
            <p:cNvSpPr/>
            <p:nvPr/>
          </p:nvSpPr>
          <p:spPr>
            <a:xfrm>
              <a:off x="2889578" y="2014238"/>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35"/>
            <p:cNvSpPr/>
            <p:nvPr/>
          </p:nvSpPr>
          <p:spPr>
            <a:xfrm>
              <a:off x="2889619" y="2014279"/>
              <a:ext cx="68" cy="14"/>
            </a:xfrm>
            <a:custGeom>
              <a:rect b="b" l="l" r="r" t="t"/>
              <a:pathLst>
                <a:path extrusionOk="0" h="1" w="5">
                  <a:moveTo>
                    <a:pt x="4"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3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35"/>
            <p:cNvSpPr/>
            <p:nvPr/>
          </p:nvSpPr>
          <p:spPr>
            <a:xfrm>
              <a:off x="2893950" y="2010952"/>
              <a:ext cx="54" cy="299"/>
            </a:xfrm>
            <a:custGeom>
              <a:rect b="b" l="l" r="r" t="t"/>
              <a:pathLst>
                <a:path extrusionOk="0" h="22" w="4">
                  <a:moveTo>
                    <a:pt x="0" y="1"/>
                  </a:moveTo>
                  <a:lnTo>
                    <a:pt x="4"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3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3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35"/>
            <p:cNvSpPr/>
            <p:nvPr/>
          </p:nvSpPr>
          <p:spPr>
            <a:xfrm>
              <a:off x="2889714" y="2014333"/>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35"/>
            <p:cNvSpPr/>
            <p:nvPr/>
          </p:nvSpPr>
          <p:spPr>
            <a:xfrm>
              <a:off x="2893855" y="2010477"/>
              <a:ext cx="54" cy="353"/>
            </a:xfrm>
            <a:custGeom>
              <a:rect b="b" l="l" r="r" t="t"/>
              <a:pathLst>
                <a:path extrusionOk="0" h="26" w="4">
                  <a:moveTo>
                    <a:pt x="0" y="1"/>
                  </a:moveTo>
                  <a:lnTo>
                    <a:pt x="4"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3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3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3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35"/>
            <p:cNvSpPr/>
            <p:nvPr/>
          </p:nvSpPr>
          <p:spPr>
            <a:xfrm>
              <a:off x="2333674" y="1784181"/>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3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35"/>
            <p:cNvSpPr/>
            <p:nvPr/>
          </p:nvSpPr>
          <p:spPr>
            <a:xfrm>
              <a:off x="2334530" y="1788403"/>
              <a:ext cx="204" cy="828"/>
            </a:xfrm>
            <a:custGeom>
              <a:rect b="b" l="l" r="r" t="t"/>
              <a:pathLst>
                <a:path extrusionOk="0" h="61" w="15">
                  <a:moveTo>
                    <a:pt x="1" y="1"/>
                  </a:moveTo>
                  <a:lnTo>
                    <a:pt x="15" y="6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35"/>
            <p:cNvSpPr/>
            <p:nvPr/>
          </p:nvSpPr>
          <p:spPr>
            <a:xfrm>
              <a:off x="2334340" y="1787697"/>
              <a:ext cx="204" cy="720"/>
            </a:xfrm>
            <a:custGeom>
              <a:rect b="b" l="l" r="r" t="t"/>
              <a:pathLst>
                <a:path extrusionOk="0" h="53" w="15">
                  <a:moveTo>
                    <a:pt x="1" y="0"/>
                  </a:moveTo>
                  <a:lnTo>
                    <a:pt x="15" y="5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35"/>
            <p:cNvSpPr/>
            <p:nvPr/>
          </p:nvSpPr>
          <p:spPr>
            <a:xfrm>
              <a:off x="2333770" y="1785036"/>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3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35"/>
            <p:cNvSpPr/>
            <p:nvPr/>
          </p:nvSpPr>
          <p:spPr>
            <a:xfrm>
              <a:off x="2333865" y="1785742"/>
              <a:ext cx="14" cy="109"/>
            </a:xfrm>
            <a:custGeom>
              <a:rect b="b" l="l" r="r" t="t"/>
              <a:pathLst>
                <a:path extrusionOk="0" h="8" w="1">
                  <a:moveTo>
                    <a:pt x="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35"/>
            <p:cNvSpPr/>
            <p:nvPr/>
          </p:nvSpPr>
          <p:spPr>
            <a:xfrm>
              <a:off x="2334055" y="1786462"/>
              <a:ext cx="14" cy="109"/>
            </a:xfrm>
            <a:custGeom>
              <a:rect b="b" l="l" r="r" t="t"/>
              <a:pathLst>
                <a:path extrusionOk="0" h="8" w="1">
                  <a:moveTo>
                    <a:pt x="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35"/>
            <p:cNvSpPr/>
            <p:nvPr/>
          </p:nvSpPr>
          <p:spPr>
            <a:xfrm>
              <a:off x="2333674" y="1784181"/>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3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3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35"/>
            <p:cNvSpPr/>
            <p:nvPr/>
          </p:nvSpPr>
          <p:spPr>
            <a:xfrm>
              <a:off x="2337666" y="1793631"/>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35"/>
            <p:cNvSpPr/>
            <p:nvPr/>
          </p:nvSpPr>
          <p:spPr>
            <a:xfrm>
              <a:off x="2338046" y="1793590"/>
              <a:ext cx="679" cy="14"/>
            </a:xfrm>
            <a:custGeom>
              <a:rect b="b" l="l" r="r" t="t"/>
              <a:pathLst>
                <a:path extrusionOk="0" h="1" w="50">
                  <a:moveTo>
                    <a:pt x="1" y="0"/>
                  </a:moveTo>
                  <a:lnTo>
                    <a:pt x="5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35"/>
            <p:cNvSpPr/>
            <p:nvPr/>
          </p:nvSpPr>
          <p:spPr>
            <a:xfrm>
              <a:off x="2342663" y="1794255"/>
              <a:ext cx="353" cy="204"/>
            </a:xfrm>
            <a:custGeom>
              <a:rect b="b" l="l" r="r" t="t"/>
              <a:pathLst>
                <a:path extrusionOk="0" h="15" w="26">
                  <a:moveTo>
                    <a:pt x="1" y="0"/>
                  </a:moveTo>
                  <a:lnTo>
                    <a:pt x="25"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3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35"/>
            <p:cNvSpPr/>
            <p:nvPr/>
          </p:nvSpPr>
          <p:spPr>
            <a:xfrm>
              <a:off x="2343192" y="1794540"/>
              <a:ext cx="109" cy="54"/>
            </a:xfrm>
            <a:custGeom>
              <a:rect b="b" l="l" r="r" t="t"/>
              <a:pathLst>
                <a:path extrusionOk="0" h="4" w="8">
                  <a:moveTo>
                    <a:pt x="0" y="0"/>
                  </a:moveTo>
                  <a:lnTo>
                    <a:pt x="7"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3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35"/>
            <p:cNvSpPr/>
            <p:nvPr/>
          </p:nvSpPr>
          <p:spPr>
            <a:xfrm>
              <a:off x="2382309" y="181835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35"/>
            <p:cNvSpPr/>
            <p:nvPr/>
          </p:nvSpPr>
          <p:spPr>
            <a:xfrm>
              <a:off x="2386776" y="1818776"/>
              <a:ext cx="3435" cy="394"/>
            </a:xfrm>
            <a:custGeom>
              <a:rect b="b" l="l" r="r" t="t"/>
              <a:pathLst>
                <a:path extrusionOk="0" h="29" w="253">
                  <a:moveTo>
                    <a:pt x="252" y="29"/>
                  </a:moveTo>
                  <a:lnTo>
                    <a:pt x="0" y="1"/>
                  </a:lnTo>
                  <a:lnTo>
                    <a:pt x="252"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3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3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35"/>
            <p:cNvSpPr/>
            <p:nvPr/>
          </p:nvSpPr>
          <p:spPr>
            <a:xfrm>
              <a:off x="2399471" y="1823053"/>
              <a:ext cx="4236" cy="204"/>
            </a:xfrm>
            <a:custGeom>
              <a:rect b="b" l="l" r="r" t="t"/>
              <a:pathLst>
                <a:path extrusionOk="0" h="15" w="312">
                  <a:moveTo>
                    <a:pt x="312" y="15"/>
                  </a:moveTo>
                  <a:lnTo>
                    <a:pt x="312" y="15"/>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35"/>
            <p:cNvSpPr/>
            <p:nvPr/>
          </p:nvSpPr>
          <p:spPr>
            <a:xfrm>
              <a:off x="2397991" y="1811743"/>
              <a:ext cx="204" cy="14"/>
            </a:xfrm>
            <a:custGeom>
              <a:rect b="b" l="l" r="r" t="t"/>
              <a:pathLst>
                <a:path extrusionOk="0" h="1" w="15">
                  <a:moveTo>
                    <a:pt x="0" y="1"/>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35"/>
            <p:cNvSpPr/>
            <p:nvPr/>
          </p:nvSpPr>
          <p:spPr>
            <a:xfrm>
              <a:off x="2393185" y="1816685"/>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35"/>
            <p:cNvSpPr/>
            <p:nvPr/>
          </p:nvSpPr>
          <p:spPr>
            <a:xfrm>
              <a:off x="2399702" y="1812598"/>
              <a:ext cx="204" cy="204"/>
            </a:xfrm>
            <a:custGeom>
              <a:rect b="b" l="l" r="r" t="t"/>
              <a:pathLst>
                <a:path extrusionOk="0" h="15" w="15">
                  <a:moveTo>
                    <a:pt x="1" y="1"/>
                  </a:moveTo>
                  <a:lnTo>
                    <a:pt x="15"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35"/>
            <p:cNvSpPr/>
            <p:nvPr/>
          </p:nvSpPr>
          <p:spPr>
            <a:xfrm>
              <a:off x="2399227" y="1812273"/>
              <a:ext cx="204" cy="149"/>
            </a:xfrm>
            <a:custGeom>
              <a:rect b="b" l="l" r="r" t="t"/>
              <a:pathLst>
                <a:path extrusionOk="0" h="11" w="15">
                  <a:moveTo>
                    <a:pt x="1" y="0"/>
                  </a:moveTo>
                  <a:lnTo>
                    <a:pt x="15"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35"/>
            <p:cNvSpPr/>
            <p:nvPr/>
          </p:nvSpPr>
          <p:spPr>
            <a:xfrm>
              <a:off x="2398426" y="1811838"/>
              <a:ext cx="149" cy="68"/>
            </a:xfrm>
            <a:custGeom>
              <a:rect b="b" l="l" r="r" t="t"/>
              <a:pathLst>
                <a:path extrusionOk="0" h="5" w="11">
                  <a:moveTo>
                    <a:pt x="0" y="1"/>
                  </a:moveTo>
                  <a:lnTo>
                    <a:pt x="1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3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35"/>
            <p:cNvSpPr/>
            <p:nvPr/>
          </p:nvSpPr>
          <p:spPr>
            <a:xfrm>
              <a:off x="2393755" y="1815409"/>
              <a:ext cx="68" cy="109"/>
            </a:xfrm>
            <a:custGeom>
              <a:rect b="b" l="l" r="r" t="t"/>
              <a:pathLst>
                <a:path extrusionOk="0" h="8" w="5">
                  <a:moveTo>
                    <a:pt x="1"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35"/>
            <p:cNvSpPr/>
            <p:nvPr/>
          </p:nvSpPr>
          <p:spPr>
            <a:xfrm>
              <a:off x="2400747" y="1813549"/>
              <a:ext cx="204" cy="163"/>
            </a:xfrm>
            <a:custGeom>
              <a:rect b="b" l="l" r="r" t="t"/>
              <a:pathLst>
                <a:path extrusionOk="0" h="12" w="15">
                  <a:moveTo>
                    <a:pt x="15"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35"/>
            <p:cNvSpPr/>
            <p:nvPr/>
          </p:nvSpPr>
          <p:spPr>
            <a:xfrm>
              <a:off x="2393375" y="1816169"/>
              <a:ext cx="68" cy="109"/>
            </a:xfrm>
            <a:custGeom>
              <a:rect b="b" l="l" r="r" t="t"/>
              <a:pathLst>
                <a:path extrusionOk="0" h="8" w="5">
                  <a:moveTo>
                    <a:pt x="1"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35"/>
            <p:cNvSpPr/>
            <p:nvPr/>
          </p:nvSpPr>
          <p:spPr>
            <a:xfrm>
              <a:off x="2400177" y="1813033"/>
              <a:ext cx="299" cy="244"/>
            </a:xfrm>
            <a:custGeom>
              <a:rect b="b" l="l" r="r" t="t"/>
              <a:pathLst>
                <a:path extrusionOk="0" h="18" w="22">
                  <a:moveTo>
                    <a:pt x="1" y="0"/>
                  </a:moveTo>
                  <a:lnTo>
                    <a:pt x="22"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35"/>
            <p:cNvSpPr/>
            <p:nvPr/>
          </p:nvSpPr>
          <p:spPr>
            <a:xfrm>
              <a:off x="2393565" y="1815735"/>
              <a:ext cx="68" cy="109"/>
            </a:xfrm>
            <a:custGeom>
              <a:rect b="b" l="l" r="r" t="t"/>
              <a:pathLst>
                <a:path extrusionOk="0" h="8" w="5">
                  <a:moveTo>
                    <a:pt x="1"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35"/>
            <p:cNvSpPr/>
            <p:nvPr/>
          </p:nvSpPr>
          <p:spPr>
            <a:xfrm>
              <a:off x="2398806" y="1812028"/>
              <a:ext cx="204" cy="109"/>
            </a:xfrm>
            <a:custGeom>
              <a:rect b="b" l="l" r="r" t="t"/>
              <a:pathLst>
                <a:path extrusionOk="0" h="8" w="15">
                  <a:moveTo>
                    <a:pt x="0" y="1"/>
                  </a:moveTo>
                  <a:lnTo>
                    <a:pt x="14"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35"/>
            <p:cNvSpPr/>
            <p:nvPr/>
          </p:nvSpPr>
          <p:spPr>
            <a:xfrm>
              <a:off x="2394420" y="181426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35"/>
            <p:cNvSpPr/>
            <p:nvPr/>
          </p:nvSpPr>
          <p:spPr>
            <a:xfrm>
              <a:off x="2394040" y="1814839"/>
              <a:ext cx="68" cy="109"/>
            </a:xfrm>
            <a:custGeom>
              <a:rect b="b" l="l" r="r" t="t"/>
              <a:pathLst>
                <a:path extrusionOk="0" h="8" w="5">
                  <a:moveTo>
                    <a:pt x="1"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35"/>
            <p:cNvSpPr/>
            <p:nvPr/>
          </p:nvSpPr>
          <p:spPr>
            <a:xfrm>
              <a:off x="2394135" y="1814649"/>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35"/>
            <p:cNvSpPr/>
            <p:nvPr/>
          </p:nvSpPr>
          <p:spPr>
            <a:xfrm>
              <a:off x="2394230" y="1814499"/>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35"/>
            <p:cNvSpPr/>
            <p:nvPr/>
          </p:nvSpPr>
          <p:spPr>
            <a:xfrm>
              <a:off x="2394380" y="181430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35"/>
            <p:cNvSpPr/>
            <p:nvPr/>
          </p:nvSpPr>
          <p:spPr>
            <a:xfrm>
              <a:off x="2394325" y="1814404"/>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35"/>
            <p:cNvSpPr/>
            <p:nvPr/>
          </p:nvSpPr>
          <p:spPr>
            <a:xfrm>
              <a:off x="2393904" y="1815070"/>
              <a:ext cx="54" cy="109"/>
            </a:xfrm>
            <a:custGeom>
              <a:rect b="b" l="l" r="r" t="t"/>
              <a:pathLst>
                <a:path extrusionOk="0" h="8" w="4">
                  <a:moveTo>
                    <a:pt x="0"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3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3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3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35"/>
            <p:cNvSpPr/>
            <p:nvPr/>
          </p:nvSpPr>
          <p:spPr>
            <a:xfrm>
              <a:off x="2083563" y="1634394"/>
              <a:ext cx="149" cy="109"/>
            </a:xfrm>
            <a:custGeom>
              <a:rect b="b" l="l" r="r" t="t"/>
              <a:pathLst>
                <a:path extrusionOk="0" h="8" w="11">
                  <a:moveTo>
                    <a:pt x="11"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35"/>
            <p:cNvSpPr/>
            <p:nvPr/>
          </p:nvSpPr>
          <p:spPr>
            <a:xfrm>
              <a:off x="2066972" y="1624699"/>
              <a:ext cx="68" cy="68"/>
            </a:xfrm>
            <a:custGeom>
              <a:rect b="b" l="l" r="r" t="t"/>
              <a:pathLst>
                <a:path extrusionOk="0" h="5" w="5">
                  <a:moveTo>
                    <a:pt x="1" y="1"/>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35"/>
            <p:cNvSpPr/>
            <p:nvPr/>
          </p:nvSpPr>
          <p:spPr>
            <a:xfrm>
              <a:off x="2087840" y="1638630"/>
              <a:ext cx="244" cy="299"/>
            </a:xfrm>
            <a:custGeom>
              <a:rect b="b" l="l" r="r" t="t"/>
              <a:pathLst>
                <a:path extrusionOk="0" h="22" w="18">
                  <a:moveTo>
                    <a:pt x="1" y="1"/>
                  </a:moveTo>
                  <a:lnTo>
                    <a:pt x="18"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3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3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3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35"/>
            <p:cNvSpPr/>
            <p:nvPr/>
          </p:nvSpPr>
          <p:spPr>
            <a:xfrm>
              <a:off x="2088411" y="1639295"/>
              <a:ext cx="204" cy="204"/>
            </a:xfrm>
            <a:custGeom>
              <a:rect b="b" l="l" r="r" t="t"/>
              <a:pathLst>
                <a:path extrusionOk="0" h="15" w="15">
                  <a:moveTo>
                    <a:pt x="15"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3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3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35"/>
            <p:cNvSpPr/>
            <p:nvPr/>
          </p:nvSpPr>
          <p:spPr>
            <a:xfrm>
              <a:off x="2088125" y="1638969"/>
              <a:ext cx="204" cy="244"/>
            </a:xfrm>
            <a:custGeom>
              <a:rect b="b" l="l" r="r" t="t"/>
              <a:pathLst>
                <a:path extrusionOk="0" h="18" w="15">
                  <a:moveTo>
                    <a:pt x="1" y="0"/>
                  </a:moveTo>
                  <a:lnTo>
                    <a:pt x="15"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35"/>
            <p:cNvSpPr/>
            <p:nvPr/>
          </p:nvSpPr>
          <p:spPr>
            <a:xfrm>
              <a:off x="2088696" y="1639580"/>
              <a:ext cx="258" cy="204"/>
            </a:xfrm>
            <a:custGeom>
              <a:rect b="b" l="l" r="r" t="t"/>
              <a:pathLst>
                <a:path extrusionOk="0" h="15" w="19">
                  <a:moveTo>
                    <a:pt x="1" y="1"/>
                  </a:moveTo>
                  <a:lnTo>
                    <a:pt x="18"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3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3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3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35"/>
            <p:cNvSpPr/>
            <p:nvPr/>
          </p:nvSpPr>
          <p:spPr>
            <a:xfrm>
              <a:off x="2101676" y="1658019"/>
              <a:ext cx="244" cy="163"/>
            </a:xfrm>
            <a:custGeom>
              <a:rect b="b" l="l" r="r" t="t"/>
              <a:pathLst>
                <a:path extrusionOk="0" h="12" w="18">
                  <a:moveTo>
                    <a:pt x="0" y="1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3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35"/>
            <p:cNvSpPr/>
            <p:nvPr/>
          </p:nvSpPr>
          <p:spPr>
            <a:xfrm>
              <a:off x="2101296" y="1658209"/>
              <a:ext cx="244" cy="163"/>
            </a:xfrm>
            <a:custGeom>
              <a:rect b="b" l="l" r="r" t="t"/>
              <a:pathLst>
                <a:path extrusionOk="0" h="12" w="18">
                  <a:moveTo>
                    <a:pt x="0" y="1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35"/>
            <p:cNvSpPr/>
            <p:nvPr/>
          </p:nvSpPr>
          <p:spPr>
            <a:xfrm>
              <a:off x="2100630" y="1658684"/>
              <a:ext cx="244" cy="204"/>
            </a:xfrm>
            <a:custGeom>
              <a:rect b="b" l="l" r="r" t="t"/>
              <a:pathLst>
                <a:path extrusionOk="0" h="15" w="18">
                  <a:moveTo>
                    <a:pt x="0" y="15"/>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35"/>
            <p:cNvSpPr/>
            <p:nvPr/>
          </p:nvSpPr>
          <p:spPr>
            <a:xfrm>
              <a:off x="2100956" y="1658453"/>
              <a:ext cx="258" cy="204"/>
            </a:xfrm>
            <a:custGeom>
              <a:rect b="b" l="l" r="r" t="t"/>
              <a:pathLst>
                <a:path extrusionOk="0" h="15" w="19">
                  <a:moveTo>
                    <a:pt x="1" y="1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35"/>
            <p:cNvSpPr/>
            <p:nvPr/>
          </p:nvSpPr>
          <p:spPr>
            <a:xfrm>
              <a:off x="2102056" y="1657829"/>
              <a:ext cx="204" cy="163"/>
            </a:xfrm>
            <a:custGeom>
              <a:rect b="b" l="l" r="r" t="t"/>
              <a:pathLst>
                <a:path extrusionOk="0" h="12" w="15">
                  <a:moveTo>
                    <a:pt x="0" y="1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35"/>
            <p:cNvSpPr/>
            <p:nvPr/>
          </p:nvSpPr>
          <p:spPr>
            <a:xfrm>
              <a:off x="2103142" y="1657543"/>
              <a:ext cx="258" cy="68"/>
            </a:xfrm>
            <a:custGeom>
              <a:rect b="b" l="l" r="r" t="t"/>
              <a:pathLst>
                <a:path extrusionOk="0" h="5" w="19">
                  <a:moveTo>
                    <a:pt x="1" y="4"/>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35"/>
            <p:cNvSpPr/>
            <p:nvPr/>
          </p:nvSpPr>
          <p:spPr>
            <a:xfrm>
              <a:off x="2102816" y="1657638"/>
              <a:ext cx="204" cy="68"/>
            </a:xfrm>
            <a:custGeom>
              <a:rect b="b" l="l" r="r" t="t"/>
              <a:pathLst>
                <a:path extrusionOk="0" h="5" w="15">
                  <a:moveTo>
                    <a:pt x="0" y="4"/>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35"/>
            <p:cNvSpPr/>
            <p:nvPr/>
          </p:nvSpPr>
          <p:spPr>
            <a:xfrm>
              <a:off x="2102436" y="1657733"/>
              <a:ext cx="204" cy="68"/>
            </a:xfrm>
            <a:custGeom>
              <a:rect b="b" l="l" r="r" t="t"/>
              <a:pathLst>
                <a:path extrusionOk="0" h="5" w="15">
                  <a:moveTo>
                    <a:pt x="0" y="4"/>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35"/>
            <p:cNvSpPr/>
            <p:nvPr/>
          </p:nvSpPr>
          <p:spPr>
            <a:xfrm>
              <a:off x="2100345" y="1659023"/>
              <a:ext cx="204" cy="204"/>
            </a:xfrm>
            <a:custGeom>
              <a:rect b="b" l="l" r="r" t="t"/>
              <a:pathLst>
                <a:path extrusionOk="0" h="15" w="15">
                  <a:moveTo>
                    <a:pt x="0" y="1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3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3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3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3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3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35"/>
            <p:cNvSpPr/>
            <p:nvPr/>
          </p:nvSpPr>
          <p:spPr>
            <a:xfrm>
              <a:off x="2100060" y="1659308"/>
              <a:ext cx="204" cy="244"/>
            </a:xfrm>
            <a:custGeom>
              <a:rect b="b" l="l" r="r" t="t"/>
              <a:pathLst>
                <a:path extrusionOk="0" h="18" w="15">
                  <a:moveTo>
                    <a:pt x="0" y="18"/>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3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3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3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3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3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3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3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3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35"/>
            <p:cNvSpPr/>
            <p:nvPr/>
          </p:nvSpPr>
          <p:spPr>
            <a:xfrm>
              <a:off x="1391722" y="1940553"/>
              <a:ext cx="68" cy="109"/>
            </a:xfrm>
            <a:custGeom>
              <a:rect b="b" l="l" r="r" t="t"/>
              <a:pathLst>
                <a:path extrusionOk="0" h="8" w="5">
                  <a:moveTo>
                    <a:pt x="1" y="1"/>
                  </a:moveTo>
                  <a:lnTo>
                    <a:pt x="1" y="8"/>
                  </a:lnTo>
                  <a:cubicBezTo>
                    <a:pt x="4" y="4"/>
                    <a:pt x="4"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35"/>
            <p:cNvSpPr/>
            <p:nvPr/>
          </p:nvSpPr>
          <p:spPr>
            <a:xfrm>
              <a:off x="1391722" y="1941503"/>
              <a:ext cx="14" cy="163"/>
            </a:xfrm>
            <a:custGeom>
              <a:rect b="b" l="l" r="r" t="t"/>
              <a:pathLst>
                <a:path extrusionOk="0" h="12" w="1">
                  <a:moveTo>
                    <a:pt x="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3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35"/>
            <p:cNvSpPr/>
            <p:nvPr/>
          </p:nvSpPr>
          <p:spPr>
            <a:xfrm>
              <a:off x="1391586" y="1938937"/>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35"/>
            <p:cNvSpPr/>
            <p:nvPr/>
          </p:nvSpPr>
          <p:spPr>
            <a:xfrm>
              <a:off x="1381403" y="1935230"/>
              <a:ext cx="204" cy="163"/>
            </a:xfrm>
            <a:custGeom>
              <a:rect b="b" l="l" r="r" t="t"/>
              <a:pathLst>
                <a:path extrusionOk="0" h="12" w="15">
                  <a:moveTo>
                    <a:pt x="15"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35"/>
            <p:cNvSpPr/>
            <p:nvPr/>
          </p:nvSpPr>
          <p:spPr>
            <a:xfrm>
              <a:off x="1391396" y="1938516"/>
              <a:ext cx="14" cy="54"/>
            </a:xfrm>
            <a:custGeom>
              <a:rect b="b" l="l" r="r" t="t"/>
              <a:pathLst>
                <a:path extrusionOk="0" h="4" w="1">
                  <a:moveTo>
                    <a:pt x="0"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35"/>
            <p:cNvSpPr/>
            <p:nvPr/>
          </p:nvSpPr>
          <p:spPr>
            <a:xfrm>
              <a:off x="1382163" y="1935665"/>
              <a:ext cx="204" cy="109"/>
            </a:xfrm>
            <a:custGeom>
              <a:rect b="b" l="l" r="r" t="t"/>
              <a:pathLst>
                <a:path extrusionOk="0" h="8" w="15">
                  <a:moveTo>
                    <a:pt x="15"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3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35"/>
            <p:cNvSpPr/>
            <p:nvPr/>
          </p:nvSpPr>
          <p:spPr>
            <a:xfrm>
              <a:off x="1391627" y="1941978"/>
              <a:ext cx="14" cy="204"/>
            </a:xfrm>
            <a:custGeom>
              <a:rect b="b" l="l" r="r" t="t"/>
              <a:pathLst>
                <a:path extrusionOk="0" h="15" w="1">
                  <a:moveTo>
                    <a:pt x="1"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35"/>
            <p:cNvSpPr/>
            <p:nvPr/>
          </p:nvSpPr>
          <p:spPr>
            <a:xfrm>
              <a:off x="1391722" y="1939602"/>
              <a:ext cx="14" cy="109"/>
            </a:xfrm>
            <a:custGeom>
              <a:rect b="b" l="l" r="r" t="t"/>
              <a:pathLst>
                <a:path extrusionOk="0" h="8" w="1">
                  <a:moveTo>
                    <a:pt x="1"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35"/>
            <p:cNvSpPr/>
            <p:nvPr/>
          </p:nvSpPr>
          <p:spPr>
            <a:xfrm>
              <a:off x="1391722" y="193998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35"/>
            <p:cNvSpPr/>
            <p:nvPr/>
          </p:nvSpPr>
          <p:spPr>
            <a:xfrm>
              <a:off x="1391722" y="193941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35"/>
            <p:cNvSpPr/>
            <p:nvPr/>
          </p:nvSpPr>
          <p:spPr>
            <a:xfrm>
              <a:off x="1391627" y="1939127"/>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35"/>
            <p:cNvSpPr/>
            <p:nvPr/>
          </p:nvSpPr>
          <p:spPr>
            <a:xfrm>
              <a:off x="1391491" y="1938652"/>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35"/>
            <p:cNvSpPr/>
            <p:nvPr/>
          </p:nvSpPr>
          <p:spPr>
            <a:xfrm>
              <a:off x="1391532" y="1938801"/>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3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3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35"/>
            <p:cNvSpPr/>
            <p:nvPr/>
          </p:nvSpPr>
          <p:spPr>
            <a:xfrm>
              <a:off x="1378552" y="1934660"/>
              <a:ext cx="14" cy="14"/>
            </a:xfrm>
            <a:custGeom>
              <a:rect b="b" l="l" r="r" t="t"/>
              <a:pathLst>
                <a:path extrusionOk="0" h="1" w="1">
                  <a:moveTo>
                    <a:pt x="1"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35"/>
            <p:cNvSpPr/>
            <p:nvPr/>
          </p:nvSpPr>
          <p:spPr>
            <a:xfrm>
              <a:off x="1374370" y="1937892"/>
              <a:ext cx="163" cy="163"/>
            </a:xfrm>
            <a:custGeom>
              <a:rect b="b" l="l" r="r" t="t"/>
              <a:pathLst>
                <a:path extrusionOk="0" h="12" w="12">
                  <a:moveTo>
                    <a:pt x="11"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35"/>
            <p:cNvSpPr/>
            <p:nvPr/>
          </p:nvSpPr>
          <p:spPr>
            <a:xfrm>
              <a:off x="1373759" y="1938462"/>
              <a:ext cx="149" cy="163"/>
            </a:xfrm>
            <a:custGeom>
              <a:rect b="b" l="l" r="r" t="t"/>
              <a:pathLst>
                <a:path extrusionOk="0" h="12" w="11">
                  <a:moveTo>
                    <a:pt x="11"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35"/>
            <p:cNvSpPr/>
            <p:nvPr/>
          </p:nvSpPr>
          <p:spPr>
            <a:xfrm>
              <a:off x="1377601" y="1935190"/>
              <a:ext cx="109" cy="54"/>
            </a:xfrm>
            <a:custGeom>
              <a:rect b="b" l="l" r="r" t="t"/>
              <a:pathLst>
                <a:path extrusionOk="0" h="4" w="8">
                  <a:moveTo>
                    <a:pt x="8"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35"/>
            <p:cNvSpPr/>
            <p:nvPr/>
          </p:nvSpPr>
          <p:spPr>
            <a:xfrm>
              <a:off x="1378362" y="1934714"/>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35"/>
            <p:cNvSpPr/>
            <p:nvPr/>
          </p:nvSpPr>
          <p:spPr>
            <a:xfrm>
              <a:off x="1377370" y="1935380"/>
              <a:ext cx="109" cy="54"/>
            </a:xfrm>
            <a:custGeom>
              <a:rect b="b" l="l" r="r" t="t"/>
              <a:pathLst>
                <a:path extrusionOk="0" h="4" w="8">
                  <a:moveTo>
                    <a:pt x="7"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35"/>
            <p:cNvSpPr/>
            <p:nvPr/>
          </p:nvSpPr>
          <p:spPr>
            <a:xfrm>
              <a:off x="1377031" y="1935570"/>
              <a:ext cx="163" cy="109"/>
            </a:xfrm>
            <a:custGeom>
              <a:rect b="b" l="l" r="r" t="t"/>
              <a:pathLst>
                <a:path extrusionOk="0" h="8" w="12">
                  <a:moveTo>
                    <a:pt x="1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35"/>
            <p:cNvSpPr/>
            <p:nvPr/>
          </p:nvSpPr>
          <p:spPr>
            <a:xfrm>
              <a:off x="1376705" y="1935855"/>
              <a:ext cx="149" cy="109"/>
            </a:xfrm>
            <a:custGeom>
              <a:rect b="b" l="l" r="r" t="t"/>
              <a:pathLst>
                <a:path extrusionOk="0" h="8" w="11">
                  <a:moveTo>
                    <a:pt x="11"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35"/>
            <p:cNvSpPr/>
            <p:nvPr/>
          </p:nvSpPr>
          <p:spPr>
            <a:xfrm>
              <a:off x="1375470" y="1936900"/>
              <a:ext cx="149" cy="149"/>
            </a:xfrm>
            <a:custGeom>
              <a:rect b="b" l="l" r="r" t="t"/>
              <a:pathLst>
                <a:path extrusionOk="0" h="11" w="11">
                  <a:moveTo>
                    <a:pt x="11"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35"/>
            <p:cNvSpPr/>
            <p:nvPr/>
          </p:nvSpPr>
          <p:spPr>
            <a:xfrm>
              <a:off x="1377846" y="1935040"/>
              <a:ext cx="109" cy="68"/>
            </a:xfrm>
            <a:custGeom>
              <a:rect b="b" l="l" r="r" t="t"/>
              <a:pathLst>
                <a:path extrusionOk="0" h="5" w="8">
                  <a:moveTo>
                    <a:pt x="7"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35"/>
            <p:cNvSpPr/>
            <p:nvPr/>
          </p:nvSpPr>
          <p:spPr>
            <a:xfrm>
              <a:off x="1378076" y="1934905"/>
              <a:ext cx="68" cy="54"/>
            </a:xfrm>
            <a:custGeom>
              <a:rect b="b" l="l" r="r" t="t"/>
              <a:pathLst>
                <a:path extrusionOk="0" h="4" w="5">
                  <a:moveTo>
                    <a:pt x="4"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35"/>
            <p:cNvSpPr/>
            <p:nvPr/>
          </p:nvSpPr>
          <p:spPr>
            <a:xfrm>
              <a:off x="1374899" y="1937376"/>
              <a:ext cx="204" cy="149"/>
            </a:xfrm>
            <a:custGeom>
              <a:rect b="b" l="l" r="r" t="t"/>
              <a:pathLst>
                <a:path extrusionOk="0" h="11" w="15">
                  <a:moveTo>
                    <a:pt x="14"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35"/>
            <p:cNvSpPr/>
            <p:nvPr/>
          </p:nvSpPr>
          <p:spPr>
            <a:xfrm>
              <a:off x="1375890" y="1936520"/>
              <a:ext cx="204" cy="109"/>
            </a:xfrm>
            <a:custGeom>
              <a:rect b="b" l="l" r="r" t="t"/>
              <a:pathLst>
                <a:path extrusionOk="0" h="8" w="15">
                  <a:moveTo>
                    <a:pt x="15"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35"/>
            <p:cNvSpPr/>
            <p:nvPr/>
          </p:nvSpPr>
          <p:spPr>
            <a:xfrm>
              <a:off x="1376325" y="1936140"/>
              <a:ext cx="149" cy="149"/>
            </a:xfrm>
            <a:custGeom>
              <a:rect b="b" l="l" r="r" t="t"/>
              <a:pathLst>
                <a:path extrusionOk="0" h="11" w="11">
                  <a:moveTo>
                    <a:pt x="11"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35"/>
            <p:cNvSpPr/>
            <p:nvPr/>
          </p:nvSpPr>
          <p:spPr>
            <a:xfrm>
              <a:off x="1378226" y="1934810"/>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3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35"/>
            <p:cNvSpPr/>
            <p:nvPr/>
          </p:nvSpPr>
          <p:spPr>
            <a:xfrm>
              <a:off x="1384078" y="1926867"/>
              <a:ext cx="204" cy="204"/>
            </a:xfrm>
            <a:custGeom>
              <a:rect b="b" l="l" r="r" t="t"/>
              <a:pathLst>
                <a:path extrusionOk="0" h="15" w="15">
                  <a:moveTo>
                    <a:pt x="14" y="1"/>
                  </a:moveTo>
                  <a:lnTo>
                    <a:pt x="14" y="1"/>
                  </a:ln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3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3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35"/>
            <p:cNvSpPr/>
            <p:nvPr/>
          </p:nvSpPr>
          <p:spPr>
            <a:xfrm>
              <a:off x="1358213" y="1927342"/>
              <a:ext cx="394" cy="543"/>
            </a:xfrm>
            <a:custGeom>
              <a:rect b="b" l="l" r="r" t="t"/>
              <a:pathLst>
                <a:path extrusionOk="0" h="40" w="29">
                  <a:moveTo>
                    <a:pt x="1" y="39"/>
                  </a:move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35"/>
            <p:cNvSpPr/>
            <p:nvPr/>
          </p:nvSpPr>
          <p:spPr>
            <a:xfrm>
              <a:off x="1360874" y="1924206"/>
              <a:ext cx="109" cy="163"/>
            </a:xfrm>
            <a:custGeom>
              <a:rect b="b" l="l" r="r" t="t"/>
              <a:pathLst>
                <a:path extrusionOk="0" h="12" w="8">
                  <a:moveTo>
                    <a:pt x="1" y="1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35"/>
            <p:cNvSpPr/>
            <p:nvPr/>
          </p:nvSpPr>
          <p:spPr>
            <a:xfrm>
              <a:off x="1361064" y="1923975"/>
              <a:ext cx="109" cy="149"/>
            </a:xfrm>
            <a:custGeom>
              <a:rect b="b" l="l" r="r" t="t"/>
              <a:pathLst>
                <a:path extrusionOk="0" h="11" w="8">
                  <a:moveTo>
                    <a:pt x="1" y="11"/>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3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35"/>
            <p:cNvSpPr/>
            <p:nvPr/>
          </p:nvSpPr>
          <p:spPr>
            <a:xfrm>
              <a:off x="1358647" y="1926826"/>
              <a:ext cx="339" cy="434"/>
            </a:xfrm>
            <a:custGeom>
              <a:rect b="b" l="l" r="r" t="t"/>
              <a:pathLst>
                <a:path extrusionOk="0" h="32" w="25">
                  <a:moveTo>
                    <a:pt x="0" y="32"/>
                  </a:move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3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35"/>
            <p:cNvSpPr/>
            <p:nvPr/>
          </p:nvSpPr>
          <p:spPr>
            <a:xfrm>
              <a:off x="1359788" y="1925441"/>
              <a:ext cx="204" cy="299"/>
            </a:xfrm>
            <a:custGeom>
              <a:rect b="b" l="l" r="r" t="t"/>
              <a:pathLst>
                <a:path extrusionOk="0" h="22" w="15">
                  <a:moveTo>
                    <a:pt x="0" y="22"/>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35"/>
            <p:cNvSpPr/>
            <p:nvPr/>
          </p:nvSpPr>
          <p:spPr>
            <a:xfrm>
              <a:off x="1359448" y="1925876"/>
              <a:ext cx="258" cy="339"/>
            </a:xfrm>
            <a:custGeom>
              <a:rect b="b" l="l" r="r" t="t"/>
              <a:pathLst>
                <a:path extrusionOk="0" h="25" w="19">
                  <a:moveTo>
                    <a:pt x="1" y="25"/>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35"/>
            <p:cNvSpPr/>
            <p:nvPr/>
          </p:nvSpPr>
          <p:spPr>
            <a:xfrm>
              <a:off x="1360113" y="1925115"/>
              <a:ext cx="163" cy="204"/>
            </a:xfrm>
            <a:custGeom>
              <a:rect b="b" l="l" r="r" t="t"/>
              <a:pathLst>
                <a:path extrusionOk="0" h="15" w="12">
                  <a:moveTo>
                    <a:pt x="1" y="1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35"/>
            <p:cNvSpPr/>
            <p:nvPr/>
          </p:nvSpPr>
          <p:spPr>
            <a:xfrm>
              <a:off x="1361213" y="1923785"/>
              <a:ext cx="149" cy="149"/>
            </a:xfrm>
            <a:custGeom>
              <a:rect b="b" l="l" r="r" t="t"/>
              <a:pathLst>
                <a:path extrusionOk="0" h="11" w="11">
                  <a:moveTo>
                    <a:pt x="0" y="11"/>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35"/>
            <p:cNvSpPr/>
            <p:nvPr/>
          </p:nvSpPr>
          <p:spPr>
            <a:xfrm>
              <a:off x="1360643" y="1924450"/>
              <a:ext cx="149" cy="204"/>
            </a:xfrm>
            <a:custGeom>
              <a:rect b="b" l="l" r="r" t="t"/>
              <a:pathLst>
                <a:path extrusionOk="0" h="15" w="11">
                  <a:moveTo>
                    <a:pt x="0" y="1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35"/>
            <p:cNvSpPr/>
            <p:nvPr/>
          </p:nvSpPr>
          <p:spPr>
            <a:xfrm>
              <a:off x="1360399" y="1924735"/>
              <a:ext cx="163" cy="244"/>
            </a:xfrm>
            <a:custGeom>
              <a:rect b="b" l="l" r="r" t="t"/>
              <a:pathLst>
                <a:path extrusionOk="0" h="18" w="12">
                  <a:moveTo>
                    <a:pt x="1" y="18"/>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35"/>
            <p:cNvSpPr/>
            <p:nvPr/>
          </p:nvSpPr>
          <p:spPr>
            <a:xfrm>
              <a:off x="1359068" y="1926351"/>
              <a:ext cx="258" cy="339"/>
            </a:xfrm>
            <a:custGeom>
              <a:rect b="b" l="l" r="r" t="t"/>
              <a:pathLst>
                <a:path extrusionOk="0" h="25" w="19">
                  <a:moveTo>
                    <a:pt x="1" y="25"/>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3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35"/>
            <p:cNvSpPr/>
            <p:nvPr/>
          </p:nvSpPr>
          <p:spPr>
            <a:xfrm>
              <a:off x="1381973" y="1909664"/>
              <a:ext cx="109" cy="54"/>
            </a:xfrm>
            <a:custGeom>
              <a:rect b="b" l="l" r="r" t="t"/>
              <a:pathLst>
                <a:path extrusionOk="0" h="4" w="8">
                  <a:moveTo>
                    <a:pt x="1" y="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35"/>
            <p:cNvSpPr/>
            <p:nvPr/>
          </p:nvSpPr>
          <p:spPr>
            <a:xfrm>
              <a:off x="1381837" y="1909800"/>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35"/>
            <p:cNvSpPr/>
            <p:nvPr/>
          </p:nvSpPr>
          <p:spPr>
            <a:xfrm>
              <a:off x="1386970" y="1905618"/>
              <a:ext cx="68" cy="68"/>
            </a:xfrm>
            <a:custGeom>
              <a:rect b="b" l="l" r="r" t="t"/>
              <a:pathLst>
                <a:path extrusionOk="0" h="5" w="5">
                  <a:moveTo>
                    <a:pt x="1" y="1"/>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35"/>
            <p:cNvSpPr/>
            <p:nvPr/>
          </p:nvSpPr>
          <p:spPr>
            <a:xfrm>
              <a:off x="1382123" y="1909515"/>
              <a:ext cx="109" cy="109"/>
            </a:xfrm>
            <a:custGeom>
              <a:rect b="b" l="l" r="r" t="t"/>
              <a:pathLst>
                <a:path extrusionOk="0" h="8" w="8">
                  <a:moveTo>
                    <a:pt x="7"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3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35"/>
            <p:cNvSpPr/>
            <p:nvPr/>
          </p:nvSpPr>
          <p:spPr>
            <a:xfrm>
              <a:off x="1387214" y="1905767"/>
              <a:ext cx="244" cy="204"/>
            </a:xfrm>
            <a:custGeom>
              <a:rect b="b" l="l" r="r" t="t"/>
              <a:pathLst>
                <a:path extrusionOk="0" h="15" w="18">
                  <a:moveTo>
                    <a:pt x="0" y="0"/>
                  </a:moveTo>
                  <a:lnTo>
                    <a:pt x="18"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35"/>
            <p:cNvSpPr/>
            <p:nvPr/>
          </p:nvSpPr>
          <p:spPr>
            <a:xfrm>
              <a:off x="1382408" y="1909189"/>
              <a:ext cx="109" cy="149"/>
            </a:xfrm>
            <a:custGeom>
              <a:rect b="b" l="l" r="r" t="t"/>
              <a:pathLst>
                <a:path extrusionOk="0" h="11" w="8">
                  <a:moveTo>
                    <a:pt x="0" y="11"/>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35"/>
            <p:cNvSpPr/>
            <p:nvPr/>
          </p:nvSpPr>
          <p:spPr>
            <a:xfrm>
              <a:off x="1381593" y="1909949"/>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3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35"/>
            <p:cNvSpPr/>
            <p:nvPr/>
          </p:nvSpPr>
          <p:spPr>
            <a:xfrm>
              <a:off x="1382258" y="1909379"/>
              <a:ext cx="109" cy="109"/>
            </a:xfrm>
            <a:custGeom>
              <a:rect b="b" l="l" r="r" t="t"/>
              <a:pathLst>
                <a:path extrusionOk="0" h="8" w="8">
                  <a:moveTo>
                    <a:pt x="1" y="7"/>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35"/>
            <p:cNvSpPr/>
            <p:nvPr/>
          </p:nvSpPr>
          <p:spPr>
            <a:xfrm>
              <a:off x="1381688" y="1909854"/>
              <a:ext cx="109" cy="54"/>
            </a:xfrm>
            <a:custGeom>
              <a:rect b="b" l="l" r="r" t="t"/>
              <a:pathLst>
                <a:path extrusionOk="0" h="4" w="8">
                  <a:moveTo>
                    <a:pt x="4" y="0"/>
                  </a:moveTo>
                  <a:lnTo>
                    <a:pt x="1" y="4"/>
                  </a:ln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35"/>
            <p:cNvSpPr/>
            <p:nvPr/>
          </p:nvSpPr>
          <p:spPr>
            <a:xfrm>
              <a:off x="1380833" y="1922875"/>
              <a:ext cx="2105" cy="299"/>
            </a:xfrm>
            <a:custGeom>
              <a:rect b="b" l="l" r="r" t="t"/>
              <a:pathLst>
                <a:path extrusionOk="0" h="22" w="155">
                  <a:moveTo>
                    <a:pt x="155" y="1"/>
                  </a:moveTo>
                  <a:lnTo>
                    <a:pt x="155" y="1"/>
                  </a:lnTo>
                  <a:lnTo>
                    <a:pt x="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3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3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35"/>
            <p:cNvSpPr/>
            <p:nvPr/>
          </p:nvSpPr>
          <p:spPr>
            <a:xfrm>
              <a:off x="1510797" y="1904382"/>
              <a:ext cx="14" cy="258"/>
            </a:xfrm>
            <a:custGeom>
              <a:rect b="b" l="l" r="r" t="t"/>
              <a:pathLst>
                <a:path extrusionOk="0" h="19" w="1">
                  <a:moveTo>
                    <a:pt x="0"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35"/>
            <p:cNvSpPr/>
            <p:nvPr/>
          </p:nvSpPr>
          <p:spPr>
            <a:xfrm>
              <a:off x="1511598" y="1896453"/>
              <a:ext cx="14" cy="204"/>
            </a:xfrm>
            <a:custGeom>
              <a:rect b="b" l="l" r="r" t="t"/>
              <a:pathLst>
                <a:path extrusionOk="0" h="15" w="1">
                  <a:moveTo>
                    <a:pt x="1"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35"/>
            <p:cNvSpPr/>
            <p:nvPr/>
          </p:nvSpPr>
          <p:spPr>
            <a:xfrm>
              <a:off x="1510647" y="1905998"/>
              <a:ext cx="14" cy="448"/>
            </a:xfrm>
            <a:custGeom>
              <a:rect b="b" l="l" r="r" t="t"/>
              <a:pathLst>
                <a:path extrusionOk="0" h="33" w="1">
                  <a:moveTo>
                    <a:pt x="1" y="3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35"/>
            <p:cNvSpPr/>
            <p:nvPr/>
          </p:nvSpPr>
          <p:spPr>
            <a:xfrm>
              <a:off x="1510552" y="1907709"/>
              <a:ext cx="14" cy="204"/>
            </a:xfrm>
            <a:custGeom>
              <a:rect b="b" l="l" r="r" t="t"/>
              <a:pathLst>
                <a:path extrusionOk="0" h="15" w="1">
                  <a:moveTo>
                    <a:pt x="1" y="15"/>
                  </a:moveTo>
                  <a:lnTo>
                    <a:pt x="1" y="15"/>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35"/>
            <p:cNvSpPr/>
            <p:nvPr/>
          </p:nvSpPr>
          <p:spPr>
            <a:xfrm>
              <a:off x="1510932" y="1902821"/>
              <a:ext cx="14" cy="204"/>
            </a:xfrm>
            <a:custGeom>
              <a:rect b="b" l="l" r="r" t="t"/>
              <a:pathLst>
                <a:path extrusionOk="0" h="15" w="1">
                  <a:moveTo>
                    <a:pt x="1"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35"/>
            <p:cNvSpPr/>
            <p:nvPr/>
          </p:nvSpPr>
          <p:spPr>
            <a:xfrm>
              <a:off x="1511082" y="1901056"/>
              <a:ext cx="54" cy="353"/>
            </a:xfrm>
            <a:custGeom>
              <a:rect b="b" l="l" r="r" t="t"/>
              <a:pathLst>
                <a:path extrusionOk="0" h="26" w="4">
                  <a:moveTo>
                    <a:pt x="0" y="25"/>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35"/>
            <p:cNvSpPr/>
            <p:nvPr/>
          </p:nvSpPr>
          <p:spPr>
            <a:xfrm>
              <a:off x="1511462" y="1897824"/>
              <a:ext cx="14" cy="258"/>
            </a:xfrm>
            <a:custGeom>
              <a:rect b="b" l="l" r="r" t="t"/>
              <a:pathLst>
                <a:path extrusionOk="0" h="19" w="1">
                  <a:moveTo>
                    <a:pt x="0"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35"/>
            <p:cNvSpPr/>
            <p:nvPr/>
          </p:nvSpPr>
          <p:spPr>
            <a:xfrm>
              <a:off x="1511272" y="1899399"/>
              <a:ext cx="54" cy="339"/>
            </a:xfrm>
            <a:custGeom>
              <a:rect b="b" l="l" r="r" t="t"/>
              <a:pathLst>
                <a:path extrusionOk="0" h="25" w="4">
                  <a:moveTo>
                    <a:pt x="0" y="25"/>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35"/>
            <p:cNvSpPr/>
            <p:nvPr/>
          </p:nvSpPr>
          <p:spPr>
            <a:xfrm>
              <a:off x="1511788" y="1895068"/>
              <a:ext cx="14" cy="163"/>
            </a:xfrm>
            <a:custGeom>
              <a:rect b="b" l="l" r="r" t="t"/>
              <a:pathLst>
                <a:path extrusionOk="0" h="12" w="1">
                  <a:moveTo>
                    <a:pt x="1"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3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35"/>
            <p:cNvSpPr/>
            <p:nvPr/>
          </p:nvSpPr>
          <p:spPr>
            <a:xfrm>
              <a:off x="1418863" y="1933615"/>
              <a:ext cx="204" cy="109"/>
            </a:xfrm>
            <a:custGeom>
              <a:rect b="b" l="l" r="r" t="t"/>
              <a:pathLst>
                <a:path extrusionOk="0" h="8" w="15">
                  <a:moveTo>
                    <a:pt x="1" y="8"/>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35"/>
            <p:cNvSpPr/>
            <p:nvPr/>
          </p:nvSpPr>
          <p:spPr>
            <a:xfrm>
              <a:off x="1419488" y="1933194"/>
              <a:ext cx="244" cy="149"/>
            </a:xfrm>
            <a:custGeom>
              <a:rect b="b" l="l" r="r" t="t"/>
              <a:pathLst>
                <a:path extrusionOk="0" h="11" w="18">
                  <a:moveTo>
                    <a:pt x="0" y="11"/>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35"/>
            <p:cNvSpPr/>
            <p:nvPr/>
          </p:nvSpPr>
          <p:spPr>
            <a:xfrm>
              <a:off x="1421429" y="1932189"/>
              <a:ext cx="353" cy="163"/>
            </a:xfrm>
            <a:custGeom>
              <a:rect b="b" l="l" r="r" t="t"/>
              <a:pathLst>
                <a:path extrusionOk="0" h="12" w="26">
                  <a:moveTo>
                    <a:pt x="1" y="11"/>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35"/>
            <p:cNvSpPr/>
            <p:nvPr/>
          </p:nvSpPr>
          <p:spPr>
            <a:xfrm>
              <a:off x="1420058" y="1932814"/>
              <a:ext cx="394" cy="204"/>
            </a:xfrm>
            <a:custGeom>
              <a:rect b="b" l="l" r="r" t="t"/>
              <a:pathLst>
                <a:path extrusionOk="0" h="15" w="29">
                  <a:moveTo>
                    <a:pt x="0" y="14"/>
                  </a:moveTo>
                  <a:lnTo>
                    <a:pt x="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35"/>
            <p:cNvSpPr/>
            <p:nvPr/>
          </p:nvSpPr>
          <p:spPr>
            <a:xfrm>
              <a:off x="1423575" y="1931619"/>
              <a:ext cx="204" cy="14"/>
            </a:xfrm>
            <a:custGeom>
              <a:rect b="b" l="l" r="r" t="t"/>
              <a:pathLst>
                <a:path extrusionOk="0" h="1" w="15">
                  <a:moveTo>
                    <a:pt x="1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35"/>
            <p:cNvSpPr/>
            <p:nvPr/>
          </p:nvSpPr>
          <p:spPr>
            <a:xfrm>
              <a:off x="1422190" y="1931958"/>
              <a:ext cx="299" cy="109"/>
            </a:xfrm>
            <a:custGeom>
              <a:rect b="b" l="l" r="r" t="t"/>
              <a:pathLst>
                <a:path extrusionOk="0" h="8" w="22">
                  <a:moveTo>
                    <a:pt x="1" y="7"/>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35"/>
            <p:cNvSpPr/>
            <p:nvPr/>
          </p:nvSpPr>
          <p:spPr>
            <a:xfrm>
              <a:off x="1422814" y="1931768"/>
              <a:ext cx="394" cy="109"/>
            </a:xfrm>
            <a:custGeom>
              <a:rect b="b" l="l" r="r" t="t"/>
              <a:pathLst>
                <a:path extrusionOk="0" h="8" w="29">
                  <a:moveTo>
                    <a:pt x="0" y="7"/>
                  </a:moveTo>
                  <a:lnTo>
                    <a:pt x="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3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35"/>
            <p:cNvSpPr/>
            <p:nvPr/>
          </p:nvSpPr>
          <p:spPr>
            <a:xfrm>
              <a:off x="1420669" y="1932433"/>
              <a:ext cx="489" cy="244"/>
            </a:xfrm>
            <a:custGeom>
              <a:rect b="b" l="l" r="r" t="t"/>
              <a:pathLst>
                <a:path extrusionOk="0" h="18" w="36">
                  <a:moveTo>
                    <a:pt x="1" y="18"/>
                  </a:moveTo>
                  <a:lnTo>
                    <a:pt x="36"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3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3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solidFill>
              <a:schemeClr val="accen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3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3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3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3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3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3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35"/>
            <p:cNvSpPr/>
            <p:nvPr/>
          </p:nvSpPr>
          <p:spPr>
            <a:xfrm>
              <a:off x="1644983" y="2301999"/>
              <a:ext cx="14" cy="299"/>
            </a:xfrm>
            <a:custGeom>
              <a:rect b="b" l="l" r="r" t="t"/>
              <a:pathLst>
                <a:path extrusionOk="0" h="22" w="1">
                  <a:moveTo>
                    <a:pt x="0" y="0"/>
                  </a:moveTo>
                  <a:lnTo>
                    <a:pt x="0"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3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3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3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3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3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35"/>
            <p:cNvSpPr/>
            <p:nvPr/>
          </p:nvSpPr>
          <p:spPr>
            <a:xfrm>
              <a:off x="1617312" y="2278700"/>
              <a:ext cx="299" cy="14"/>
            </a:xfrm>
            <a:custGeom>
              <a:rect b="b" l="l" r="r" t="t"/>
              <a:pathLst>
                <a:path extrusionOk="0" h="1" w="22">
                  <a:moveTo>
                    <a:pt x="22"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35"/>
            <p:cNvSpPr/>
            <p:nvPr/>
          </p:nvSpPr>
          <p:spPr>
            <a:xfrm>
              <a:off x="1618032" y="2278660"/>
              <a:ext cx="244" cy="14"/>
            </a:xfrm>
            <a:custGeom>
              <a:rect b="b" l="l" r="r" t="t"/>
              <a:pathLst>
                <a:path extrusionOk="0" h="1" w="18">
                  <a:moveTo>
                    <a:pt x="0" y="0"/>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35"/>
            <p:cNvSpPr/>
            <p:nvPr/>
          </p:nvSpPr>
          <p:spPr>
            <a:xfrm>
              <a:off x="1645024" y="2299718"/>
              <a:ext cx="14" cy="244"/>
            </a:xfrm>
            <a:custGeom>
              <a:rect b="b" l="l" r="r" t="t"/>
              <a:pathLst>
                <a:path extrusionOk="0" h="18" w="1">
                  <a:moveTo>
                    <a:pt x="1" y="0"/>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3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35"/>
            <p:cNvSpPr/>
            <p:nvPr/>
          </p:nvSpPr>
          <p:spPr>
            <a:xfrm>
              <a:off x="1644983" y="2301429"/>
              <a:ext cx="14" cy="299"/>
            </a:xfrm>
            <a:custGeom>
              <a:rect b="b" l="l" r="r" t="t"/>
              <a:pathLst>
                <a:path extrusionOk="0" h="22" w="1">
                  <a:moveTo>
                    <a:pt x="0" y="2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35"/>
            <p:cNvSpPr/>
            <p:nvPr/>
          </p:nvSpPr>
          <p:spPr>
            <a:xfrm>
              <a:off x="1645119" y="2298673"/>
              <a:ext cx="14" cy="244"/>
            </a:xfrm>
            <a:custGeom>
              <a:rect b="b" l="l" r="r" t="t"/>
              <a:pathLst>
                <a:path extrusionOk="0" h="18" w="1">
                  <a:moveTo>
                    <a:pt x="1" y="0"/>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35"/>
            <p:cNvSpPr/>
            <p:nvPr/>
          </p:nvSpPr>
          <p:spPr>
            <a:xfrm>
              <a:off x="1618697" y="2278565"/>
              <a:ext cx="204" cy="54"/>
            </a:xfrm>
            <a:custGeom>
              <a:rect b="b" l="l" r="r" t="t"/>
              <a:pathLst>
                <a:path extrusionOk="0" h="4" w="15">
                  <a:moveTo>
                    <a:pt x="0" y="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3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3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solidFill>
              <a:schemeClr val="accent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3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3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35"/>
            <p:cNvSpPr/>
            <p:nvPr/>
          </p:nvSpPr>
          <p:spPr>
            <a:xfrm>
              <a:off x="1639946" y="224058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3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3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3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3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3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35"/>
            <p:cNvSpPr/>
            <p:nvPr/>
          </p:nvSpPr>
          <p:spPr>
            <a:xfrm>
              <a:off x="1644358" y="2244906"/>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3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35"/>
            <p:cNvSpPr/>
            <p:nvPr/>
          </p:nvSpPr>
          <p:spPr>
            <a:xfrm>
              <a:off x="1614081" y="2280031"/>
              <a:ext cx="14" cy="68"/>
            </a:xfrm>
            <a:custGeom>
              <a:rect b="b" l="l" r="r" t="t"/>
              <a:pathLst>
                <a:path extrusionOk="0" h="5" w="1">
                  <a:moveTo>
                    <a:pt x="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35"/>
            <p:cNvSpPr/>
            <p:nvPr/>
          </p:nvSpPr>
          <p:spPr>
            <a:xfrm>
              <a:off x="1611284" y="2310119"/>
              <a:ext cx="14" cy="109"/>
            </a:xfrm>
            <a:custGeom>
              <a:rect b="b" l="l" r="r" t="t"/>
              <a:pathLst>
                <a:path extrusionOk="0" h="8" w="1">
                  <a:moveTo>
                    <a:pt x="0"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35"/>
            <p:cNvSpPr/>
            <p:nvPr/>
          </p:nvSpPr>
          <p:spPr>
            <a:xfrm>
              <a:off x="1611379" y="230973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35"/>
            <p:cNvSpPr/>
            <p:nvPr/>
          </p:nvSpPr>
          <p:spPr>
            <a:xfrm>
              <a:off x="1611379" y="230950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35"/>
            <p:cNvSpPr/>
            <p:nvPr/>
          </p:nvSpPr>
          <p:spPr>
            <a:xfrm>
              <a:off x="1613700" y="2281226"/>
              <a:ext cx="14" cy="149"/>
            </a:xfrm>
            <a:custGeom>
              <a:rect b="b" l="l" r="r" t="t"/>
              <a:pathLst>
                <a:path extrusionOk="0" h="11" w="1">
                  <a:moveTo>
                    <a:pt x="1"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35"/>
            <p:cNvSpPr/>
            <p:nvPr/>
          </p:nvSpPr>
          <p:spPr>
            <a:xfrm>
              <a:off x="1611134" y="2310553"/>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3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3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3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3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35"/>
            <p:cNvSpPr/>
            <p:nvPr/>
          </p:nvSpPr>
          <p:spPr>
            <a:xfrm>
              <a:off x="1543206" y="2219000"/>
              <a:ext cx="14" cy="204"/>
            </a:xfrm>
            <a:custGeom>
              <a:rect b="b" l="l" r="r" t="t"/>
              <a:pathLst>
                <a:path extrusionOk="0" h="15" w="1">
                  <a:moveTo>
                    <a:pt x="1" y="15"/>
                  </a:moveTo>
                  <a:lnTo>
                    <a:pt x="1" y="1"/>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35"/>
            <p:cNvSpPr/>
            <p:nvPr/>
          </p:nvSpPr>
          <p:spPr>
            <a:xfrm>
              <a:off x="1542351" y="2224132"/>
              <a:ext cx="68" cy="299"/>
            </a:xfrm>
            <a:custGeom>
              <a:rect b="b" l="l" r="r" t="t"/>
              <a:pathLst>
                <a:path extrusionOk="0" h="22" w="5">
                  <a:moveTo>
                    <a:pt x="4" y="1"/>
                  </a:moveTo>
                  <a:lnTo>
                    <a:pt x="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3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35"/>
            <p:cNvSpPr/>
            <p:nvPr/>
          </p:nvSpPr>
          <p:spPr>
            <a:xfrm>
              <a:off x="1542256" y="2224513"/>
              <a:ext cx="68" cy="204"/>
            </a:xfrm>
            <a:custGeom>
              <a:rect b="b" l="l" r="r" t="t"/>
              <a:pathLst>
                <a:path extrusionOk="0" h="15" w="5">
                  <a:moveTo>
                    <a:pt x="4"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35"/>
            <p:cNvSpPr/>
            <p:nvPr/>
          </p:nvSpPr>
          <p:spPr>
            <a:xfrm>
              <a:off x="1542066" y="2225137"/>
              <a:ext cx="68" cy="204"/>
            </a:xfrm>
            <a:custGeom>
              <a:rect b="b" l="l" r="r" t="t"/>
              <a:pathLst>
                <a:path extrusionOk="0" h="15" w="5">
                  <a:moveTo>
                    <a:pt x="4"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3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35"/>
            <p:cNvSpPr/>
            <p:nvPr/>
          </p:nvSpPr>
          <p:spPr>
            <a:xfrm>
              <a:off x="1542161" y="2224893"/>
              <a:ext cx="68" cy="163"/>
            </a:xfrm>
            <a:custGeom>
              <a:rect b="b" l="l" r="r" t="t"/>
              <a:pathLst>
                <a:path extrusionOk="0" h="12" w="5">
                  <a:moveTo>
                    <a:pt x="4"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3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3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3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35"/>
            <p:cNvSpPr/>
            <p:nvPr/>
          </p:nvSpPr>
          <p:spPr>
            <a:xfrm>
              <a:off x="1542921" y="2220955"/>
              <a:ext cx="68" cy="339"/>
            </a:xfrm>
            <a:custGeom>
              <a:rect b="b" l="l" r="r" t="t"/>
              <a:pathLst>
                <a:path extrusionOk="0" h="25" w="5">
                  <a:moveTo>
                    <a:pt x="4" y="0"/>
                  </a:moveTo>
                  <a:lnTo>
                    <a:pt x="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35"/>
            <p:cNvSpPr/>
            <p:nvPr/>
          </p:nvSpPr>
          <p:spPr>
            <a:xfrm>
              <a:off x="1532996" y="250510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35"/>
            <p:cNvSpPr/>
            <p:nvPr/>
          </p:nvSpPr>
          <p:spPr>
            <a:xfrm>
              <a:off x="1542826" y="2221566"/>
              <a:ext cx="68" cy="299"/>
            </a:xfrm>
            <a:custGeom>
              <a:rect b="b" l="l" r="r" t="t"/>
              <a:pathLst>
                <a:path extrusionOk="0" h="22" w="5">
                  <a:moveTo>
                    <a:pt x="4" y="1"/>
                  </a:moveTo>
                  <a:lnTo>
                    <a:pt x="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35"/>
            <p:cNvSpPr/>
            <p:nvPr/>
          </p:nvSpPr>
          <p:spPr>
            <a:xfrm>
              <a:off x="1540830" y="2504861"/>
              <a:ext cx="638" cy="68"/>
            </a:xfrm>
            <a:custGeom>
              <a:rect b="b" l="l" r="r" t="t"/>
              <a:pathLst>
                <a:path extrusionOk="0" h="5" w="47">
                  <a:moveTo>
                    <a:pt x="1" y="1"/>
                  </a:moveTo>
                  <a:lnTo>
                    <a:pt x="46"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35"/>
            <p:cNvSpPr/>
            <p:nvPr/>
          </p:nvSpPr>
          <p:spPr>
            <a:xfrm>
              <a:off x="1543111" y="2219530"/>
              <a:ext cx="68" cy="299"/>
            </a:xfrm>
            <a:custGeom>
              <a:rect b="b" l="l" r="r" t="t"/>
              <a:pathLst>
                <a:path extrusionOk="0" h="22" w="5">
                  <a:moveTo>
                    <a:pt x="4" y="0"/>
                  </a:moveTo>
                  <a:lnTo>
                    <a:pt x="1"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3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3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3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35"/>
            <p:cNvSpPr/>
            <p:nvPr/>
          </p:nvSpPr>
          <p:spPr>
            <a:xfrm>
              <a:off x="1542541" y="2223141"/>
              <a:ext cx="109" cy="339"/>
            </a:xfrm>
            <a:custGeom>
              <a:rect b="b" l="l" r="r" t="t"/>
              <a:pathLst>
                <a:path extrusionOk="0" h="25" w="8">
                  <a:moveTo>
                    <a:pt x="8" y="0"/>
                  </a:moveTo>
                  <a:lnTo>
                    <a:pt x="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35"/>
            <p:cNvSpPr/>
            <p:nvPr/>
          </p:nvSpPr>
          <p:spPr>
            <a:xfrm>
              <a:off x="1542785" y="2222137"/>
              <a:ext cx="54" cy="299"/>
            </a:xfrm>
            <a:custGeom>
              <a:rect b="b" l="l" r="r" t="t"/>
              <a:pathLst>
                <a:path extrusionOk="0" h="22" w="4">
                  <a:moveTo>
                    <a:pt x="4" y="1"/>
                  </a:moveTo>
                  <a:lnTo>
                    <a:pt x="0"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35"/>
            <p:cNvSpPr/>
            <p:nvPr/>
          </p:nvSpPr>
          <p:spPr>
            <a:xfrm>
              <a:off x="1541590" y="2504915"/>
              <a:ext cx="448" cy="54"/>
            </a:xfrm>
            <a:custGeom>
              <a:rect b="b" l="l" r="r" t="t"/>
              <a:pathLst>
                <a:path extrusionOk="0" h="4" w="33">
                  <a:moveTo>
                    <a:pt x="1" y="0"/>
                  </a:moveTo>
                  <a:lnTo>
                    <a:pt x="32"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35"/>
            <p:cNvSpPr/>
            <p:nvPr/>
          </p:nvSpPr>
          <p:spPr>
            <a:xfrm>
              <a:off x="1542636" y="2222666"/>
              <a:ext cx="109" cy="299"/>
            </a:xfrm>
            <a:custGeom>
              <a:rect b="b" l="l" r="r" t="t"/>
              <a:pathLst>
                <a:path extrusionOk="0" h="22" w="8">
                  <a:moveTo>
                    <a:pt x="8" y="0"/>
                  </a:moveTo>
                  <a:lnTo>
                    <a:pt x="1"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3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3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35"/>
            <p:cNvSpPr/>
            <p:nvPr/>
          </p:nvSpPr>
          <p:spPr>
            <a:xfrm>
              <a:off x="1523858" y="2474868"/>
              <a:ext cx="109" cy="68"/>
            </a:xfrm>
            <a:custGeom>
              <a:rect b="b" l="l" r="r" t="t"/>
              <a:pathLst>
                <a:path extrusionOk="0" h="5" w="8">
                  <a:moveTo>
                    <a:pt x="1" y="1"/>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35"/>
            <p:cNvSpPr/>
            <p:nvPr/>
          </p:nvSpPr>
          <p:spPr>
            <a:xfrm>
              <a:off x="1525243" y="2475724"/>
              <a:ext cx="68" cy="68"/>
            </a:xfrm>
            <a:custGeom>
              <a:rect b="b" l="l" r="r" t="t"/>
              <a:pathLst>
                <a:path extrusionOk="0" h="5" w="5">
                  <a:moveTo>
                    <a:pt x="4"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35"/>
            <p:cNvSpPr/>
            <p:nvPr/>
          </p:nvSpPr>
          <p:spPr>
            <a:xfrm>
              <a:off x="1524483" y="2475248"/>
              <a:ext cx="163" cy="109"/>
            </a:xfrm>
            <a:custGeom>
              <a:rect b="b" l="l" r="r" t="t"/>
              <a:pathLst>
                <a:path extrusionOk="0" h="8" w="12">
                  <a:moveTo>
                    <a:pt x="1"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35"/>
            <p:cNvSpPr/>
            <p:nvPr/>
          </p:nvSpPr>
          <p:spPr>
            <a:xfrm>
              <a:off x="1523057" y="2474488"/>
              <a:ext cx="149" cy="109"/>
            </a:xfrm>
            <a:custGeom>
              <a:rect b="b" l="l" r="r" t="t"/>
              <a:pathLst>
                <a:path extrusionOk="0" h="8" w="11">
                  <a:moveTo>
                    <a:pt x="0"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3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35"/>
            <p:cNvSpPr/>
            <p:nvPr/>
          </p:nvSpPr>
          <p:spPr>
            <a:xfrm>
              <a:off x="1542215" y="2504956"/>
              <a:ext cx="339" cy="68"/>
            </a:xfrm>
            <a:custGeom>
              <a:rect b="b" l="l" r="r" t="t"/>
              <a:pathLst>
                <a:path extrusionOk="0" h="5" w="25">
                  <a:moveTo>
                    <a:pt x="0" y="1"/>
                  </a:moveTo>
                  <a:lnTo>
                    <a:pt x="2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3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35"/>
            <p:cNvSpPr/>
            <p:nvPr/>
          </p:nvSpPr>
          <p:spPr>
            <a:xfrm>
              <a:off x="1532466" y="250510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35"/>
            <p:cNvSpPr/>
            <p:nvPr/>
          </p:nvSpPr>
          <p:spPr>
            <a:xfrm>
              <a:off x="1532656" y="250510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35"/>
            <p:cNvSpPr/>
            <p:nvPr/>
          </p:nvSpPr>
          <p:spPr>
            <a:xfrm>
              <a:off x="1542785" y="2505105"/>
              <a:ext cx="109" cy="14"/>
            </a:xfrm>
            <a:custGeom>
              <a:rect b="b" l="l" r="r" t="t"/>
              <a:pathLst>
                <a:path extrusionOk="0" h="1" w="8">
                  <a:moveTo>
                    <a:pt x="7"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3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3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3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3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3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35"/>
            <p:cNvSpPr/>
            <p:nvPr/>
          </p:nvSpPr>
          <p:spPr>
            <a:xfrm>
              <a:off x="1613184" y="2195620"/>
              <a:ext cx="54" cy="149"/>
            </a:xfrm>
            <a:custGeom>
              <a:rect b="b" l="l" r="r" t="t"/>
              <a:pathLst>
                <a:path extrusionOk="0" h="11" w="4">
                  <a:moveTo>
                    <a:pt x="0" y="0"/>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3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35"/>
            <p:cNvSpPr/>
            <p:nvPr/>
          </p:nvSpPr>
          <p:spPr>
            <a:xfrm>
              <a:off x="1613035" y="2195335"/>
              <a:ext cx="109" cy="204"/>
            </a:xfrm>
            <a:custGeom>
              <a:rect b="b" l="l" r="r" t="t"/>
              <a:pathLst>
                <a:path extrusionOk="0" h="15" w="8">
                  <a:moveTo>
                    <a:pt x="1" y="0"/>
                  </a:moveTo>
                  <a:lnTo>
                    <a:pt x="8"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3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35"/>
            <p:cNvSpPr/>
            <p:nvPr/>
          </p:nvSpPr>
          <p:spPr>
            <a:xfrm>
              <a:off x="1612560" y="2194615"/>
              <a:ext cx="204" cy="299"/>
            </a:xfrm>
            <a:custGeom>
              <a:rect b="b" l="l" r="r" t="t"/>
              <a:pathLst>
                <a:path extrusionOk="0" h="22" w="15">
                  <a:moveTo>
                    <a:pt x="15" y="22"/>
                  </a:moveTo>
                  <a:lnTo>
                    <a:pt x="1" y="1"/>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3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3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3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3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35"/>
            <p:cNvSpPr/>
            <p:nvPr/>
          </p:nvSpPr>
          <p:spPr>
            <a:xfrm>
              <a:off x="1613280" y="2195810"/>
              <a:ext cx="14" cy="149"/>
            </a:xfrm>
            <a:custGeom>
              <a:rect b="b" l="l" r="r" t="t"/>
              <a:pathLst>
                <a:path extrusionOk="0" h="11" w="1">
                  <a:moveTo>
                    <a:pt x="0"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3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3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35"/>
            <p:cNvSpPr/>
            <p:nvPr/>
          </p:nvSpPr>
          <p:spPr>
            <a:xfrm>
              <a:off x="1581101" y="2216013"/>
              <a:ext cx="489" cy="489"/>
            </a:xfrm>
            <a:custGeom>
              <a:rect b="b" l="l" r="r" t="t"/>
              <a:pathLst>
                <a:path extrusionOk="0" h="36" w="36">
                  <a:moveTo>
                    <a:pt x="35" y="35"/>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35"/>
            <p:cNvSpPr/>
            <p:nvPr/>
          </p:nvSpPr>
          <p:spPr>
            <a:xfrm>
              <a:off x="1580436" y="2215294"/>
              <a:ext cx="489" cy="489"/>
            </a:xfrm>
            <a:custGeom>
              <a:rect b="b" l="l" r="r" t="t"/>
              <a:pathLst>
                <a:path extrusionOk="0" h="36" w="36">
                  <a:moveTo>
                    <a:pt x="35" y="36"/>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35"/>
            <p:cNvSpPr/>
            <p:nvPr/>
          </p:nvSpPr>
          <p:spPr>
            <a:xfrm>
              <a:off x="1581807" y="2216719"/>
              <a:ext cx="448" cy="489"/>
            </a:xfrm>
            <a:custGeom>
              <a:rect b="b" l="l" r="r" t="t"/>
              <a:pathLst>
                <a:path extrusionOk="0" h="36" w="33">
                  <a:moveTo>
                    <a:pt x="32" y="36"/>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35"/>
            <p:cNvSpPr/>
            <p:nvPr/>
          </p:nvSpPr>
          <p:spPr>
            <a:xfrm>
              <a:off x="1582472" y="2217439"/>
              <a:ext cx="543" cy="530"/>
            </a:xfrm>
            <a:custGeom>
              <a:rect b="b" l="l" r="r" t="t"/>
              <a:pathLst>
                <a:path extrusionOk="0" h="39" w="40">
                  <a:moveTo>
                    <a:pt x="39" y="39"/>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3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35"/>
            <p:cNvSpPr/>
            <p:nvPr/>
          </p:nvSpPr>
          <p:spPr>
            <a:xfrm>
              <a:off x="1579662" y="2214438"/>
              <a:ext cx="638" cy="679"/>
            </a:xfrm>
            <a:custGeom>
              <a:rect b="b" l="l" r="r" t="t"/>
              <a:pathLst>
                <a:path extrusionOk="0" h="50" w="47">
                  <a:moveTo>
                    <a:pt x="46" y="50"/>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35"/>
            <p:cNvSpPr/>
            <p:nvPr/>
          </p:nvSpPr>
          <p:spPr>
            <a:xfrm>
              <a:off x="1579146" y="2213773"/>
              <a:ext cx="530" cy="679"/>
            </a:xfrm>
            <a:custGeom>
              <a:rect b="b" l="l" r="r" t="t"/>
              <a:pathLst>
                <a:path extrusionOk="0" h="50" w="39">
                  <a:moveTo>
                    <a:pt x="39" y="50"/>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35"/>
            <p:cNvSpPr/>
            <p:nvPr/>
          </p:nvSpPr>
          <p:spPr>
            <a:xfrm>
              <a:off x="1578290" y="2212687"/>
              <a:ext cx="204" cy="204"/>
            </a:xfrm>
            <a:custGeom>
              <a:rect b="b" l="l" r="r" t="t"/>
              <a:pathLst>
                <a:path extrusionOk="0" h="15" w="15">
                  <a:moveTo>
                    <a:pt x="0" y="0"/>
                  </a:moveTo>
                  <a:lnTo>
                    <a:pt x="14"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3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35"/>
            <p:cNvSpPr/>
            <p:nvPr/>
          </p:nvSpPr>
          <p:spPr>
            <a:xfrm>
              <a:off x="1578616" y="2213108"/>
              <a:ext cx="394" cy="489"/>
            </a:xfrm>
            <a:custGeom>
              <a:rect b="b" l="l" r="r" t="t"/>
              <a:pathLst>
                <a:path extrusionOk="0" h="36" w="29">
                  <a:moveTo>
                    <a:pt x="29" y="36"/>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35"/>
            <p:cNvSpPr/>
            <p:nvPr/>
          </p:nvSpPr>
          <p:spPr>
            <a:xfrm>
              <a:off x="1622254" y="2254410"/>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35"/>
            <p:cNvSpPr/>
            <p:nvPr/>
          </p:nvSpPr>
          <p:spPr>
            <a:xfrm>
              <a:off x="1618982" y="2254275"/>
              <a:ext cx="774" cy="109"/>
            </a:xfrm>
            <a:custGeom>
              <a:rect b="b" l="l" r="r" t="t"/>
              <a:pathLst>
                <a:path extrusionOk="0" h="8" w="57">
                  <a:moveTo>
                    <a:pt x="56"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35"/>
            <p:cNvSpPr/>
            <p:nvPr/>
          </p:nvSpPr>
          <p:spPr>
            <a:xfrm>
              <a:off x="1621263" y="2254220"/>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3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35"/>
            <p:cNvSpPr/>
            <p:nvPr/>
          </p:nvSpPr>
          <p:spPr>
            <a:xfrm>
              <a:off x="1622824" y="2254600"/>
              <a:ext cx="109" cy="68"/>
            </a:xfrm>
            <a:custGeom>
              <a:rect b="b" l="l" r="r" t="t"/>
              <a:pathLst>
                <a:path extrusionOk="0" h="5" w="8">
                  <a:moveTo>
                    <a:pt x="8"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35"/>
            <p:cNvSpPr/>
            <p:nvPr/>
          </p:nvSpPr>
          <p:spPr>
            <a:xfrm>
              <a:off x="1621779" y="2254315"/>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35"/>
            <p:cNvSpPr/>
            <p:nvPr/>
          </p:nvSpPr>
          <p:spPr>
            <a:xfrm>
              <a:off x="1584712" y="2219475"/>
              <a:ext cx="489" cy="448"/>
            </a:xfrm>
            <a:custGeom>
              <a:rect b="b" l="l" r="r" t="t"/>
              <a:pathLst>
                <a:path extrusionOk="0" h="33" w="36">
                  <a:moveTo>
                    <a:pt x="35" y="32"/>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35"/>
            <p:cNvSpPr/>
            <p:nvPr/>
          </p:nvSpPr>
          <p:spPr>
            <a:xfrm>
              <a:off x="1583137" y="2218050"/>
              <a:ext cx="679" cy="679"/>
            </a:xfrm>
            <a:custGeom>
              <a:rect b="b" l="l" r="r" t="t"/>
              <a:pathLst>
                <a:path extrusionOk="0" h="50" w="50">
                  <a:moveTo>
                    <a:pt x="50" y="50"/>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35"/>
            <p:cNvSpPr/>
            <p:nvPr/>
          </p:nvSpPr>
          <p:spPr>
            <a:xfrm>
              <a:off x="1586084" y="2220616"/>
              <a:ext cx="448" cy="299"/>
            </a:xfrm>
            <a:custGeom>
              <a:rect b="b" l="l" r="r" t="t"/>
              <a:pathLst>
                <a:path extrusionOk="0" h="22" w="33">
                  <a:moveTo>
                    <a:pt x="32"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35"/>
            <p:cNvSpPr/>
            <p:nvPr/>
          </p:nvSpPr>
          <p:spPr>
            <a:xfrm>
              <a:off x="1583952" y="2218810"/>
              <a:ext cx="584" cy="543"/>
            </a:xfrm>
            <a:custGeom>
              <a:rect b="b" l="l" r="r" t="t"/>
              <a:pathLst>
                <a:path extrusionOk="0" h="40" w="43">
                  <a:moveTo>
                    <a:pt x="42" y="39"/>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35"/>
            <p:cNvSpPr/>
            <p:nvPr/>
          </p:nvSpPr>
          <p:spPr>
            <a:xfrm>
              <a:off x="1585418" y="2220100"/>
              <a:ext cx="448" cy="339"/>
            </a:xfrm>
            <a:custGeom>
              <a:rect b="b" l="l" r="r" t="t"/>
              <a:pathLst>
                <a:path extrusionOk="0" h="25" w="33">
                  <a:moveTo>
                    <a:pt x="32" y="2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3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35"/>
            <p:cNvSpPr/>
            <p:nvPr/>
          </p:nvSpPr>
          <p:spPr>
            <a:xfrm>
              <a:off x="1638086" y="2239638"/>
              <a:ext cx="14" cy="339"/>
            </a:xfrm>
            <a:custGeom>
              <a:rect b="b" l="l" r="r" t="t"/>
              <a:pathLst>
                <a:path extrusionOk="0" h="25" w="1">
                  <a:moveTo>
                    <a:pt x="1" y="7"/>
                  </a:moveTo>
                  <a:lnTo>
                    <a:pt x="1" y="25"/>
                  </a:lnTo>
                  <a:lnTo>
                    <a:pt x="1" y="0"/>
                  </a:ln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3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35"/>
            <p:cNvSpPr/>
            <p:nvPr/>
          </p:nvSpPr>
          <p:spPr>
            <a:xfrm>
              <a:off x="1638140" y="2239163"/>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3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35"/>
            <p:cNvSpPr/>
            <p:nvPr/>
          </p:nvSpPr>
          <p:spPr>
            <a:xfrm>
              <a:off x="1408599" y="1961951"/>
              <a:ext cx="434" cy="54"/>
            </a:xfrm>
            <a:custGeom>
              <a:rect b="b" l="l" r="r" t="t"/>
              <a:pathLst>
                <a:path extrusionOk="0" h="4" w="32">
                  <a:moveTo>
                    <a:pt x="0" y="0"/>
                  </a:moveTo>
                  <a:lnTo>
                    <a:pt x="32"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35"/>
            <p:cNvSpPr/>
            <p:nvPr/>
          </p:nvSpPr>
          <p:spPr>
            <a:xfrm>
              <a:off x="1407553" y="1961951"/>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35"/>
            <p:cNvSpPr/>
            <p:nvPr/>
          </p:nvSpPr>
          <p:spPr>
            <a:xfrm>
              <a:off x="1418918" y="1963988"/>
              <a:ext cx="339" cy="14"/>
            </a:xfrm>
            <a:custGeom>
              <a:rect b="b" l="l" r="r" t="t"/>
              <a:pathLst>
                <a:path extrusionOk="0" h="1" w="25">
                  <a:moveTo>
                    <a:pt x="0" y="1"/>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35"/>
            <p:cNvSpPr/>
            <p:nvPr/>
          </p:nvSpPr>
          <p:spPr>
            <a:xfrm>
              <a:off x="1408123" y="1961951"/>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35"/>
            <p:cNvSpPr/>
            <p:nvPr/>
          </p:nvSpPr>
          <p:spPr>
            <a:xfrm>
              <a:off x="1407214" y="1961951"/>
              <a:ext cx="204" cy="14"/>
            </a:xfrm>
            <a:custGeom>
              <a:rect b="b" l="l" r="r" t="t"/>
              <a:pathLst>
                <a:path extrusionOk="0" h="1" w="15">
                  <a:moveTo>
                    <a:pt x="1" y="0"/>
                  </a:moveTo>
                  <a:lnTo>
                    <a:pt x="1" y="0"/>
                  </a:ln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35"/>
            <p:cNvSpPr/>
            <p:nvPr/>
          </p:nvSpPr>
          <p:spPr>
            <a:xfrm>
              <a:off x="1419773" y="1964042"/>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35"/>
            <p:cNvSpPr/>
            <p:nvPr/>
          </p:nvSpPr>
          <p:spPr>
            <a:xfrm>
              <a:off x="1420533" y="1963988"/>
              <a:ext cx="149" cy="14"/>
            </a:xfrm>
            <a:custGeom>
              <a:rect b="b" l="l" r="r" t="t"/>
              <a:pathLst>
                <a:path extrusionOk="0" h="1" w="11">
                  <a:moveTo>
                    <a:pt x="0"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35"/>
            <p:cNvSpPr/>
            <p:nvPr/>
          </p:nvSpPr>
          <p:spPr>
            <a:xfrm>
              <a:off x="1418442" y="1963893"/>
              <a:ext cx="339" cy="68"/>
            </a:xfrm>
            <a:custGeom>
              <a:rect b="b" l="l" r="r" t="t"/>
              <a:pathLst>
                <a:path extrusionOk="0" h="5" w="25">
                  <a:moveTo>
                    <a:pt x="0" y="1"/>
                  </a:moveTo>
                  <a:lnTo>
                    <a:pt x="2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3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3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35"/>
            <p:cNvSpPr/>
            <p:nvPr/>
          </p:nvSpPr>
          <p:spPr>
            <a:xfrm>
              <a:off x="1409115" y="1961992"/>
              <a:ext cx="353" cy="68"/>
            </a:xfrm>
            <a:custGeom>
              <a:rect b="b" l="l" r="r" t="t"/>
              <a:pathLst>
                <a:path extrusionOk="0" h="5" w="26">
                  <a:moveTo>
                    <a:pt x="1" y="1"/>
                  </a:moveTo>
                  <a:lnTo>
                    <a:pt x="2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3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3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3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3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3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3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3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3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3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3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3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35"/>
            <p:cNvSpPr/>
            <p:nvPr/>
          </p:nvSpPr>
          <p:spPr>
            <a:xfrm>
              <a:off x="1427662" y="1979778"/>
              <a:ext cx="149" cy="489"/>
            </a:xfrm>
            <a:custGeom>
              <a:rect b="b" l="l" r="r" t="t"/>
              <a:pathLst>
                <a:path extrusionOk="0" h="36" w="11">
                  <a:moveTo>
                    <a:pt x="0" y="35"/>
                  </a:moveTo>
                  <a:lnTo>
                    <a:pt x="0" y="35"/>
                  </a:ln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3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3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3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3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35"/>
            <p:cNvSpPr/>
            <p:nvPr/>
          </p:nvSpPr>
          <p:spPr>
            <a:xfrm>
              <a:off x="1540124" y="2029540"/>
              <a:ext cx="109" cy="14"/>
            </a:xfrm>
            <a:custGeom>
              <a:rect b="b" l="l" r="r" t="t"/>
              <a:pathLst>
                <a:path extrusionOk="0" h="1" w="8">
                  <a:moveTo>
                    <a:pt x="0" y="0"/>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35"/>
            <p:cNvSpPr/>
            <p:nvPr/>
          </p:nvSpPr>
          <p:spPr>
            <a:xfrm>
              <a:off x="1536363" y="2030436"/>
              <a:ext cx="258" cy="14"/>
            </a:xfrm>
            <a:custGeom>
              <a:rect b="b" l="l" r="r" t="t"/>
              <a:pathLst>
                <a:path extrusionOk="0" h="1" w="19">
                  <a:moveTo>
                    <a:pt x="1" y="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3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3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3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35"/>
            <p:cNvSpPr/>
            <p:nvPr/>
          </p:nvSpPr>
          <p:spPr>
            <a:xfrm>
              <a:off x="1539459" y="2029676"/>
              <a:ext cx="339" cy="109"/>
            </a:xfrm>
            <a:custGeom>
              <a:rect b="b" l="l" r="r" t="t"/>
              <a:pathLst>
                <a:path extrusionOk="0" h="8" w="25">
                  <a:moveTo>
                    <a:pt x="0" y="8"/>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3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3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3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3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3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35"/>
            <p:cNvSpPr/>
            <p:nvPr/>
          </p:nvSpPr>
          <p:spPr>
            <a:xfrm>
              <a:off x="1523532" y="2074603"/>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3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3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3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3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3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3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3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35"/>
            <p:cNvSpPr/>
            <p:nvPr/>
          </p:nvSpPr>
          <p:spPr>
            <a:xfrm>
              <a:off x="1467063" y="1987667"/>
              <a:ext cx="204" cy="204"/>
            </a:xfrm>
            <a:custGeom>
              <a:rect b="b" l="l" r="r" t="t"/>
              <a:pathLst>
                <a:path extrusionOk="0" h="15" w="15">
                  <a:moveTo>
                    <a:pt x="0" y="1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35"/>
            <p:cNvSpPr/>
            <p:nvPr/>
          </p:nvSpPr>
          <p:spPr>
            <a:xfrm>
              <a:off x="1467783" y="1986906"/>
              <a:ext cx="244" cy="299"/>
            </a:xfrm>
            <a:custGeom>
              <a:rect b="b" l="l" r="r" t="t"/>
              <a:pathLst>
                <a:path extrusionOk="0" h="22" w="18">
                  <a:moveTo>
                    <a:pt x="0" y="21"/>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35"/>
            <p:cNvSpPr/>
            <p:nvPr/>
          </p:nvSpPr>
          <p:spPr>
            <a:xfrm>
              <a:off x="1466724" y="1987993"/>
              <a:ext cx="204" cy="204"/>
            </a:xfrm>
            <a:custGeom>
              <a:rect b="b" l="l" r="r" t="t"/>
              <a:pathLst>
                <a:path extrusionOk="0" h="15" w="15">
                  <a:moveTo>
                    <a:pt x="1" y="15"/>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35"/>
            <p:cNvSpPr/>
            <p:nvPr/>
          </p:nvSpPr>
          <p:spPr>
            <a:xfrm>
              <a:off x="1467389" y="1987287"/>
              <a:ext cx="258" cy="244"/>
            </a:xfrm>
            <a:custGeom>
              <a:rect b="b" l="l" r="r" t="t"/>
              <a:pathLst>
                <a:path extrusionOk="0" h="18" w="19">
                  <a:moveTo>
                    <a:pt x="1" y="18"/>
                  </a:moveTo>
                  <a:lnTo>
                    <a:pt x="1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35"/>
            <p:cNvSpPr/>
            <p:nvPr/>
          </p:nvSpPr>
          <p:spPr>
            <a:xfrm>
              <a:off x="1468163" y="1986662"/>
              <a:ext cx="149" cy="163"/>
            </a:xfrm>
            <a:custGeom>
              <a:rect b="b" l="l" r="r" t="t"/>
              <a:pathLst>
                <a:path extrusionOk="0" h="12" w="11">
                  <a:moveTo>
                    <a:pt x="0" y="1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3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35"/>
            <p:cNvSpPr/>
            <p:nvPr/>
          </p:nvSpPr>
          <p:spPr>
            <a:xfrm>
              <a:off x="1465828" y="1988997"/>
              <a:ext cx="109" cy="109"/>
            </a:xfrm>
            <a:custGeom>
              <a:rect b="b" l="l" r="r" t="t"/>
              <a:pathLst>
                <a:path extrusionOk="0" h="8" w="8">
                  <a:moveTo>
                    <a:pt x="0" y="7"/>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35"/>
            <p:cNvSpPr/>
            <p:nvPr/>
          </p:nvSpPr>
          <p:spPr>
            <a:xfrm>
              <a:off x="1466059" y="1988658"/>
              <a:ext cx="204" cy="204"/>
            </a:xfrm>
            <a:custGeom>
              <a:rect b="b" l="l" r="r" t="t"/>
              <a:pathLst>
                <a:path extrusionOk="0" h="15" w="15">
                  <a:moveTo>
                    <a:pt x="1" y="15"/>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35"/>
            <p:cNvSpPr/>
            <p:nvPr/>
          </p:nvSpPr>
          <p:spPr>
            <a:xfrm>
              <a:off x="1466398" y="1988332"/>
              <a:ext cx="204" cy="204"/>
            </a:xfrm>
            <a:custGeom>
              <a:rect b="b" l="l" r="r" t="t"/>
              <a:pathLst>
                <a:path extrusionOk="0" h="15" w="15">
                  <a:moveTo>
                    <a:pt x="0" y="1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3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35"/>
            <p:cNvSpPr/>
            <p:nvPr/>
          </p:nvSpPr>
          <p:spPr>
            <a:xfrm>
              <a:off x="1468448" y="1986377"/>
              <a:ext cx="149" cy="163"/>
            </a:xfrm>
            <a:custGeom>
              <a:rect b="b" l="l" r="r" t="t"/>
              <a:pathLst>
                <a:path extrusionOk="0" h="12" w="11">
                  <a:moveTo>
                    <a:pt x="0" y="1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35"/>
            <p:cNvSpPr/>
            <p:nvPr/>
          </p:nvSpPr>
          <p:spPr>
            <a:xfrm>
              <a:off x="1469154" y="1985766"/>
              <a:ext cx="204" cy="149"/>
            </a:xfrm>
            <a:custGeom>
              <a:rect b="b" l="l" r="r" t="t"/>
              <a:pathLst>
                <a:path extrusionOk="0" h="11" w="15">
                  <a:moveTo>
                    <a:pt x="1" y="11"/>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3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3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35"/>
            <p:cNvSpPr/>
            <p:nvPr/>
          </p:nvSpPr>
          <p:spPr>
            <a:xfrm>
              <a:off x="1468679" y="1986146"/>
              <a:ext cx="163" cy="149"/>
            </a:xfrm>
            <a:custGeom>
              <a:rect b="b" l="l" r="r" t="t"/>
              <a:pathLst>
                <a:path extrusionOk="0" h="11" w="12">
                  <a:moveTo>
                    <a:pt x="1" y="11"/>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35"/>
            <p:cNvSpPr/>
            <p:nvPr/>
          </p:nvSpPr>
          <p:spPr>
            <a:xfrm>
              <a:off x="1468964" y="1985956"/>
              <a:ext cx="163" cy="149"/>
            </a:xfrm>
            <a:custGeom>
              <a:rect b="b" l="l" r="r" t="t"/>
              <a:pathLst>
                <a:path extrusionOk="0" h="11" w="12">
                  <a:moveTo>
                    <a:pt x="1" y="11"/>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3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3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3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3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3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3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35"/>
            <p:cNvSpPr/>
            <p:nvPr/>
          </p:nvSpPr>
          <p:spPr>
            <a:xfrm>
              <a:off x="1529140" y="2128031"/>
              <a:ext cx="163" cy="54"/>
            </a:xfrm>
            <a:custGeom>
              <a:rect b="b" l="l" r="r" t="t"/>
              <a:pathLst>
                <a:path extrusionOk="0" h="4" w="12">
                  <a:moveTo>
                    <a:pt x="11" y="4"/>
                  </a:moveTo>
                  <a:lnTo>
                    <a:pt x="1" y="0"/>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3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35"/>
            <p:cNvSpPr/>
            <p:nvPr/>
          </p:nvSpPr>
          <p:spPr>
            <a:xfrm>
              <a:off x="1529425" y="2128126"/>
              <a:ext cx="394" cy="149"/>
            </a:xfrm>
            <a:custGeom>
              <a:rect b="b" l="l" r="r" t="t"/>
              <a:pathLst>
                <a:path extrusionOk="0" h="11" w="29">
                  <a:moveTo>
                    <a:pt x="1" y="0"/>
                  </a:moveTo>
                  <a:lnTo>
                    <a:pt x="29"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35"/>
            <p:cNvSpPr/>
            <p:nvPr/>
          </p:nvSpPr>
          <p:spPr>
            <a:xfrm>
              <a:off x="1575290" y="2140807"/>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3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3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3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3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3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3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3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3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3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3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3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3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35"/>
            <p:cNvSpPr/>
            <p:nvPr/>
          </p:nvSpPr>
          <p:spPr>
            <a:xfrm>
              <a:off x="1530090" y="217988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3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35"/>
            <p:cNvSpPr/>
            <p:nvPr/>
          </p:nvSpPr>
          <p:spPr>
            <a:xfrm>
              <a:off x="1579281" y="2208980"/>
              <a:ext cx="109" cy="299"/>
            </a:xfrm>
            <a:custGeom>
              <a:rect b="b" l="l" r="r" t="t"/>
              <a:pathLst>
                <a:path extrusionOk="0" h="22" w="8">
                  <a:moveTo>
                    <a:pt x="1" y="21"/>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35"/>
            <p:cNvSpPr/>
            <p:nvPr/>
          </p:nvSpPr>
          <p:spPr>
            <a:xfrm>
              <a:off x="1579376" y="2208641"/>
              <a:ext cx="109" cy="258"/>
            </a:xfrm>
            <a:custGeom>
              <a:rect b="b" l="l" r="r" t="t"/>
              <a:pathLst>
                <a:path extrusionOk="0" h="19" w="8">
                  <a:moveTo>
                    <a:pt x="1" y="1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3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3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3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35"/>
            <p:cNvSpPr/>
            <p:nvPr/>
          </p:nvSpPr>
          <p:spPr>
            <a:xfrm>
              <a:off x="1579526" y="2208260"/>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3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3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3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35"/>
            <p:cNvSpPr/>
            <p:nvPr/>
          </p:nvSpPr>
          <p:spPr>
            <a:xfrm>
              <a:off x="1518685" y="2074223"/>
              <a:ext cx="244" cy="54"/>
            </a:xfrm>
            <a:custGeom>
              <a:rect b="b" l="l" r="r" t="t"/>
              <a:pathLst>
                <a:path extrusionOk="0" h="4" w="18">
                  <a:moveTo>
                    <a:pt x="0" y="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35"/>
            <p:cNvSpPr/>
            <p:nvPr/>
          </p:nvSpPr>
          <p:spPr>
            <a:xfrm>
              <a:off x="1517545" y="2074549"/>
              <a:ext cx="299" cy="163"/>
            </a:xfrm>
            <a:custGeom>
              <a:rect b="b" l="l" r="r" t="t"/>
              <a:pathLst>
                <a:path extrusionOk="0" h="12" w="22">
                  <a:moveTo>
                    <a:pt x="0" y="11"/>
                  </a:moveTo>
                  <a:lnTo>
                    <a:pt x="2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35"/>
            <p:cNvSpPr/>
            <p:nvPr/>
          </p:nvSpPr>
          <p:spPr>
            <a:xfrm>
              <a:off x="1518305" y="2074318"/>
              <a:ext cx="299" cy="54"/>
            </a:xfrm>
            <a:custGeom>
              <a:rect b="b" l="l" r="r" t="t"/>
              <a:pathLst>
                <a:path extrusionOk="0" h="4" w="22">
                  <a:moveTo>
                    <a:pt x="0" y="4"/>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35"/>
            <p:cNvSpPr/>
            <p:nvPr/>
          </p:nvSpPr>
          <p:spPr>
            <a:xfrm>
              <a:off x="1517110" y="2074794"/>
              <a:ext cx="299" cy="204"/>
            </a:xfrm>
            <a:custGeom>
              <a:rect b="b" l="l" r="r" t="t"/>
              <a:pathLst>
                <a:path extrusionOk="0" h="15" w="22">
                  <a:moveTo>
                    <a:pt x="1" y="14"/>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3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35"/>
            <p:cNvSpPr/>
            <p:nvPr/>
          </p:nvSpPr>
          <p:spPr>
            <a:xfrm>
              <a:off x="1519065" y="2074223"/>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3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35"/>
            <p:cNvSpPr/>
            <p:nvPr/>
          </p:nvSpPr>
          <p:spPr>
            <a:xfrm>
              <a:off x="1517925" y="2074413"/>
              <a:ext cx="299" cy="109"/>
            </a:xfrm>
            <a:custGeom>
              <a:rect b="b" l="l" r="r" t="t"/>
              <a:pathLst>
                <a:path extrusionOk="0" h="8" w="22">
                  <a:moveTo>
                    <a:pt x="0" y="7"/>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35"/>
            <p:cNvSpPr/>
            <p:nvPr/>
          </p:nvSpPr>
          <p:spPr>
            <a:xfrm>
              <a:off x="1522052" y="2182355"/>
              <a:ext cx="109" cy="68"/>
            </a:xfrm>
            <a:custGeom>
              <a:rect b="b" l="l" r="r" t="t"/>
              <a:pathLst>
                <a:path extrusionOk="0" h="5" w="8">
                  <a:moveTo>
                    <a:pt x="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3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35"/>
            <p:cNvSpPr/>
            <p:nvPr/>
          </p:nvSpPr>
          <p:spPr>
            <a:xfrm>
              <a:off x="1485176" y="204622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35"/>
            <p:cNvSpPr/>
            <p:nvPr/>
          </p:nvSpPr>
          <p:spPr>
            <a:xfrm>
              <a:off x="1485692" y="2046227"/>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35"/>
            <p:cNvSpPr/>
            <p:nvPr/>
          </p:nvSpPr>
          <p:spPr>
            <a:xfrm>
              <a:off x="1486411" y="204626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35"/>
            <p:cNvSpPr/>
            <p:nvPr/>
          </p:nvSpPr>
          <p:spPr>
            <a:xfrm>
              <a:off x="1486982" y="2046457"/>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35"/>
            <p:cNvSpPr/>
            <p:nvPr/>
          </p:nvSpPr>
          <p:spPr>
            <a:xfrm>
              <a:off x="1486506" y="2046322"/>
              <a:ext cx="109" cy="14"/>
            </a:xfrm>
            <a:custGeom>
              <a:rect b="b" l="l" r="r" t="t"/>
              <a:pathLst>
                <a:path extrusionOk="0" h="1" w="8">
                  <a:moveTo>
                    <a:pt x="7"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35"/>
            <p:cNvSpPr/>
            <p:nvPr/>
          </p:nvSpPr>
          <p:spPr>
            <a:xfrm>
              <a:off x="1486792" y="2046417"/>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35"/>
            <p:cNvSpPr/>
            <p:nvPr/>
          </p:nvSpPr>
          <p:spPr>
            <a:xfrm>
              <a:off x="1486887" y="2046457"/>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3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35"/>
            <p:cNvSpPr/>
            <p:nvPr/>
          </p:nvSpPr>
          <p:spPr>
            <a:xfrm>
              <a:off x="1484171" y="2046267"/>
              <a:ext cx="204" cy="14"/>
            </a:xfrm>
            <a:custGeom>
              <a:rect b="b" l="l" r="r" t="t"/>
              <a:pathLst>
                <a:path extrusionOk="0" h="1" w="15">
                  <a:moveTo>
                    <a:pt x="15"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35"/>
            <p:cNvSpPr/>
            <p:nvPr/>
          </p:nvSpPr>
          <p:spPr>
            <a:xfrm>
              <a:off x="1485407" y="2046227"/>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35"/>
            <p:cNvSpPr/>
            <p:nvPr/>
          </p:nvSpPr>
          <p:spPr>
            <a:xfrm>
              <a:off x="1483655" y="2046362"/>
              <a:ext cx="244" cy="14"/>
            </a:xfrm>
            <a:custGeom>
              <a:rect b="b" l="l" r="r" t="t"/>
              <a:pathLst>
                <a:path extrusionOk="0" h="1" w="18">
                  <a:moveTo>
                    <a:pt x="1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35"/>
            <p:cNvSpPr/>
            <p:nvPr/>
          </p:nvSpPr>
          <p:spPr>
            <a:xfrm>
              <a:off x="1482800" y="2046417"/>
              <a:ext cx="584" cy="109"/>
            </a:xfrm>
            <a:custGeom>
              <a:rect b="b" l="l" r="r" t="t"/>
              <a:pathLst>
                <a:path extrusionOk="0" h="8" w="43">
                  <a:moveTo>
                    <a:pt x="0" y="7"/>
                  </a:moveTo>
                  <a:lnTo>
                    <a:pt x="4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3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3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3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35"/>
            <p:cNvSpPr/>
            <p:nvPr/>
          </p:nvSpPr>
          <p:spPr>
            <a:xfrm>
              <a:off x="1484646" y="2046267"/>
              <a:ext cx="163" cy="14"/>
            </a:xfrm>
            <a:custGeom>
              <a:rect b="b" l="l" r="r" t="t"/>
              <a:pathLst>
                <a:path extrusionOk="0" h="1" w="12">
                  <a:moveTo>
                    <a:pt x="11"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35"/>
            <p:cNvSpPr/>
            <p:nvPr/>
          </p:nvSpPr>
          <p:spPr>
            <a:xfrm>
              <a:off x="1486642" y="2046362"/>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3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3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35"/>
            <p:cNvSpPr/>
            <p:nvPr/>
          </p:nvSpPr>
          <p:spPr>
            <a:xfrm>
              <a:off x="1529425" y="213253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35"/>
            <p:cNvSpPr/>
            <p:nvPr/>
          </p:nvSpPr>
          <p:spPr>
            <a:xfrm>
              <a:off x="1527714" y="2129212"/>
              <a:ext cx="163" cy="299"/>
            </a:xfrm>
            <a:custGeom>
              <a:rect b="b" l="l" r="r" t="t"/>
              <a:pathLst>
                <a:path extrusionOk="0" h="22" w="12">
                  <a:moveTo>
                    <a:pt x="1" y="1"/>
                  </a:moveTo>
                  <a:lnTo>
                    <a:pt x="1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35"/>
            <p:cNvSpPr/>
            <p:nvPr/>
          </p:nvSpPr>
          <p:spPr>
            <a:xfrm>
              <a:off x="1527049" y="2127787"/>
              <a:ext cx="163" cy="299"/>
            </a:xfrm>
            <a:custGeom>
              <a:rect b="b" l="l" r="r" t="t"/>
              <a:pathLst>
                <a:path extrusionOk="0" h="22" w="12">
                  <a:moveTo>
                    <a:pt x="1" y="1"/>
                  </a:moveTo>
                  <a:lnTo>
                    <a:pt x="1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35"/>
            <p:cNvSpPr/>
            <p:nvPr/>
          </p:nvSpPr>
          <p:spPr>
            <a:xfrm>
              <a:off x="1527388" y="2128452"/>
              <a:ext cx="149" cy="353"/>
            </a:xfrm>
            <a:custGeom>
              <a:rect b="b" l="l" r="r" t="t"/>
              <a:pathLst>
                <a:path extrusionOk="0" h="26" w="11">
                  <a:moveTo>
                    <a:pt x="0" y="1"/>
                  </a:moveTo>
                  <a:lnTo>
                    <a:pt x="1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3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3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35"/>
            <p:cNvSpPr/>
            <p:nvPr/>
          </p:nvSpPr>
          <p:spPr>
            <a:xfrm>
              <a:off x="1528094" y="2129973"/>
              <a:ext cx="163" cy="299"/>
            </a:xfrm>
            <a:custGeom>
              <a:rect b="b" l="l" r="r" t="t"/>
              <a:pathLst>
                <a:path extrusionOk="0" h="22" w="12">
                  <a:moveTo>
                    <a:pt x="1" y="1"/>
                  </a:moveTo>
                  <a:lnTo>
                    <a:pt x="1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3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3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3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35"/>
            <p:cNvSpPr/>
            <p:nvPr/>
          </p:nvSpPr>
          <p:spPr>
            <a:xfrm>
              <a:off x="1528950" y="2131683"/>
              <a:ext cx="68" cy="109"/>
            </a:xfrm>
            <a:custGeom>
              <a:rect b="b" l="l" r="r" t="t"/>
              <a:pathLst>
                <a:path extrusionOk="0" h="8" w="5">
                  <a:moveTo>
                    <a:pt x="1" y="1"/>
                  </a:moveTo>
                  <a:lnTo>
                    <a:pt x="4"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3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35"/>
            <p:cNvSpPr/>
            <p:nvPr/>
          </p:nvSpPr>
          <p:spPr>
            <a:xfrm>
              <a:off x="1528529" y="2130787"/>
              <a:ext cx="109" cy="244"/>
            </a:xfrm>
            <a:custGeom>
              <a:rect b="b" l="l" r="r" t="t"/>
              <a:pathLst>
                <a:path extrusionOk="0" h="18" w="8">
                  <a:moveTo>
                    <a:pt x="0" y="0"/>
                  </a:moveTo>
                  <a:lnTo>
                    <a:pt x="7"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3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3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35"/>
            <p:cNvSpPr/>
            <p:nvPr/>
          </p:nvSpPr>
          <p:spPr>
            <a:xfrm>
              <a:off x="1547062" y="2032676"/>
              <a:ext cx="489" cy="774"/>
            </a:xfrm>
            <a:custGeom>
              <a:rect b="b" l="l" r="r" t="t"/>
              <a:pathLst>
                <a:path extrusionOk="0" h="57" w="36">
                  <a:moveTo>
                    <a:pt x="35" y="57"/>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3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3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3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3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3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3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35"/>
            <p:cNvSpPr/>
            <p:nvPr/>
          </p:nvSpPr>
          <p:spPr>
            <a:xfrm>
              <a:off x="1506941" y="1960376"/>
              <a:ext cx="109" cy="109"/>
            </a:xfrm>
            <a:custGeom>
              <a:rect b="b" l="l" r="r" t="t"/>
              <a:pathLst>
                <a:path extrusionOk="0" h="8" w="8">
                  <a:moveTo>
                    <a:pt x="8"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35"/>
            <p:cNvSpPr/>
            <p:nvPr/>
          </p:nvSpPr>
          <p:spPr>
            <a:xfrm>
              <a:off x="1508651" y="1958434"/>
              <a:ext cx="109" cy="109"/>
            </a:xfrm>
            <a:custGeom>
              <a:rect b="b" l="l" r="r" t="t"/>
              <a:pathLst>
                <a:path extrusionOk="0" h="8" w="8">
                  <a:moveTo>
                    <a:pt x="8" y="0"/>
                  </a:moveTo>
                  <a:lnTo>
                    <a:pt x="1" y="7"/>
                  </a:ln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3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3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3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35"/>
            <p:cNvSpPr/>
            <p:nvPr/>
          </p:nvSpPr>
          <p:spPr>
            <a:xfrm>
              <a:off x="1636321" y="202416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35"/>
            <p:cNvSpPr/>
            <p:nvPr/>
          </p:nvSpPr>
          <p:spPr>
            <a:xfrm>
              <a:off x="1639185" y="2024448"/>
              <a:ext cx="149" cy="68"/>
            </a:xfrm>
            <a:custGeom>
              <a:rect b="b" l="l" r="r" t="t"/>
              <a:pathLst>
                <a:path extrusionOk="0" h="5" w="11">
                  <a:moveTo>
                    <a:pt x="11"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35"/>
            <p:cNvSpPr/>
            <p:nvPr/>
          </p:nvSpPr>
          <p:spPr>
            <a:xfrm>
              <a:off x="1636796" y="202416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35"/>
            <p:cNvSpPr/>
            <p:nvPr/>
          </p:nvSpPr>
          <p:spPr>
            <a:xfrm>
              <a:off x="1638900" y="2024312"/>
              <a:ext cx="149" cy="109"/>
            </a:xfrm>
            <a:custGeom>
              <a:rect b="b" l="l" r="r" t="t"/>
              <a:pathLst>
                <a:path extrusionOk="0" h="8" w="11">
                  <a:moveTo>
                    <a:pt x="11"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35"/>
            <p:cNvSpPr/>
            <p:nvPr/>
          </p:nvSpPr>
          <p:spPr>
            <a:xfrm>
              <a:off x="1626871" y="202963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35"/>
            <p:cNvSpPr/>
            <p:nvPr/>
          </p:nvSpPr>
          <p:spPr>
            <a:xfrm>
              <a:off x="1639471" y="2024598"/>
              <a:ext cx="149" cy="109"/>
            </a:xfrm>
            <a:custGeom>
              <a:rect b="b" l="l" r="r" t="t"/>
              <a:pathLst>
                <a:path extrusionOk="0" h="8" w="11">
                  <a:moveTo>
                    <a:pt x="11"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3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35"/>
            <p:cNvSpPr/>
            <p:nvPr/>
          </p:nvSpPr>
          <p:spPr>
            <a:xfrm>
              <a:off x="1627156" y="2029580"/>
              <a:ext cx="109" cy="14"/>
            </a:xfrm>
            <a:custGeom>
              <a:rect b="b" l="l" r="r" t="t"/>
              <a:pathLst>
                <a:path extrusionOk="0" h="1" w="8">
                  <a:moveTo>
                    <a:pt x="7"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35"/>
            <p:cNvSpPr/>
            <p:nvPr/>
          </p:nvSpPr>
          <p:spPr>
            <a:xfrm>
              <a:off x="1638561" y="2024258"/>
              <a:ext cx="163" cy="68"/>
            </a:xfrm>
            <a:custGeom>
              <a:rect b="b" l="l" r="r" t="t"/>
              <a:pathLst>
                <a:path extrusionOk="0" h="5" w="12">
                  <a:moveTo>
                    <a:pt x="1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35"/>
            <p:cNvSpPr/>
            <p:nvPr/>
          </p:nvSpPr>
          <p:spPr>
            <a:xfrm>
              <a:off x="1637475" y="2024122"/>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35"/>
            <p:cNvSpPr/>
            <p:nvPr/>
          </p:nvSpPr>
          <p:spPr>
            <a:xfrm>
              <a:off x="1637230" y="202412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35"/>
            <p:cNvSpPr/>
            <p:nvPr/>
          </p:nvSpPr>
          <p:spPr>
            <a:xfrm>
              <a:off x="1638235" y="2024217"/>
              <a:ext cx="149" cy="14"/>
            </a:xfrm>
            <a:custGeom>
              <a:rect b="b" l="l" r="r" t="t"/>
              <a:pathLst>
                <a:path extrusionOk="0" h="1" w="11">
                  <a:moveTo>
                    <a:pt x="11"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35"/>
            <p:cNvSpPr/>
            <p:nvPr/>
          </p:nvSpPr>
          <p:spPr>
            <a:xfrm>
              <a:off x="1639756" y="2024788"/>
              <a:ext cx="109" cy="109"/>
            </a:xfrm>
            <a:custGeom>
              <a:rect b="b" l="l" r="r" t="t"/>
              <a:pathLst>
                <a:path extrusionOk="0" h="8" w="8">
                  <a:moveTo>
                    <a:pt x="0" y="0"/>
                  </a:moveTo>
                  <a:lnTo>
                    <a:pt x="7"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35"/>
            <p:cNvSpPr/>
            <p:nvPr/>
          </p:nvSpPr>
          <p:spPr>
            <a:xfrm>
              <a:off x="1637855" y="2024163"/>
              <a:ext cx="149" cy="14"/>
            </a:xfrm>
            <a:custGeom>
              <a:rect b="b" l="l" r="r" t="t"/>
              <a:pathLst>
                <a:path extrusionOk="0" h="1" w="11">
                  <a:moveTo>
                    <a:pt x="11"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35"/>
            <p:cNvSpPr/>
            <p:nvPr/>
          </p:nvSpPr>
          <p:spPr>
            <a:xfrm>
              <a:off x="1639946" y="2025018"/>
              <a:ext cx="149" cy="163"/>
            </a:xfrm>
            <a:custGeom>
              <a:rect b="b" l="l" r="r" t="t"/>
              <a:pathLst>
                <a:path extrusionOk="0" h="12" w="11">
                  <a:moveTo>
                    <a:pt x="11"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3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3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35"/>
            <p:cNvSpPr/>
            <p:nvPr/>
          </p:nvSpPr>
          <p:spPr>
            <a:xfrm>
              <a:off x="1594502" y="2005155"/>
              <a:ext cx="109" cy="163"/>
            </a:xfrm>
            <a:custGeom>
              <a:rect b="b" l="l" r="r" t="t"/>
              <a:pathLst>
                <a:path extrusionOk="0" h="12" w="8">
                  <a:moveTo>
                    <a:pt x="0" y="1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35"/>
            <p:cNvSpPr/>
            <p:nvPr/>
          </p:nvSpPr>
          <p:spPr>
            <a:xfrm>
              <a:off x="1621019" y="2028494"/>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3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35"/>
            <p:cNvSpPr/>
            <p:nvPr/>
          </p:nvSpPr>
          <p:spPr>
            <a:xfrm>
              <a:off x="1621494" y="2028535"/>
              <a:ext cx="204" cy="14"/>
            </a:xfrm>
            <a:custGeom>
              <a:rect b="b" l="l" r="r" t="t"/>
              <a:pathLst>
                <a:path extrusionOk="0" h="1" w="15">
                  <a:moveTo>
                    <a:pt x="15"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35"/>
            <p:cNvSpPr/>
            <p:nvPr/>
          </p:nvSpPr>
          <p:spPr>
            <a:xfrm>
              <a:off x="1619878" y="2028589"/>
              <a:ext cx="353" cy="54"/>
            </a:xfrm>
            <a:custGeom>
              <a:rect b="b" l="l" r="r" t="t"/>
              <a:pathLst>
                <a:path extrusionOk="0" h="4" w="26">
                  <a:moveTo>
                    <a:pt x="25"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3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3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3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3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35"/>
            <p:cNvSpPr/>
            <p:nvPr/>
          </p:nvSpPr>
          <p:spPr>
            <a:xfrm>
              <a:off x="1622254" y="2028630"/>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35"/>
            <p:cNvSpPr/>
            <p:nvPr/>
          </p:nvSpPr>
          <p:spPr>
            <a:xfrm>
              <a:off x="1599444" y="1983621"/>
              <a:ext cx="149" cy="204"/>
            </a:xfrm>
            <a:custGeom>
              <a:rect b="b" l="l" r="r" t="t"/>
              <a:pathLst>
                <a:path extrusionOk="0" h="15" w="11">
                  <a:moveTo>
                    <a:pt x="0" y="15"/>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35"/>
            <p:cNvSpPr/>
            <p:nvPr/>
          </p:nvSpPr>
          <p:spPr>
            <a:xfrm>
              <a:off x="1591365" y="2001489"/>
              <a:ext cx="244" cy="299"/>
            </a:xfrm>
            <a:custGeom>
              <a:rect b="b" l="l" r="r" t="t"/>
              <a:pathLst>
                <a:path extrusionOk="0" h="22" w="18">
                  <a:moveTo>
                    <a:pt x="18" y="22"/>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35"/>
            <p:cNvSpPr/>
            <p:nvPr/>
          </p:nvSpPr>
          <p:spPr>
            <a:xfrm>
              <a:off x="1594067" y="2004869"/>
              <a:ext cx="258" cy="394"/>
            </a:xfrm>
            <a:custGeom>
              <a:rect b="b" l="l" r="r" t="t"/>
              <a:pathLst>
                <a:path extrusionOk="0" h="29" w="19">
                  <a:moveTo>
                    <a:pt x="18" y="29"/>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35"/>
            <p:cNvSpPr/>
            <p:nvPr/>
          </p:nvSpPr>
          <p:spPr>
            <a:xfrm>
              <a:off x="1599064" y="1984055"/>
              <a:ext cx="149" cy="204"/>
            </a:xfrm>
            <a:custGeom>
              <a:rect b="b" l="l" r="r" t="t"/>
              <a:pathLst>
                <a:path extrusionOk="0" h="15" w="11">
                  <a:moveTo>
                    <a:pt x="0" y="1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35"/>
            <p:cNvSpPr/>
            <p:nvPr/>
          </p:nvSpPr>
          <p:spPr>
            <a:xfrm>
              <a:off x="1599824" y="1983105"/>
              <a:ext cx="149" cy="204"/>
            </a:xfrm>
            <a:custGeom>
              <a:rect b="b" l="l" r="r" t="t"/>
              <a:pathLst>
                <a:path extrusionOk="0" h="15" w="11">
                  <a:moveTo>
                    <a:pt x="0" y="1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35"/>
            <p:cNvSpPr/>
            <p:nvPr/>
          </p:nvSpPr>
          <p:spPr>
            <a:xfrm>
              <a:off x="1593266" y="2003824"/>
              <a:ext cx="299" cy="394"/>
            </a:xfrm>
            <a:custGeom>
              <a:rect b="b" l="l" r="r" t="t"/>
              <a:pathLst>
                <a:path extrusionOk="0" h="29" w="22">
                  <a:moveTo>
                    <a:pt x="21" y="29"/>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35"/>
            <p:cNvSpPr/>
            <p:nvPr/>
          </p:nvSpPr>
          <p:spPr>
            <a:xfrm>
              <a:off x="1591936" y="2002154"/>
              <a:ext cx="244" cy="299"/>
            </a:xfrm>
            <a:custGeom>
              <a:rect b="b" l="l" r="r" t="t"/>
              <a:pathLst>
                <a:path extrusionOk="0" h="22" w="18">
                  <a:moveTo>
                    <a:pt x="18" y="22"/>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35"/>
            <p:cNvSpPr/>
            <p:nvPr/>
          </p:nvSpPr>
          <p:spPr>
            <a:xfrm>
              <a:off x="1590890" y="2000973"/>
              <a:ext cx="204" cy="204"/>
            </a:xfrm>
            <a:custGeom>
              <a:rect b="b" l="l" r="r" t="t"/>
              <a:pathLst>
                <a:path extrusionOk="0" h="15" w="15">
                  <a:moveTo>
                    <a:pt x="14"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35"/>
            <p:cNvSpPr/>
            <p:nvPr/>
          </p:nvSpPr>
          <p:spPr>
            <a:xfrm>
              <a:off x="1598344" y="1984815"/>
              <a:ext cx="109" cy="109"/>
            </a:xfrm>
            <a:custGeom>
              <a:rect b="b" l="l" r="r" t="t"/>
              <a:pathLst>
                <a:path extrusionOk="0" h="8" w="8">
                  <a:moveTo>
                    <a:pt x="1" y="7"/>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35"/>
            <p:cNvSpPr/>
            <p:nvPr/>
          </p:nvSpPr>
          <p:spPr>
            <a:xfrm>
              <a:off x="1592547" y="2002914"/>
              <a:ext cx="299" cy="394"/>
            </a:xfrm>
            <a:custGeom>
              <a:rect b="b" l="l" r="r" t="t"/>
              <a:pathLst>
                <a:path extrusionOk="0" h="29" w="22">
                  <a:moveTo>
                    <a:pt x="22" y="29"/>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3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35"/>
            <p:cNvSpPr/>
            <p:nvPr/>
          </p:nvSpPr>
          <p:spPr>
            <a:xfrm>
              <a:off x="1600245" y="1982534"/>
              <a:ext cx="109" cy="204"/>
            </a:xfrm>
            <a:custGeom>
              <a:rect b="b" l="l" r="r" t="t"/>
              <a:pathLst>
                <a:path extrusionOk="0" h="15" w="8">
                  <a:moveTo>
                    <a:pt x="1" y="1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35"/>
            <p:cNvSpPr/>
            <p:nvPr/>
          </p:nvSpPr>
          <p:spPr>
            <a:xfrm>
              <a:off x="1598684" y="1984476"/>
              <a:ext cx="149" cy="163"/>
            </a:xfrm>
            <a:custGeom>
              <a:rect b="b" l="l" r="r" t="t"/>
              <a:pathLst>
                <a:path extrusionOk="0" h="12" w="11">
                  <a:moveTo>
                    <a:pt x="11"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3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35"/>
            <p:cNvSpPr/>
            <p:nvPr/>
          </p:nvSpPr>
          <p:spPr>
            <a:xfrm>
              <a:off x="1590456" y="2000538"/>
              <a:ext cx="163" cy="109"/>
            </a:xfrm>
            <a:custGeom>
              <a:rect b="b" l="l" r="r" t="t"/>
              <a:pathLst>
                <a:path extrusionOk="0" h="8" w="12">
                  <a:moveTo>
                    <a:pt x="1"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35"/>
            <p:cNvSpPr/>
            <p:nvPr/>
          </p:nvSpPr>
          <p:spPr>
            <a:xfrm>
              <a:off x="1619783" y="1999968"/>
              <a:ext cx="109" cy="353"/>
            </a:xfrm>
            <a:custGeom>
              <a:rect b="b" l="l" r="r" t="t"/>
              <a:pathLst>
                <a:path extrusionOk="0" h="26" w="8">
                  <a:moveTo>
                    <a:pt x="8" y="1"/>
                  </a:moveTo>
                  <a:lnTo>
                    <a:pt x="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3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3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3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35"/>
            <p:cNvSpPr/>
            <p:nvPr/>
          </p:nvSpPr>
          <p:spPr>
            <a:xfrm>
              <a:off x="1619552" y="2000688"/>
              <a:ext cx="109" cy="299"/>
            </a:xfrm>
            <a:custGeom>
              <a:rect b="b" l="l" r="r" t="t"/>
              <a:pathLst>
                <a:path extrusionOk="0" h="22" w="8">
                  <a:moveTo>
                    <a:pt x="7" y="0"/>
                  </a:moveTo>
                  <a:lnTo>
                    <a:pt x="0"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3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35"/>
            <p:cNvSpPr/>
            <p:nvPr/>
          </p:nvSpPr>
          <p:spPr>
            <a:xfrm>
              <a:off x="1620598" y="2025073"/>
              <a:ext cx="394" cy="774"/>
            </a:xfrm>
            <a:custGeom>
              <a:rect b="b" l="l" r="r" t="t"/>
              <a:pathLst>
                <a:path extrusionOk="0" h="57" w="29">
                  <a:moveTo>
                    <a:pt x="0" y="0"/>
                  </a:moveTo>
                  <a:lnTo>
                    <a:pt x="28" y="5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3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35"/>
            <p:cNvSpPr/>
            <p:nvPr/>
          </p:nvSpPr>
          <p:spPr>
            <a:xfrm>
              <a:off x="1622118" y="2027924"/>
              <a:ext cx="339" cy="584"/>
            </a:xfrm>
            <a:custGeom>
              <a:rect b="b" l="l" r="r" t="t"/>
              <a:pathLst>
                <a:path extrusionOk="0" h="43" w="25">
                  <a:moveTo>
                    <a:pt x="0" y="0"/>
                  </a:moveTo>
                  <a:lnTo>
                    <a:pt x="25" y="4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3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35"/>
            <p:cNvSpPr/>
            <p:nvPr/>
          </p:nvSpPr>
          <p:spPr>
            <a:xfrm>
              <a:off x="1619742" y="2023403"/>
              <a:ext cx="299" cy="584"/>
            </a:xfrm>
            <a:custGeom>
              <a:rect b="b" l="l" r="r" t="t"/>
              <a:pathLst>
                <a:path extrusionOk="0" h="43" w="22">
                  <a:moveTo>
                    <a:pt x="0" y="1"/>
                  </a:moveTo>
                  <a:lnTo>
                    <a:pt x="21" y="4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35"/>
            <p:cNvSpPr/>
            <p:nvPr/>
          </p:nvSpPr>
          <p:spPr>
            <a:xfrm>
              <a:off x="1621548" y="2026879"/>
              <a:ext cx="434" cy="815"/>
            </a:xfrm>
            <a:custGeom>
              <a:rect b="b" l="l" r="r" t="t"/>
              <a:pathLst>
                <a:path extrusionOk="0" h="60" w="32">
                  <a:moveTo>
                    <a:pt x="0" y="0"/>
                  </a:moveTo>
                  <a:lnTo>
                    <a:pt x="32" y="6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35"/>
            <p:cNvSpPr/>
            <p:nvPr/>
          </p:nvSpPr>
          <p:spPr>
            <a:xfrm>
              <a:off x="1621073" y="2025928"/>
              <a:ext cx="394" cy="774"/>
            </a:xfrm>
            <a:custGeom>
              <a:rect b="b" l="l" r="r" t="t"/>
              <a:pathLst>
                <a:path extrusionOk="0" h="57" w="29">
                  <a:moveTo>
                    <a:pt x="0" y="0"/>
                  </a:moveTo>
                  <a:lnTo>
                    <a:pt x="28" y="5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35"/>
            <p:cNvSpPr/>
            <p:nvPr/>
          </p:nvSpPr>
          <p:spPr>
            <a:xfrm>
              <a:off x="1620123" y="2024122"/>
              <a:ext cx="394" cy="774"/>
            </a:xfrm>
            <a:custGeom>
              <a:rect b="b" l="l" r="r" t="t"/>
              <a:pathLst>
                <a:path extrusionOk="0" h="57" w="29">
                  <a:moveTo>
                    <a:pt x="0" y="0"/>
                  </a:moveTo>
                  <a:lnTo>
                    <a:pt x="28" y="5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3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35"/>
            <p:cNvSpPr/>
            <p:nvPr/>
          </p:nvSpPr>
          <p:spPr>
            <a:xfrm>
              <a:off x="1619457" y="2004449"/>
              <a:ext cx="14" cy="54"/>
            </a:xfrm>
            <a:custGeom>
              <a:rect b="b" l="l" r="r" t="t"/>
              <a:pathLst>
                <a:path extrusionOk="0" h="4" w="1">
                  <a:moveTo>
                    <a:pt x="0" y="4"/>
                  </a:moveTo>
                  <a:lnTo>
                    <a:pt x="0" y="0"/>
                  </a:ln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3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35"/>
            <p:cNvSpPr/>
            <p:nvPr/>
          </p:nvSpPr>
          <p:spPr>
            <a:xfrm>
              <a:off x="1659470" y="2015473"/>
              <a:ext cx="258" cy="299"/>
            </a:xfrm>
            <a:custGeom>
              <a:rect b="b" l="l" r="r" t="t"/>
              <a:pathLst>
                <a:path extrusionOk="0" h="22" w="19">
                  <a:moveTo>
                    <a:pt x="18" y="0"/>
                  </a:moveTo>
                  <a:lnTo>
                    <a:pt x="1"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35"/>
            <p:cNvSpPr/>
            <p:nvPr/>
          </p:nvSpPr>
          <p:spPr>
            <a:xfrm>
              <a:off x="1656714" y="2018936"/>
              <a:ext cx="163" cy="258"/>
            </a:xfrm>
            <a:custGeom>
              <a:rect b="b" l="l" r="r" t="t"/>
              <a:pathLst>
                <a:path extrusionOk="0" h="19" w="12">
                  <a:moveTo>
                    <a:pt x="11" y="1"/>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35"/>
            <p:cNvSpPr/>
            <p:nvPr/>
          </p:nvSpPr>
          <p:spPr>
            <a:xfrm>
              <a:off x="1660760" y="2014143"/>
              <a:ext cx="149" cy="204"/>
            </a:xfrm>
            <a:custGeom>
              <a:rect b="b" l="l" r="r" t="t"/>
              <a:pathLst>
                <a:path extrusionOk="0" h="15" w="11">
                  <a:moveTo>
                    <a:pt x="11" y="0"/>
                  </a:moveTo>
                  <a:lnTo>
                    <a:pt x="0"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35"/>
            <p:cNvSpPr/>
            <p:nvPr/>
          </p:nvSpPr>
          <p:spPr>
            <a:xfrm>
              <a:off x="1654487" y="2022412"/>
              <a:ext cx="204" cy="339"/>
            </a:xfrm>
            <a:custGeom>
              <a:rect b="b" l="l" r="r" t="t"/>
              <a:pathLst>
                <a:path extrusionOk="0" h="25" w="15">
                  <a:moveTo>
                    <a:pt x="14" y="0"/>
                  </a:moveTo>
                  <a:lnTo>
                    <a:pt x="0"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35"/>
            <p:cNvSpPr/>
            <p:nvPr/>
          </p:nvSpPr>
          <p:spPr>
            <a:xfrm>
              <a:off x="1660095" y="2014808"/>
              <a:ext cx="244" cy="244"/>
            </a:xfrm>
            <a:custGeom>
              <a:rect b="b" l="l" r="r" t="t"/>
              <a:pathLst>
                <a:path extrusionOk="0" h="18" w="18">
                  <a:moveTo>
                    <a:pt x="18" y="0"/>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35"/>
            <p:cNvSpPr/>
            <p:nvPr/>
          </p:nvSpPr>
          <p:spPr>
            <a:xfrm>
              <a:off x="1655478" y="2020646"/>
              <a:ext cx="204" cy="394"/>
            </a:xfrm>
            <a:custGeom>
              <a:rect b="b" l="l" r="r" t="t"/>
              <a:pathLst>
                <a:path extrusionOk="0" h="29" w="15">
                  <a:moveTo>
                    <a:pt x="15" y="1"/>
                  </a:moveTo>
                  <a:lnTo>
                    <a:pt x="1"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35"/>
            <p:cNvSpPr/>
            <p:nvPr/>
          </p:nvSpPr>
          <p:spPr>
            <a:xfrm>
              <a:off x="1654962" y="2021556"/>
              <a:ext cx="204" cy="339"/>
            </a:xfrm>
            <a:custGeom>
              <a:rect b="b" l="l" r="r" t="t"/>
              <a:pathLst>
                <a:path extrusionOk="0" h="25" w="15">
                  <a:moveTo>
                    <a:pt x="14" y="0"/>
                  </a:moveTo>
                  <a:lnTo>
                    <a:pt x="0"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35"/>
            <p:cNvSpPr/>
            <p:nvPr/>
          </p:nvSpPr>
          <p:spPr>
            <a:xfrm>
              <a:off x="1656049" y="2019791"/>
              <a:ext cx="258" cy="353"/>
            </a:xfrm>
            <a:custGeom>
              <a:rect b="b" l="l" r="r" t="t"/>
              <a:pathLst>
                <a:path extrusionOk="0" h="26" w="19">
                  <a:moveTo>
                    <a:pt x="18" y="1"/>
                  </a:moveTo>
                  <a:lnTo>
                    <a:pt x="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3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35"/>
            <p:cNvSpPr/>
            <p:nvPr/>
          </p:nvSpPr>
          <p:spPr>
            <a:xfrm>
              <a:off x="1658194" y="2017035"/>
              <a:ext cx="204" cy="258"/>
            </a:xfrm>
            <a:custGeom>
              <a:rect b="b" l="l" r="r" t="t"/>
              <a:pathLst>
                <a:path extrusionOk="0" h="19" w="15">
                  <a:moveTo>
                    <a:pt x="14"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35"/>
            <p:cNvSpPr/>
            <p:nvPr/>
          </p:nvSpPr>
          <p:spPr>
            <a:xfrm>
              <a:off x="1645268" y="2027395"/>
              <a:ext cx="489" cy="109"/>
            </a:xfrm>
            <a:custGeom>
              <a:rect b="b" l="l" r="r" t="t"/>
              <a:pathLst>
                <a:path extrusionOk="0" h="8" w="36">
                  <a:moveTo>
                    <a:pt x="35"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35"/>
            <p:cNvSpPr/>
            <p:nvPr/>
          </p:nvSpPr>
          <p:spPr>
            <a:xfrm>
              <a:off x="1658859" y="2016234"/>
              <a:ext cx="244" cy="299"/>
            </a:xfrm>
            <a:custGeom>
              <a:rect b="b" l="l" r="r" t="t"/>
              <a:pathLst>
                <a:path extrusionOk="0" h="22" w="18">
                  <a:moveTo>
                    <a:pt x="18" y="0"/>
                  </a:moveTo>
                  <a:lnTo>
                    <a:pt x="0"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35"/>
            <p:cNvSpPr/>
            <p:nvPr/>
          </p:nvSpPr>
          <p:spPr>
            <a:xfrm>
              <a:off x="1661371" y="2013613"/>
              <a:ext cx="109" cy="109"/>
            </a:xfrm>
            <a:custGeom>
              <a:rect b="b" l="l" r="r" t="t"/>
              <a:pathLst>
                <a:path extrusionOk="0" h="8" w="8">
                  <a:moveTo>
                    <a:pt x="8"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3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3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35"/>
            <p:cNvSpPr/>
            <p:nvPr/>
          </p:nvSpPr>
          <p:spPr>
            <a:xfrm>
              <a:off x="1643123" y="2023688"/>
              <a:ext cx="68" cy="163"/>
            </a:xfrm>
            <a:custGeom>
              <a:rect b="b" l="l" r="r" t="t"/>
              <a:pathLst>
                <a:path extrusionOk="0" h="12" w="5">
                  <a:moveTo>
                    <a:pt x="1" y="1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35"/>
            <p:cNvSpPr/>
            <p:nvPr/>
          </p:nvSpPr>
          <p:spPr>
            <a:xfrm>
              <a:off x="1643082" y="2023837"/>
              <a:ext cx="54" cy="54"/>
            </a:xfrm>
            <a:custGeom>
              <a:rect b="b" l="l" r="r" t="t"/>
              <a:pathLst>
                <a:path extrusionOk="0" h="4" w="4">
                  <a:moveTo>
                    <a:pt x="0" y="4"/>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3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35"/>
            <p:cNvSpPr/>
            <p:nvPr/>
          </p:nvSpPr>
          <p:spPr>
            <a:xfrm>
              <a:off x="1644128" y="2004353"/>
              <a:ext cx="14" cy="54"/>
            </a:xfrm>
            <a:custGeom>
              <a:rect b="b" l="l" r="r" t="t"/>
              <a:pathLst>
                <a:path extrusionOk="0" h="4" w="1">
                  <a:moveTo>
                    <a:pt x="0"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35"/>
            <p:cNvSpPr/>
            <p:nvPr/>
          </p:nvSpPr>
          <p:spPr>
            <a:xfrm>
              <a:off x="1644358" y="2003783"/>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35"/>
            <p:cNvSpPr/>
            <p:nvPr/>
          </p:nvSpPr>
          <p:spPr>
            <a:xfrm>
              <a:off x="1644834" y="2002059"/>
              <a:ext cx="109" cy="258"/>
            </a:xfrm>
            <a:custGeom>
              <a:rect b="b" l="l" r="r" t="t"/>
              <a:pathLst>
                <a:path extrusionOk="0" h="19" w="8">
                  <a:moveTo>
                    <a:pt x="1" y="1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35"/>
            <p:cNvSpPr/>
            <p:nvPr/>
          </p:nvSpPr>
          <p:spPr>
            <a:xfrm>
              <a:off x="1644033" y="2004544"/>
              <a:ext cx="14" cy="54"/>
            </a:xfrm>
            <a:custGeom>
              <a:rect b="b" l="l" r="r" t="t"/>
              <a:pathLst>
                <a:path extrusionOk="0" h="4" w="1">
                  <a:moveTo>
                    <a:pt x="0"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35"/>
            <p:cNvSpPr/>
            <p:nvPr/>
          </p:nvSpPr>
          <p:spPr>
            <a:xfrm>
              <a:off x="1643028" y="2023878"/>
              <a:ext cx="68" cy="109"/>
            </a:xfrm>
            <a:custGeom>
              <a:rect b="b" l="l" r="r" t="t"/>
              <a:pathLst>
                <a:path extrusionOk="0" h="8" w="5">
                  <a:moveTo>
                    <a:pt x="1"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35"/>
            <p:cNvSpPr/>
            <p:nvPr/>
          </p:nvSpPr>
          <p:spPr>
            <a:xfrm>
              <a:off x="1643693" y="2005114"/>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35"/>
            <p:cNvSpPr/>
            <p:nvPr/>
          </p:nvSpPr>
          <p:spPr>
            <a:xfrm>
              <a:off x="1644453" y="2003389"/>
              <a:ext cx="68" cy="109"/>
            </a:xfrm>
            <a:custGeom>
              <a:rect b="b" l="l" r="r" t="t"/>
              <a:pathLst>
                <a:path extrusionOk="0" h="8" w="5">
                  <a:moveTo>
                    <a:pt x="1"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35"/>
            <p:cNvSpPr/>
            <p:nvPr/>
          </p:nvSpPr>
          <p:spPr>
            <a:xfrm>
              <a:off x="1642607" y="2024598"/>
              <a:ext cx="54" cy="109"/>
            </a:xfrm>
            <a:custGeom>
              <a:rect b="b" l="l" r="r" t="t"/>
              <a:pathLst>
                <a:path extrusionOk="0" h="8" w="4">
                  <a:moveTo>
                    <a:pt x="0"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35"/>
            <p:cNvSpPr/>
            <p:nvPr/>
          </p:nvSpPr>
          <p:spPr>
            <a:xfrm>
              <a:off x="1642987" y="2024027"/>
              <a:ext cx="54" cy="54"/>
            </a:xfrm>
            <a:custGeom>
              <a:rect b="b" l="l" r="r" t="t"/>
              <a:pathLst>
                <a:path extrusionOk="0" h="4" w="4">
                  <a:moveTo>
                    <a:pt x="0" y="4"/>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35"/>
            <p:cNvSpPr/>
            <p:nvPr/>
          </p:nvSpPr>
          <p:spPr>
            <a:xfrm>
              <a:off x="1642702" y="2024407"/>
              <a:ext cx="109" cy="109"/>
            </a:xfrm>
            <a:custGeom>
              <a:rect b="b" l="l" r="r" t="t"/>
              <a:pathLst>
                <a:path extrusionOk="0" h="8" w="8">
                  <a:moveTo>
                    <a:pt x="0" y="7"/>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35"/>
            <p:cNvSpPr/>
            <p:nvPr/>
          </p:nvSpPr>
          <p:spPr>
            <a:xfrm>
              <a:off x="1643652" y="2005209"/>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35"/>
            <p:cNvSpPr/>
            <p:nvPr/>
          </p:nvSpPr>
          <p:spPr>
            <a:xfrm>
              <a:off x="1642838" y="2024258"/>
              <a:ext cx="68" cy="109"/>
            </a:xfrm>
            <a:custGeom>
              <a:rect b="b" l="l" r="r" t="t"/>
              <a:pathLst>
                <a:path extrusionOk="0" h="8" w="5">
                  <a:moveTo>
                    <a:pt x="1"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3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35"/>
            <p:cNvSpPr/>
            <p:nvPr/>
          </p:nvSpPr>
          <p:spPr>
            <a:xfrm>
              <a:off x="1644698" y="2002588"/>
              <a:ext cx="109" cy="204"/>
            </a:xfrm>
            <a:custGeom>
              <a:rect b="b" l="l" r="r" t="t"/>
              <a:pathLst>
                <a:path extrusionOk="0" h="15" w="8">
                  <a:moveTo>
                    <a:pt x="0" y="14"/>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35"/>
            <p:cNvSpPr/>
            <p:nvPr/>
          </p:nvSpPr>
          <p:spPr>
            <a:xfrm>
              <a:off x="1643937" y="2004734"/>
              <a:ext cx="14" cy="54"/>
            </a:xfrm>
            <a:custGeom>
              <a:rect b="b" l="l" r="r" t="t"/>
              <a:pathLst>
                <a:path extrusionOk="0" h="4" w="1">
                  <a:moveTo>
                    <a:pt x="0"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35"/>
            <p:cNvSpPr/>
            <p:nvPr/>
          </p:nvSpPr>
          <p:spPr>
            <a:xfrm>
              <a:off x="1642267" y="202520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35"/>
            <p:cNvSpPr/>
            <p:nvPr/>
          </p:nvSpPr>
          <p:spPr>
            <a:xfrm>
              <a:off x="1644603" y="2003009"/>
              <a:ext cx="54" cy="163"/>
            </a:xfrm>
            <a:custGeom>
              <a:rect b="b" l="l" r="r" t="t"/>
              <a:pathLst>
                <a:path extrusionOk="0" h="12" w="4">
                  <a:moveTo>
                    <a:pt x="0" y="1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35"/>
            <p:cNvSpPr/>
            <p:nvPr/>
          </p:nvSpPr>
          <p:spPr>
            <a:xfrm>
              <a:off x="1642892" y="2024122"/>
              <a:ext cx="109" cy="109"/>
            </a:xfrm>
            <a:custGeom>
              <a:rect b="b" l="l" r="r" t="t"/>
              <a:pathLst>
                <a:path extrusionOk="0" h="8" w="8">
                  <a:moveTo>
                    <a:pt x="0" y="7"/>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35"/>
            <p:cNvSpPr/>
            <p:nvPr/>
          </p:nvSpPr>
          <p:spPr>
            <a:xfrm>
              <a:off x="1643598" y="2005250"/>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35"/>
            <p:cNvSpPr/>
            <p:nvPr/>
          </p:nvSpPr>
          <p:spPr>
            <a:xfrm>
              <a:off x="1643842" y="2004869"/>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35"/>
            <p:cNvSpPr/>
            <p:nvPr/>
          </p:nvSpPr>
          <p:spPr>
            <a:xfrm>
              <a:off x="1642458" y="2024883"/>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35"/>
            <p:cNvSpPr/>
            <p:nvPr/>
          </p:nvSpPr>
          <p:spPr>
            <a:xfrm>
              <a:off x="1643747" y="2004964"/>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3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35"/>
            <p:cNvSpPr/>
            <p:nvPr/>
          </p:nvSpPr>
          <p:spPr>
            <a:xfrm>
              <a:off x="1460410" y="1905007"/>
              <a:ext cx="815" cy="434"/>
            </a:xfrm>
            <a:custGeom>
              <a:rect b="b" l="l" r="r" t="t"/>
              <a:pathLst>
                <a:path extrusionOk="0" h="32" w="60">
                  <a:moveTo>
                    <a:pt x="56" y="0"/>
                  </a:moveTo>
                  <a:lnTo>
                    <a:pt x="0" y="32"/>
                  </a:lnTo>
                  <a:lnTo>
                    <a:pt x="0" y="32"/>
                  </a:lnTo>
                  <a:lnTo>
                    <a:pt x="6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3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3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3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3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3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35"/>
            <p:cNvSpPr/>
            <p:nvPr/>
          </p:nvSpPr>
          <p:spPr>
            <a:xfrm>
              <a:off x="1464633" y="2038813"/>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35"/>
            <p:cNvSpPr/>
            <p:nvPr/>
          </p:nvSpPr>
          <p:spPr>
            <a:xfrm>
              <a:off x="1462501" y="2038053"/>
              <a:ext cx="149" cy="109"/>
            </a:xfrm>
            <a:custGeom>
              <a:rect b="b" l="l" r="r" t="t"/>
              <a:pathLst>
                <a:path extrusionOk="0" h="8" w="11">
                  <a:moveTo>
                    <a:pt x="0" y="0"/>
                  </a:moveTo>
                  <a:lnTo>
                    <a:pt x="1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3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35"/>
            <p:cNvSpPr/>
            <p:nvPr/>
          </p:nvSpPr>
          <p:spPr>
            <a:xfrm>
              <a:off x="1463112" y="2038338"/>
              <a:ext cx="204" cy="54"/>
            </a:xfrm>
            <a:custGeom>
              <a:rect b="b" l="l" r="r" t="t"/>
              <a:pathLst>
                <a:path extrusionOk="0" h="4" w="15">
                  <a:moveTo>
                    <a:pt x="1" y="0"/>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35"/>
            <p:cNvSpPr/>
            <p:nvPr/>
          </p:nvSpPr>
          <p:spPr>
            <a:xfrm>
              <a:off x="1464158" y="2038718"/>
              <a:ext cx="204" cy="54"/>
            </a:xfrm>
            <a:custGeom>
              <a:rect b="b" l="l" r="r" t="t"/>
              <a:pathLst>
                <a:path extrusionOk="0" h="4" w="15">
                  <a:moveTo>
                    <a:pt x="1" y="0"/>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35"/>
            <p:cNvSpPr/>
            <p:nvPr/>
          </p:nvSpPr>
          <p:spPr>
            <a:xfrm>
              <a:off x="1463642" y="2038569"/>
              <a:ext cx="204" cy="68"/>
            </a:xfrm>
            <a:custGeom>
              <a:rect b="b" l="l" r="r" t="t"/>
              <a:pathLst>
                <a:path extrusionOk="0" h="5" w="15">
                  <a:moveTo>
                    <a:pt x="0" y="1"/>
                  </a:moveTo>
                  <a:lnTo>
                    <a:pt x="1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35"/>
            <p:cNvSpPr/>
            <p:nvPr/>
          </p:nvSpPr>
          <p:spPr>
            <a:xfrm>
              <a:off x="1478048" y="2043891"/>
              <a:ext cx="149" cy="163"/>
            </a:xfrm>
            <a:custGeom>
              <a:rect b="b" l="l" r="r" t="t"/>
              <a:pathLst>
                <a:path extrusionOk="0" h="12" w="11">
                  <a:moveTo>
                    <a:pt x="0" y="1"/>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3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35"/>
            <p:cNvSpPr/>
            <p:nvPr/>
          </p:nvSpPr>
          <p:spPr>
            <a:xfrm>
              <a:off x="1459026" y="2036152"/>
              <a:ext cx="204" cy="109"/>
            </a:xfrm>
            <a:custGeom>
              <a:rect b="b" l="l" r="r" t="t"/>
              <a:pathLst>
                <a:path extrusionOk="0" h="8" w="15">
                  <a:moveTo>
                    <a:pt x="1" y="0"/>
                  </a:moveTo>
                  <a:lnTo>
                    <a:pt x="15"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35"/>
            <p:cNvSpPr/>
            <p:nvPr/>
          </p:nvSpPr>
          <p:spPr>
            <a:xfrm>
              <a:off x="1457559" y="2035147"/>
              <a:ext cx="244" cy="163"/>
            </a:xfrm>
            <a:custGeom>
              <a:rect b="b" l="l" r="r" t="t"/>
              <a:pathLst>
                <a:path extrusionOk="0" h="12" w="18">
                  <a:moveTo>
                    <a:pt x="0" y="1"/>
                  </a:moveTo>
                  <a:lnTo>
                    <a:pt x="1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35"/>
            <p:cNvSpPr/>
            <p:nvPr/>
          </p:nvSpPr>
          <p:spPr>
            <a:xfrm>
              <a:off x="1458265" y="2035622"/>
              <a:ext cx="163" cy="109"/>
            </a:xfrm>
            <a:custGeom>
              <a:rect b="b" l="l" r="r" t="t"/>
              <a:pathLst>
                <a:path extrusionOk="0" h="8" w="12">
                  <a:moveTo>
                    <a:pt x="1"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35"/>
            <p:cNvSpPr/>
            <p:nvPr/>
          </p:nvSpPr>
          <p:spPr>
            <a:xfrm>
              <a:off x="1477192" y="2043090"/>
              <a:ext cx="434" cy="394"/>
            </a:xfrm>
            <a:custGeom>
              <a:rect b="b" l="l" r="r" t="t"/>
              <a:pathLst>
                <a:path extrusionOk="0" h="29" w="32">
                  <a:moveTo>
                    <a:pt x="0" y="0"/>
                  </a:moveTo>
                  <a:lnTo>
                    <a:pt x="32"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35"/>
            <p:cNvSpPr/>
            <p:nvPr/>
          </p:nvSpPr>
          <p:spPr>
            <a:xfrm>
              <a:off x="1460356" y="2036912"/>
              <a:ext cx="258" cy="204"/>
            </a:xfrm>
            <a:custGeom>
              <a:rect b="b" l="l" r="r" t="t"/>
              <a:pathLst>
                <a:path extrusionOk="0" h="15" w="19">
                  <a:moveTo>
                    <a:pt x="1" y="0"/>
                  </a:moveTo>
                  <a:lnTo>
                    <a:pt x="18"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35"/>
            <p:cNvSpPr/>
            <p:nvPr/>
          </p:nvSpPr>
          <p:spPr>
            <a:xfrm>
              <a:off x="1456935" y="2034726"/>
              <a:ext cx="258" cy="204"/>
            </a:xfrm>
            <a:custGeom>
              <a:rect b="b" l="l" r="r" t="t"/>
              <a:pathLst>
                <a:path extrusionOk="0" h="15" w="19">
                  <a:moveTo>
                    <a:pt x="1" y="0"/>
                  </a:moveTo>
                  <a:lnTo>
                    <a:pt x="18"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35"/>
            <p:cNvSpPr/>
            <p:nvPr/>
          </p:nvSpPr>
          <p:spPr>
            <a:xfrm>
              <a:off x="1459691" y="2036532"/>
              <a:ext cx="258" cy="149"/>
            </a:xfrm>
            <a:custGeom>
              <a:rect b="b" l="l" r="r" t="t"/>
              <a:pathLst>
                <a:path extrusionOk="0" h="11" w="19">
                  <a:moveTo>
                    <a:pt x="1" y="0"/>
                  </a:moveTo>
                  <a:lnTo>
                    <a:pt x="1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35"/>
            <p:cNvSpPr/>
            <p:nvPr/>
          </p:nvSpPr>
          <p:spPr>
            <a:xfrm>
              <a:off x="1461021" y="2037293"/>
              <a:ext cx="258" cy="149"/>
            </a:xfrm>
            <a:custGeom>
              <a:rect b="b" l="l" r="r" t="t"/>
              <a:pathLst>
                <a:path extrusionOk="0" h="11" w="19">
                  <a:moveTo>
                    <a:pt x="1" y="0"/>
                  </a:moveTo>
                  <a:lnTo>
                    <a:pt x="1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35"/>
            <p:cNvSpPr/>
            <p:nvPr/>
          </p:nvSpPr>
          <p:spPr>
            <a:xfrm>
              <a:off x="1461687" y="2037673"/>
              <a:ext cx="204" cy="109"/>
            </a:xfrm>
            <a:custGeom>
              <a:rect b="b" l="l" r="r" t="t"/>
              <a:pathLst>
                <a:path extrusionOk="0" h="8" w="15">
                  <a:moveTo>
                    <a:pt x="1" y="0"/>
                  </a:moveTo>
                  <a:lnTo>
                    <a:pt x="15"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3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3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35"/>
            <p:cNvSpPr/>
            <p:nvPr/>
          </p:nvSpPr>
          <p:spPr>
            <a:xfrm>
              <a:off x="1449100" y="2076925"/>
              <a:ext cx="530" cy="109"/>
            </a:xfrm>
            <a:custGeom>
              <a:rect b="b" l="l" r="r" t="t"/>
              <a:pathLst>
                <a:path extrusionOk="0" h="8" w="39">
                  <a:moveTo>
                    <a:pt x="39"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35"/>
            <p:cNvSpPr/>
            <p:nvPr/>
          </p:nvSpPr>
          <p:spPr>
            <a:xfrm>
              <a:off x="1446724" y="2070462"/>
              <a:ext cx="149" cy="204"/>
            </a:xfrm>
            <a:custGeom>
              <a:rect b="b" l="l" r="r" t="t"/>
              <a:pathLst>
                <a:path extrusionOk="0" h="15" w="11">
                  <a:moveTo>
                    <a:pt x="11"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35"/>
            <p:cNvSpPr/>
            <p:nvPr/>
          </p:nvSpPr>
          <p:spPr>
            <a:xfrm>
              <a:off x="1451897" y="2077400"/>
              <a:ext cx="258" cy="204"/>
            </a:xfrm>
            <a:custGeom>
              <a:rect b="b" l="l" r="r" t="t"/>
              <a:pathLst>
                <a:path extrusionOk="0" h="15" w="19">
                  <a:moveTo>
                    <a:pt x="18"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3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35"/>
            <p:cNvSpPr/>
            <p:nvPr/>
          </p:nvSpPr>
          <p:spPr>
            <a:xfrm>
              <a:off x="1447104" y="2071087"/>
              <a:ext cx="109" cy="204"/>
            </a:xfrm>
            <a:custGeom>
              <a:rect b="b" l="l" r="r" t="t"/>
              <a:pathLst>
                <a:path extrusionOk="0" h="15" w="8">
                  <a:moveTo>
                    <a:pt x="7"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35"/>
            <p:cNvSpPr/>
            <p:nvPr/>
          </p:nvSpPr>
          <p:spPr>
            <a:xfrm>
              <a:off x="1447580" y="2072933"/>
              <a:ext cx="14" cy="204"/>
            </a:xfrm>
            <a:custGeom>
              <a:rect b="b" l="l" r="r" t="t"/>
              <a:pathLst>
                <a:path extrusionOk="0" h="15" w="1">
                  <a:moveTo>
                    <a:pt x="0"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35"/>
            <p:cNvSpPr/>
            <p:nvPr/>
          </p:nvSpPr>
          <p:spPr>
            <a:xfrm>
              <a:off x="1482705" y="2049974"/>
              <a:ext cx="54" cy="68"/>
            </a:xfrm>
            <a:custGeom>
              <a:rect b="b" l="l" r="r" t="t"/>
              <a:pathLst>
                <a:path extrusionOk="0" h="5" w="4">
                  <a:moveTo>
                    <a:pt x="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3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35"/>
            <p:cNvSpPr/>
            <p:nvPr/>
          </p:nvSpPr>
          <p:spPr>
            <a:xfrm>
              <a:off x="1482460" y="2050313"/>
              <a:ext cx="68" cy="54"/>
            </a:xfrm>
            <a:custGeom>
              <a:rect b="b" l="l" r="r" t="t"/>
              <a:pathLst>
                <a:path extrusionOk="0" h="4" w="5">
                  <a:moveTo>
                    <a:pt x="4"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35"/>
            <p:cNvSpPr/>
            <p:nvPr/>
          </p:nvSpPr>
          <p:spPr>
            <a:xfrm>
              <a:off x="1482610" y="2050123"/>
              <a:ext cx="54" cy="109"/>
            </a:xfrm>
            <a:custGeom>
              <a:rect b="b" l="l" r="r" t="t"/>
              <a:pathLst>
                <a:path extrusionOk="0" h="8" w="4">
                  <a:moveTo>
                    <a:pt x="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3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3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3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35"/>
            <p:cNvSpPr/>
            <p:nvPr/>
          </p:nvSpPr>
          <p:spPr>
            <a:xfrm>
              <a:off x="1450947" y="2076980"/>
              <a:ext cx="204" cy="54"/>
            </a:xfrm>
            <a:custGeom>
              <a:rect b="b" l="l" r="r" t="t"/>
              <a:pathLst>
                <a:path extrusionOk="0" h="4" w="15">
                  <a:moveTo>
                    <a:pt x="15"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35"/>
            <p:cNvSpPr/>
            <p:nvPr/>
          </p:nvSpPr>
          <p:spPr>
            <a:xfrm>
              <a:off x="1452237" y="2077645"/>
              <a:ext cx="204" cy="244"/>
            </a:xfrm>
            <a:custGeom>
              <a:rect b="b" l="l" r="r" t="t"/>
              <a:pathLst>
                <a:path extrusionOk="0" h="18" w="15">
                  <a:moveTo>
                    <a:pt x="0" y="0"/>
                  </a:moveTo>
                  <a:lnTo>
                    <a:pt x="14"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3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35"/>
            <p:cNvSpPr/>
            <p:nvPr/>
          </p:nvSpPr>
          <p:spPr>
            <a:xfrm>
              <a:off x="1450621" y="2076884"/>
              <a:ext cx="244" cy="54"/>
            </a:xfrm>
            <a:custGeom>
              <a:rect b="b" l="l" r="r" t="t"/>
              <a:pathLst>
                <a:path extrusionOk="0" h="4" w="18">
                  <a:moveTo>
                    <a:pt x="18"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35"/>
            <p:cNvSpPr/>
            <p:nvPr/>
          </p:nvSpPr>
          <p:spPr>
            <a:xfrm>
              <a:off x="1451286" y="2077075"/>
              <a:ext cx="204" cy="54"/>
            </a:xfrm>
            <a:custGeom>
              <a:rect b="b" l="l" r="r" t="t"/>
              <a:pathLst>
                <a:path extrusionOk="0" h="4" w="15">
                  <a:moveTo>
                    <a:pt x="14"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35"/>
            <p:cNvSpPr/>
            <p:nvPr/>
          </p:nvSpPr>
          <p:spPr>
            <a:xfrm>
              <a:off x="1450336" y="2076884"/>
              <a:ext cx="204" cy="14"/>
            </a:xfrm>
            <a:custGeom>
              <a:rect b="b" l="l" r="r" t="t"/>
              <a:pathLst>
                <a:path extrusionOk="0" h="1" w="15">
                  <a:moveTo>
                    <a:pt x="0" y="0"/>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35"/>
            <p:cNvSpPr/>
            <p:nvPr/>
          </p:nvSpPr>
          <p:spPr>
            <a:xfrm>
              <a:off x="1447580" y="2072417"/>
              <a:ext cx="14" cy="149"/>
            </a:xfrm>
            <a:custGeom>
              <a:rect b="b" l="l" r="r" t="t"/>
              <a:pathLst>
                <a:path extrusionOk="0" h="11" w="1">
                  <a:moveTo>
                    <a:pt x="0"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35"/>
            <p:cNvSpPr/>
            <p:nvPr/>
          </p:nvSpPr>
          <p:spPr>
            <a:xfrm>
              <a:off x="1480899" y="2047082"/>
              <a:ext cx="339" cy="339"/>
            </a:xfrm>
            <a:custGeom>
              <a:rect b="b" l="l" r="r" t="t"/>
              <a:pathLst>
                <a:path extrusionOk="0" h="25" w="25">
                  <a:moveTo>
                    <a:pt x="0" y="0"/>
                  </a:moveTo>
                  <a:lnTo>
                    <a:pt x="25"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35"/>
            <p:cNvSpPr/>
            <p:nvPr/>
          </p:nvSpPr>
          <p:spPr>
            <a:xfrm>
              <a:off x="1479989" y="2046077"/>
              <a:ext cx="299" cy="299"/>
            </a:xfrm>
            <a:custGeom>
              <a:rect b="b" l="l" r="r" t="t"/>
              <a:pathLst>
                <a:path extrusionOk="0" h="22" w="22">
                  <a:moveTo>
                    <a:pt x="8" y="4"/>
                  </a:moveTo>
                  <a:lnTo>
                    <a:pt x="1" y="1"/>
                  </a:lnTo>
                  <a:lnTo>
                    <a:pt x="8" y="4"/>
                  </a:lnTo>
                  <a:lnTo>
                    <a:pt x="22"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3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3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3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3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3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3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3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3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3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3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3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3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3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3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3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3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3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3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3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3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3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3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3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3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3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3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3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3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3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3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3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3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3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3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3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3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3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3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3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3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accen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3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3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3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3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3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35"/>
            <p:cNvSpPr/>
            <p:nvPr/>
          </p:nvSpPr>
          <p:spPr>
            <a:xfrm>
              <a:off x="1173314" y="1789354"/>
              <a:ext cx="16741" cy="2254"/>
            </a:xfrm>
            <a:custGeom>
              <a:rect b="b" l="l" r="r" t="t"/>
              <a:pathLst>
                <a:path extrusionOk="0" h="166" w="1233">
                  <a:moveTo>
                    <a:pt x="0" y="165"/>
                  </a:moveTo>
                  <a:lnTo>
                    <a:pt x="1233"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3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35"/>
            <p:cNvSpPr/>
            <p:nvPr/>
          </p:nvSpPr>
          <p:spPr>
            <a:xfrm>
              <a:off x="1318906" y="1844641"/>
              <a:ext cx="339" cy="149"/>
            </a:xfrm>
            <a:custGeom>
              <a:rect b="b" l="l" r="r" t="t"/>
              <a:pathLst>
                <a:path extrusionOk="0" h="11" w="25">
                  <a:moveTo>
                    <a:pt x="25"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35"/>
            <p:cNvSpPr/>
            <p:nvPr/>
          </p:nvSpPr>
          <p:spPr>
            <a:xfrm>
              <a:off x="1317765" y="1844302"/>
              <a:ext cx="299" cy="68"/>
            </a:xfrm>
            <a:custGeom>
              <a:rect b="b" l="l" r="r" t="t"/>
              <a:pathLst>
                <a:path extrusionOk="0" h="5" w="22">
                  <a:moveTo>
                    <a:pt x="21"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3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35"/>
            <p:cNvSpPr/>
            <p:nvPr/>
          </p:nvSpPr>
          <p:spPr>
            <a:xfrm>
              <a:off x="1252838" y="1797147"/>
              <a:ext cx="244" cy="258"/>
            </a:xfrm>
            <a:custGeom>
              <a:rect b="b" l="l" r="r" t="t"/>
              <a:pathLst>
                <a:path extrusionOk="0" h="19" w="18">
                  <a:moveTo>
                    <a:pt x="0" y="1"/>
                  </a:moveTo>
                  <a:lnTo>
                    <a:pt x="1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35"/>
            <p:cNvSpPr/>
            <p:nvPr/>
          </p:nvSpPr>
          <p:spPr>
            <a:xfrm>
              <a:off x="1318240" y="1844397"/>
              <a:ext cx="299" cy="109"/>
            </a:xfrm>
            <a:custGeom>
              <a:rect b="b" l="l" r="r" t="t"/>
              <a:pathLst>
                <a:path extrusionOk="0" h="8" w="22">
                  <a:moveTo>
                    <a:pt x="21"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3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35"/>
            <p:cNvSpPr/>
            <p:nvPr/>
          </p:nvSpPr>
          <p:spPr>
            <a:xfrm>
              <a:off x="1122833" y="165189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35"/>
            <p:cNvSpPr/>
            <p:nvPr/>
          </p:nvSpPr>
          <p:spPr>
            <a:xfrm>
              <a:off x="1124734" y="1651746"/>
              <a:ext cx="530" cy="68"/>
            </a:xfrm>
            <a:custGeom>
              <a:rect b="b" l="l" r="r" t="t"/>
              <a:pathLst>
                <a:path extrusionOk="0" h="5" w="39">
                  <a:moveTo>
                    <a:pt x="0" y="4"/>
                  </a:moveTo>
                  <a:lnTo>
                    <a:pt x="3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35"/>
            <p:cNvSpPr/>
            <p:nvPr/>
          </p:nvSpPr>
          <p:spPr>
            <a:xfrm>
              <a:off x="1125969" y="1651556"/>
              <a:ext cx="489" cy="109"/>
            </a:xfrm>
            <a:custGeom>
              <a:rect b="b" l="l" r="r" t="t"/>
              <a:pathLst>
                <a:path extrusionOk="0" h="8" w="36">
                  <a:moveTo>
                    <a:pt x="0" y="8"/>
                  </a:moveTo>
                  <a:lnTo>
                    <a:pt x="3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35"/>
            <p:cNvSpPr/>
            <p:nvPr/>
          </p:nvSpPr>
          <p:spPr>
            <a:xfrm>
              <a:off x="1117076" y="1651515"/>
              <a:ext cx="448" cy="54"/>
            </a:xfrm>
            <a:custGeom>
              <a:rect b="b" l="l" r="r" t="t"/>
              <a:pathLst>
                <a:path extrusionOk="0" h="4" w="33">
                  <a:moveTo>
                    <a:pt x="1" y="0"/>
                  </a:moveTo>
                  <a:lnTo>
                    <a:pt x="32"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35"/>
            <p:cNvSpPr/>
            <p:nvPr/>
          </p:nvSpPr>
          <p:spPr>
            <a:xfrm>
              <a:off x="1120783" y="1651841"/>
              <a:ext cx="394" cy="14"/>
            </a:xfrm>
            <a:custGeom>
              <a:rect b="b" l="l" r="r" t="t"/>
              <a:pathLst>
                <a:path extrusionOk="0" h="1" w="29">
                  <a:moveTo>
                    <a:pt x="1" y="1"/>
                  </a:move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35"/>
            <p:cNvSpPr/>
            <p:nvPr/>
          </p:nvSpPr>
          <p:spPr>
            <a:xfrm>
              <a:off x="1123539" y="1651895"/>
              <a:ext cx="543" cy="14"/>
            </a:xfrm>
            <a:custGeom>
              <a:rect b="b" l="l" r="r" t="t"/>
              <a:pathLst>
                <a:path extrusionOk="0" h="1" w="40">
                  <a:moveTo>
                    <a:pt x="1" y="0"/>
                  </a:moveTo>
                  <a:lnTo>
                    <a:pt x="3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35"/>
            <p:cNvSpPr/>
            <p:nvPr/>
          </p:nvSpPr>
          <p:spPr>
            <a:xfrm>
              <a:off x="1119072" y="1651705"/>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35"/>
            <p:cNvSpPr/>
            <p:nvPr/>
          </p:nvSpPr>
          <p:spPr>
            <a:xfrm>
              <a:off x="1543206" y="1679322"/>
              <a:ext cx="258" cy="434"/>
            </a:xfrm>
            <a:custGeom>
              <a:rect b="b" l="l" r="r" t="t"/>
              <a:pathLst>
                <a:path extrusionOk="0" h="32" w="19">
                  <a:moveTo>
                    <a:pt x="1" y="0"/>
                  </a:moveTo>
                  <a:lnTo>
                    <a:pt x="18"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35"/>
            <p:cNvSpPr/>
            <p:nvPr/>
          </p:nvSpPr>
          <p:spPr>
            <a:xfrm>
              <a:off x="1543736" y="1680177"/>
              <a:ext cx="299" cy="434"/>
            </a:xfrm>
            <a:custGeom>
              <a:rect b="b" l="l" r="r" t="t"/>
              <a:pathLst>
                <a:path extrusionOk="0" h="32" w="22">
                  <a:moveTo>
                    <a:pt x="0" y="0"/>
                  </a:moveTo>
                  <a:lnTo>
                    <a:pt x="21"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35"/>
            <p:cNvSpPr/>
            <p:nvPr/>
          </p:nvSpPr>
          <p:spPr>
            <a:xfrm>
              <a:off x="1542731" y="1678507"/>
              <a:ext cx="258" cy="394"/>
            </a:xfrm>
            <a:custGeom>
              <a:rect b="b" l="l" r="r" t="t"/>
              <a:pathLst>
                <a:path extrusionOk="0" h="29" w="19">
                  <a:moveTo>
                    <a:pt x="1" y="1"/>
                  </a:moveTo>
                  <a:lnTo>
                    <a:pt x="18"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35"/>
            <p:cNvSpPr/>
            <p:nvPr/>
          </p:nvSpPr>
          <p:spPr>
            <a:xfrm>
              <a:off x="1544251" y="1681032"/>
              <a:ext cx="299" cy="394"/>
            </a:xfrm>
            <a:custGeom>
              <a:rect b="b" l="l" r="r" t="t"/>
              <a:pathLst>
                <a:path extrusionOk="0" h="29" w="22">
                  <a:moveTo>
                    <a:pt x="1" y="0"/>
                  </a:moveTo>
                  <a:lnTo>
                    <a:pt x="22"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35"/>
            <p:cNvSpPr/>
            <p:nvPr/>
          </p:nvSpPr>
          <p:spPr>
            <a:xfrm>
              <a:off x="1544876" y="1681888"/>
              <a:ext cx="299" cy="394"/>
            </a:xfrm>
            <a:custGeom>
              <a:rect b="b" l="l" r="r" t="t"/>
              <a:pathLst>
                <a:path extrusionOk="0" h="29" w="22">
                  <a:moveTo>
                    <a:pt x="0" y="0"/>
                  </a:moveTo>
                  <a:lnTo>
                    <a:pt x="21"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35"/>
            <p:cNvSpPr/>
            <p:nvPr/>
          </p:nvSpPr>
          <p:spPr>
            <a:xfrm>
              <a:off x="1478333" y="1688541"/>
              <a:ext cx="530" cy="434"/>
            </a:xfrm>
            <a:custGeom>
              <a:rect b="b" l="l" r="r" t="t"/>
              <a:pathLst>
                <a:path extrusionOk="0" h="32" w="39">
                  <a:moveTo>
                    <a:pt x="0" y="32"/>
                  </a:moveTo>
                  <a:lnTo>
                    <a:pt x="3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35"/>
            <p:cNvSpPr/>
            <p:nvPr/>
          </p:nvSpPr>
          <p:spPr>
            <a:xfrm>
              <a:off x="1478944" y="1688011"/>
              <a:ext cx="489" cy="448"/>
            </a:xfrm>
            <a:custGeom>
              <a:rect b="b" l="l" r="r" t="t"/>
              <a:pathLst>
                <a:path extrusionOk="0" h="33" w="36">
                  <a:moveTo>
                    <a:pt x="1" y="32"/>
                  </a:moveTo>
                  <a:lnTo>
                    <a:pt x="36"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35"/>
            <p:cNvSpPr/>
            <p:nvPr/>
          </p:nvSpPr>
          <p:spPr>
            <a:xfrm>
              <a:off x="1542310" y="1677706"/>
              <a:ext cx="244" cy="434"/>
            </a:xfrm>
            <a:custGeom>
              <a:rect b="b" l="l" r="r" t="t"/>
              <a:pathLst>
                <a:path extrusionOk="0" h="32" w="18">
                  <a:moveTo>
                    <a:pt x="0" y="0"/>
                  </a:moveTo>
                  <a:lnTo>
                    <a:pt x="18"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35"/>
            <p:cNvSpPr/>
            <p:nvPr/>
          </p:nvSpPr>
          <p:spPr>
            <a:xfrm>
              <a:off x="1539689" y="1670714"/>
              <a:ext cx="109" cy="353"/>
            </a:xfrm>
            <a:custGeom>
              <a:rect b="b" l="l" r="r" t="t"/>
              <a:pathLst>
                <a:path extrusionOk="0" h="26" w="8">
                  <a:moveTo>
                    <a:pt x="1" y="1"/>
                  </a:moveTo>
                  <a:lnTo>
                    <a:pt x="8"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35"/>
            <p:cNvSpPr/>
            <p:nvPr/>
          </p:nvSpPr>
          <p:spPr>
            <a:xfrm>
              <a:off x="1539975" y="1671949"/>
              <a:ext cx="163" cy="394"/>
            </a:xfrm>
            <a:custGeom>
              <a:rect b="b" l="l" r="r" t="t"/>
              <a:pathLst>
                <a:path extrusionOk="0" h="29" w="12">
                  <a:moveTo>
                    <a:pt x="1" y="1"/>
                  </a:moveTo>
                  <a:lnTo>
                    <a:pt x="11"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35"/>
            <p:cNvSpPr/>
            <p:nvPr/>
          </p:nvSpPr>
          <p:spPr>
            <a:xfrm>
              <a:off x="1477667" y="1689111"/>
              <a:ext cx="584" cy="489"/>
            </a:xfrm>
            <a:custGeom>
              <a:rect b="b" l="l" r="r" t="t"/>
              <a:pathLst>
                <a:path extrusionOk="0" h="36" w="43">
                  <a:moveTo>
                    <a:pt x="0" y="35"/>
                  </a:moveTo>
                  <a:lnTo>
                    <a:pt x="4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3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35"/>
            <p:cNvSpPr/>
            <p:nvPr/>
          </p:nvSpPr>
          <p:spPr>
            <a:xfrm>
              <a:off x="1540165" y="1672614"/>
              <a:ext cx="163" cy="394"/>
            </a:xfrm>
            <a:custGeom>
              <a:rect b="b" l="l" r="r" t="t"/>
              <a:pathLst>
                <a:path extrusionOk="0" h="29" w="12">
                  <a:moveTo>
                    <a:pt x="1" y="1"/>
                  </a:moveTo>
                  <a:lnTo>
                    <a:pt x="11"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3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35"/>
            <p:cNvSpPr/>
            <p:nvPr/>
          </p:nvSpPr>
          <p:spPr>
            <a:xfrm>
              <a:off x="1539839" y="1671338"/>
              <a:ext cx="109" cy="339"/>
            </a:xfrm>
            <a:custGeom>
              <a:rect b="b" l="l" r="r" t="t"/>
              <a:pathLst>
                <a:path extrusionOk="0" h="25" w="8">
                  <a:moveTo>
                    <a:pt x="0" y="0"/>
                  </a:moveTo>
                  <a:lnTo>
                    <a:pt x="7"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3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3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35"/>
            <p:cNvSpPr/>
            <p:nvPr/>
          </p:nvSpPr>
          <p:spPr>
            <a:xfrm>
              <a:off x="1541210" y="1675425"/>
              <a:ext cx="204" cy="434"/>
            </a:xfrm>
            <a:custGeom>
              <a:rect b="b" l="l" r="r" t="t"/>
              <a:pathLst>
                <a:path extrusionOk="0" h="32" w="15">
                  <a:moveTo>
                    <a:pt x="1" y="0"/>
                  </a:moveTo>
                  <a:lnTo>
                    <a:pt x="15"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35"/>
            <p:cNvSpPr/>
            <p:nvPr/>
          </p:nvSpPr>
          <p:spPr>
            <a:xfrm>
              <a:off x="1541550" y="1676185"/>
              <a:ext cx="204" cy="394"/>
            </a:xfrm>
            <a:custGeom>
              <a:rect b="b" l="l" r="r" t="t"/>
              <a:pathLst>
                <a:path extrusionOk="0" h="29" w="15">
                  <a:moveTo>
                    <a:pt x="0" y="0"/>
                  </a:moveTo>
                  <a:lnTo>
                    <a:pt x="14"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35"/>
            <p:cNvSpPr/>
            <p:nvPr/>
          </p:nvSpPr>
          <p:spPr>
            <a:xfrm>
              <a:off x="1540884" y="1674705"/>
              <a:ext cx="204" cy="394"/>
            </a:xfrm>
            <a:custGeom>
              <a:rect b="b" l="l" r="r" t="t"/>
              <a:pathLst>
                <a:path extrusionOk="0" h="29" w="15">
                  <a:moveTo>
                    <a:pt x="0" y="1"/>
                  </a:moveTo>
                  <a:lnTo>
                    <a:pt x="14"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35"/>
            <p:cNvSpPr/>
            <p:nvPr/>
          </p:nvSpPr>
          <p:spPr>
            <a:xfrm>
              <a:off x="1540640" y="1673999"/>
              <a:ext cx="163" cy="394"/>
            </a:xfrm>
            <a:custGeom>
              <a:rect b="b" l="l" r="r" t="t"/>
              <a:pathLst>
                <a:path extrusionOk="0" h="29" w="12">
                  <a:moveTo>
                    <a:pt x="1" y="0"/>
                  </a:moveTo>
                  <a:lnTo>
                    <a:pt x="11"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35"/>
            <p:cNvSpPr/>
            <p:nvPr/>
          </p:nvSpPr>
          <p:spPr>
            <a:xfrm>
              <a:off x="1541930" y="1676946"/>
              <a:ext cx="204" cy="434"/>
            </a:xfrm>
            <a:custGeom>
              <a:rect b="b" l="l" r="r" t="t"/>
              <a:pathLst>
                <a:path extrusionOk="0" h="32" w="15">
                  <a:moveTo>
                    <a:pt x="0" y="0"/>
                  </a:moveTo>
                  <a:lnTo>
                    <a:pt x="14"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35"/>
            <p:cNvSpPr/>
            <p:nvPr/>
          </p:nvSpPr>
          <p:spPr>
            <a:xfrm>
              <a:off x="1540409" y="1673280"/>
              <a:ext cx="149" cy="394"/>
            </a:xfrm>
            <a:custGeom>
              <a:rect b="b" l="l" r="r" t="t"/>
              <a:pathLst>
                <a:path extrusionOk="0" h="29" w="11">
                  <a:moveTo>
                    <a:pt x="0" y="1"/>
                  </a:moveTo>
                  <a:lnTo>
                    <a:pt x="11" y="2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3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3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35"/>
            <p:cNvSpPr/>
            <p:nvPr/>
          </p:nvSpPr>
          <p:spPr>
            <a:xfrm>
              <a:off x="1072257" y="1586153"/>
              <a:ext cx="869" cy="638"/>
            </a:xfrm>
            <a:custGeom>
              <a:rect b="b" l="l" r="r" t="t"/>
              <a:pathLst>
                <a:path extrusionOk="0" h="47" w="64">
                  <a:moveTo>
                    <a:pt x="0" y="46"/>
                  </a:moveTo>
                  <a:lnTo>
                    <a:pt x="6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35"/>
            <p:cNvSpPr/>
            <p:nvPr/>
          </p:nvSpPr>
          <p:spPr>
            <a:xfrm>
              <a:off x="1073357" y="1585447"/>
              <a:ext cx="774" cy="530"/>
            </a:xfrm>
            <a:custGeom>
              <a:rect b="b" l="l" r="r" t="t"/>
              <a:pathLst>
                <a:path extrusionOk="0" h="39" w="57">
                  <a:moveTo>
                    <a:pt x="56" y="0"/>
                  </a:moveTo>
                  <a:lnTo>
                    <a:pt x="0" y="3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35"/>
            <p:cNvSpPr/>
            <p:nvPr/>
          </p:nvSpPr>
          <p:spPr>
            <a:xfrm>
              <a:off x="1075257" y="1584116"/>
              <a:ext cx="774" cy="530"/>
            </a:xfrm>
            <a:custGeom>
              <a:rect b="b" l="l" r="r" t="t"/>
              <a:pathLst>
                <a:path extrusionOk="0" h="39" w="57">
                  <a:moveTo>
                    <a:pt x="56" y="0"/>
                  </a:moveTo>
                  <a:lnTo>
                    <a:pt x="0" y="3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3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35"/>
            <p:cNvSpPr/>
            <p:nvPr/>
          </p:nvSpPr>
          <p:spPr>
            <a:xfrm>
              <a:off x="1074348" y="1584822"/>
              <a:ext cx="679" cy="448"/>
            </a:xfrm>
            <a:custGeom>
              <a:rect b="b" l="l" r="r" t="t"/>
              <a:pathLst>
                <a:path extrusionOk="0" h="33" w="50">
                  <a:moveTo>
                    <a:pt x="50" y="1"/>
                  </a:moveTo>
                  <a:lnTo>
                    <a:pt x="1"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35"/>
            <p:cNvSpPr/>
            <p:nvPr/>
          </p:nvSpPr>
          <p:spPr>
            <a:xfrm>
              <a:off x="1417248" y="1669913"/>
              <a:ext cx="204" cy="149"/>
            </a:xfrm>
            <a:custGeom>
              <a:rect b="b" l="l" r="r" t="t"/>
              <a:pathLst>
                <a:path extrusionOk="0" h="11" w="15">
                  <a:moveTo>
                    <a:pt x="15"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35"/>
            <p:cNvSpPr/>
            <p:nvPr/>
          </p:nvSpPr>
          <p:spPr>
            <a:xfrm>
              <a:off x="1416677" y="1669532"/>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3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3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35"/>
            <p:cNvSpPr/>
            <p:nvPr/>
          </p:nvSpPr>
          <p:spPr>
            <a:xfrm>
              <a:off x="1416012" y="1669057"/>
              <a:ext cx="109" cy="54"/>
            </a:xfrm>
            <a:custGeom>
              <a:rect b="b" l="l" r="r" t="t"/>
              <a:pathLst>
                <a:path extrusionOk="0" h="4" w="8">
                  <a:moveTo>
                    <a:pt x="8"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35"/>
            <p:cNvSpPr/>
            <p:nvPr/>
          </p:nvSpPr>
          <p:spPr>
            <a:xfrm>
              <a:off x="1417872" y="1670333"/>
              <a:ext cx="54" cy="109"/>
            </a:xfrm>
            <a:custGeom>
              <a:rect b="b" l="l" r="r" t="t"/>
              <a:pathLst>
                <a:path extrusionOk="0" h="8" w="4">
                  <a:moveTo>
                    <a:pt x="0" y="1"/>
                  </a:moveTo>
                  <a:lnTo>
                    <a:pt x="4" y="8"/>
                  </a:lnTo>
                  <a:lnTo>
                    <a:pt x="4"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35"/>
            <p:cNvSpPr/>
            <p:nvPr/>
          </p:nvSpPr>
          <p:spPr>
            <a:xfrm>
              <a:off x="1037458" y="1535536"/>
              <a:ext cx="68" cy="54"/>
            </a:xfrm>
            <a:custGeom>
              <a:rect b="b" l="l" r="r" t="t"/>
              <a:pathLst>
                <a:path extrusionOk="0" h="4" w="5">
                  <a:moveTo>
                    <a:pt x="1" y="0"/>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3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35"/>
            <p:cNvSpPr/>
            <p:nvPr/>
          </p:nvSpPr>
          <p:spPr>
            <a:xfrm>
              <a:off x="1074443" y="158035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3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35"/>
            <p:cNvSpPr/>
            <p:nvPr/>
          </p:nvSpPr>
          <p:spPr>
            <a:xfrm>
              <a:off x="1132813" y="1645052"/>
              <a:ext cx="202889" cy="1100"/>
            </a:xfrm>
            <a:custGeom>
              <a:rect b="b" l="l" r="r" t="t"/>
              <a:pathLst>
                <a:path extrusionOk="0" h="81" w="14943">
                  <a:moveTo>
                    <a:pt x="1" y="81"/>
                  </a:moveTo>
                  <a:lnTo>
                    <a:pt x="1494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35"/>
            <p:cNvSpPr/>
            <p:nvPr/>
          </p:nvSpPr>
          <p:spPr>
            <a:xfrm>
              <a:off x="1415496" y="1668718"/>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3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3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35"/>
            <p:cNvSpPr/>
            <p:nvPr/>
          </p:nvSpPr>
          <p:spPr>
            <a:xfrm>
              <a:off x="1456649" y="1702091"/>
              <a:ext cx="163" cy="149"/>
            </a:xfrm>
            <a:custGeom>
              <a:rect b="b" l="l" r="r" t="t"/>
              <a:pathLst>
                <a:path extrusionOk="0" h="11" w="12">
                  <a:moveTo>
                    <a:pt x="11"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3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35"/>
            <p:cNvSpPr/>
            <p:nvPr/>
          </p:nvSpPr>
          <p:spPr>
            <a:xfrm>
              <a:off x="1456935" y="1701806"/>
              <a:ext cx="163" cy="109"/>
            </a:xfrm>
            <a:custGeom>
              <a:rect b="b" l="l" r="r" t="t"/>
              <a:pathLst>
                <a:path extrusionOk="0" h="8" w="12">
                  <a:moveTo>
                    <a:pt x="1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3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3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35"/>
            <p:cNvSpPr/>
            <p:nvPr/>
          </p:nvSpPr>
          <p:spPr>
            <a:xfrm>
              <a:off x="1539174" y="1665921"/>
              <a:ext cx="14" cy="285"/>
            </a:xfrm>
            <a:custGeom>
              <a:rect b="b" l="l" r="r" t="t"/>
              <a:pathLst>
                <a:path extrusionOk="0" h="21" w="1">
                  <a:moveTo>
                    <a:pt x="0" y="2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3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35"/>
            <p:cNvSpPr/>
            <p:nvPr/>
          </p:nvSpPr>
          <p:spPr>
            <a:xfrm>
              <a:off x="1477423" y="1689681"/>
              <a:ext cx="163" cy="109"/>
            </a:xfrm>
            <a:custGeom>
              <a:rect b="b" l="l" r="r" t="t"/>
              <a:pathLst>
                <a:path extrusionOk="0" h="8" w="12">
                  <a:moveTo>
                    <a:pt x="1" y="7"/>
                  </a:moveTo>
                  <a:lnTo>
                    <a:pt x="1" y="7"/>
                  </a:ln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35"/>
            <p:cNvSpPr/>
            <p:nvPr/>
          </p:nvSpPr>
          <p:spPr>
            <a:xfrm>
              <a:off x="1428843" y="1703327"/>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3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3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35"/>
            <p:cNvSpPr/>
            <p:nvPr/>
          </p:nvSpPr>
          <p:spPr>
            <a:xfrm>
              <a:off x="1456269" y="1702376"/>
              <a:ext cx="163" cy="149"/>
            </a:xfrm>
            <a:custGeom>
              <a:rect b="b" l="l" r="r" t="t"/>
              <a:pathLst>
                <a:path extrusionOk="0" h="11" w="12">
                  <a:moveTo>
                    <a:pt x="11"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3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3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35"/>
            <p:cNvSpPr/>
            <p:nvPr/>
          </p:nvSpPr>
          <p:spPr>
            <a:xfrm>
              <a:off x="1455794" y="1702702"/>
              <a:ext cx="204" cy="163"/>
            </a:xfrm>
            <a:custGeom>
              <a:rect b="b" l="l" r="r" t="t"/>
              <a:pathLst>
                <a:path extrusionOk="0" h="12" w="15">
                  <a:moveTo>
                    <a:pt x="15"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3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35"/>
            <p:cNvSpPr/>
            <p:nvPr/>
          </p:nvSpPr>
          <p:spPr>
            <a:xfrm>
              <a:off x="1455224" y="1703042"/>
              <a:ext cx="258" cy="149"/>
            </a:xfrm>
            <a:custGeom>
              <a:rect b="b" l="l" r="r" t="t"/>
              <a:pathLst>
                <a:path extrusionOk="0" h="11" w="19">
                  <a:moveTo>
                    <a:pt x="18"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35"/>
            <p:cNvSpPr/>
            <p:nvPr/>
          </p:nvSpPr>
          <p:spPr>
            <a:xfrm>
              <a:off x="1482080" y="1685595"/>
              <a:ext cx="299" cy="244"/>
            </a:xfrm>
            <a:custGeom>
              <a:rect b="b" l="l" r="r" t="t"/>
              <a:pathLst>
                <a:path extrusionOk="0" h="18" w="22">
                  <a:moveTo>
                    <a:pt x="1" y="18"/>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35"/>
            <p:cNvSpPr/>
            <p:nvPr/>
          </p:nvSpPr>
          <p:spPr>
            <a:xfrm>
              <a:off x="1539174" y="1665486"/>
              <a:ext cx="14" cy="244"/>
            </a:xfrm>
            <a:custGeom>
              <a:rect b="b" l="l" r="r" t="t"/>
              <a:pathLst>
                <a:path extrusionOk="0" h="18" w="1">
                  <a:moveTo>
                    <a:pt x="0" y="0"/>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3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35"/>
            <p:cNvSpPr/>
            <p:nvPr/>
          </p:nvSpPr>
          <p:spPr>
            <a:xfrm>
              <a:off x="1539174" y="1666396"/>
              <a:ext cx="14" cy="299"/>
            </a:xfrm>
            <a:custGeom>
              <a:rect b="b" l="l" r="r" t="t"/>
              <a:pathLst>
                <a:path extrusionOk="0" h="22" w="1">
                  <a:moveTo>
                    <a:pt x="0" y="0"/>
                  </a:moveTo>
                  <a:lnTo>
                    <a:pt x="0"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35"/>
            <p:cNvSpPr/>
            <p:nvPr/>
          </p:nvSpPr>
          <p:spPr>
            <a:xfrm>
              <a:off x="1485217" y="1683409"/>
              <a:ext cx="163" cy="109"/>
            </a:xfrm>
            <a:custGeom>
              <a:rect b="b" l="l" r="r" t="t"/>
              <a:pathLst>
                <a:path extrusionOk="0" h="8" w="12">
                  <a:moveTo>
                    <a:pt x="1" y="7"/>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35"/>
            <p:cNvSpPr/>
            <p:nvPr/>
          </p:nvSpPr>
          <p:spPr>
            <a:xfrm>
              <a:off x="1485407" y="1683354"/>
              <a:ext cx="109" cy="68"/>
            </a:xfrm>
            <a:custGeom>
              <a:rect b="b" l="l" r="r" t="t"/>
              <a:pathLst>
                <a:path extrusionOk="0" h="5" w="8">
                  <a:moveTo>
                    <a:pt x="1" y="4"/>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35"/>
            <p:cNvSpPr/>
            <p:nvPr/>
          </p:nvSpPr>
          <p:spPr>
            <a:xfrm>
              <a:off x="1480139" y="1687115"/>
              <a:ext cx="394" cy="339"/>
            </a:xfrm>
            <a:custGeom>
              <a:rect b="b" l="l" r="r" t="t"/>
              <a:pathLst>
                <a:path extrusionOk="0" h="25" w="29">
                  <a:moveTo>
                    <a:pt x="0" y="25"/>
                  </a:moveTo>
                  <a:lnTo>
                    <a:pt x="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3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35"/>
            <p:cNvSpPr/>
            <p:nvPr/>
          </p:nvSpPr>
          <p:spPr>
            <a:xfrm>
              <a:off x="1485556" y="1683259"/>
              <a:ext cx="109" cy="68"/>
            </a:xfrm>
            <a:custGeom>
              <a:rect b="b" l="l" r="r" t="t"/>
              <a:pathLst>
                <a:path extrusionOk="0" h="5"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35"/>
            <p:cNvSpPr/>
            <p:nvPr/>
          </p:nvSpPr>
          <p:spPr>
            <a:xfrm>
              <a:off x="1483845" y="1684264"/>
              <a:ext cx="244" cy="204"/>
            </a:xfrm>
            <a:custGeom>
              <a:rect b="b" l="l" r="r" t="t"/>
              <a:pathLst>
                <a:path extrusionOk="0" h="15" w="18">
                  <a:moveTo>
                    <a:pt x="0" y="1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35"/>
            <p:cNvSpPr/>
            <p:nvPr/>
          </p:nvSpPr>
          <p:spPr>
            <a:xfrm>
              <a:off x="1484646" y="1683789"/>
              <a:ext cx="204" cy="109"/>
            </a:xfrm>
            <a:custGeom>
              <a:rect b="b" l="l" r="r" t="t"/>
              <a:pathLst>
                <a:path extrusionOk="0" h="8" w="15">
                  <a:moveTo>
                    <a:pt x="1" y="7"/>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35"/>
            <p:cNvSpPr/>
            <p:nvPr/>
          </p:nvSpPr>
          <p:spPr>
            <a:xfrm>
              <a:off x="1484415" y="1683924"/>
              <a:ext cx="204" cy="163"/>
            </a:xfrm>
            <a:custGeom>
              <a:rect b="b" l="l" r="r" t="t"/>
              <a:pathLst>
                <a:path extrusionOk="0" h="12" w="15">
                  <a:moveTo>
                    <a:pt x="0" y="1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35"/>
            <p:cNvSpPr/>
            <p:nvPr/>
          </p:nvSpPr>
          <p:spPr>
            <a:xfrm>
              <a:off x="1484130" y="1684115"/>
              <a:ext cx="244" cy="163"/>
            </a:xfrm>
            <a:custGeom>
              <a:rect b="b" l="l" r="r" t="t"/>
              <a:pathLst>
                <a:path extrusionOk="0" h="12" w="18">
                  <a:moveTo>
                    <a:pt x="0" y="1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35"/>
            <p:cNvSpPr/>
            <p:nvPr/>
          </p:nvSpPr>
          <p:spPr>
            <a:xfrm>
              <a:off x="1485026" y="1683544"/>
              <a:ext cx="204" cy="109"/>
            </a:xfrm>
            <a:custGeom>
              <a:rect b="b" l="l" r="r" t="t"/>
              <a:pathLst>
                <a:path extrusionOk="0" h="8" w="15">
                  <a:moveTo>
                    <a:pt x="1" y="8"/>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3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3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35"/>
            <p:cNvSpPr/>
            <p:nvPr/>
          </p:nvSpPr>
          <p:spPr>
            <a:xfrm>
              <a:off x="1484836" y="1683639"/>
              <a:ext cx="204" cy="109"/>
            </a:xfrm>
            <a:custGeom>
              <a:rect b="b" l="l" r="r" t="t"/>
              <a:pathLst>
                <a:path extrusionOk="0" h="8" w="15">
                  <a:moveTo>
                    <a:pt x="1" y="8"/>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35"/>
            <p:cNvSpPr/>
            <p:nvPr/>
          </p:nvSpPr>
          <p:spPr>
            <a:xfrm>
              <a:off x="1485692" y="1683164"/>
              <a:ext cx="109" cy="109"/>
            </a:xfrm>
            <a:custGeom>
              <a:rect b="b" l="l" r="r" t="t"/>
              <a:pathLst>
                <a:path extrusionOk="0" h="8" w="8">
                  <a:moveTo>
                    <a:pt x="1" y="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3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35"/>
            <p:cNvSpPr/>
            <p:nvPr/>
          </p:nvSpPr>
          <p:spPr>
            <a:xfrm>
              <a:off x="1485787" y="1683164"/>
              <a:ext cx="109" cy="68"/>
            </a:xfrm>
            <a:custGeom>
              <a:rect b="b" l="l" r="r" t="t"/>
              <a:pathLst>
                <a:path extrusionOk="0" h="5" w="8">
                  <a:moveTo>
                    <a:pt x="1" y="4"/>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3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35"/>
            <p:cNvSpPr/>
            <p:nvPr/>
          </p:nvSpPr>
          <p:spPr>
            <a:xfrm>
              <a:off x="1539269" y="1663911"/>
              <a:ext cx="14" cy="299"/>
            </a:xfrm>
            <a:custGeom>
              <a:rect b="b" l="l" r="r" t="t"/>
              <a:pathLst>
                <a:path extrusionOk="0" h="22" w="1">
                  <a:moveTo>
                    <a:pt x="0" y="1"/>
                  </a:moveTo>
                  <a:lnTo>
                    <a:pt x="0"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3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35"/>
            <p:cNvSpPr/>
            <p:nvPr/>
          </p:nvSpPr>
          <p:spPr>
            <a:xfrm>
              <a:off x="1482460" y="1685309"/>
              <a:ext cx="299" cy="204"/>
            </a:xfrm>
            <a:custGeom>
              <a:rect b="b" l="l" r="r" t="t"/>
              <a:pathLst>
                <a:path extrusionOk="0" h="15" w="22">
                  <a:moveTo>
                    <a:pt x="1" y="14"/>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35"/>
            <p:cNvSpPr/>
            <p:nvPr/>
          </p:nvSpPr>
          <p:spPr>
            <a:xfrm>
              <a:off x="1482840" y="1685024"/>
              <a:ext cx="299" cy="204"/>
            </a:xfrm>
            <a:custGeom>
              <a:rect b="b" l="l" r="r" t="t"/>
              <a:pathLst>
                <a:path extrusionOk="0" h="15" w="22">
                  <a:moveTo>
                    <a:pt x="1" y="14"/>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35"/>
            <p:cNvSpPr/>
            <p:nvPr/>
          </p:nvSpPr>
          <p:spPr>
            <a:xfrm>
              <a:off x="1481605" y="1685975"/>
              <a:ext cx="353" cy="244"/>
            </a:xfrm>
            <a:custGeom>
              <a:rect b="b" l="l" r="r" t="t"/>
              <a:pathLst>
                <a:path extrusionOk="0" h="18" w="26">
                  <a:moveTo>
                    <a:pt x="1" y="18"/>
                  </a:move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3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3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35"/>
            <p:cNvSpPr/>
            <p:nvPr/>
          </p:nvSpPr>
          <p:spPr>
            <a:xfrm>
              <a:off x="1479568" y="1687536"/>
              <a:ext cx="434" cy="394"/>
            </a:xfrm>
            <a:custGeom>
              <a:rect b="b" l="l" r="r" t="t"/>
              <a:pathLst>
                <a:path extrusionOk="0" h="29" w="32">
                  <a:moveTo>
                    <a:pt x="0" y="29"/>
                  </a:moveTo>
                  <a:lnTo>
                    <a:pt x="3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35"/>
            <p:cNvSpPr/>
            <p:nvPr/>
          </p:nvSpPr>
          <p:spPr>
            <a:xfrm>
              <a:off x="1485882" y="1683123"/>
              <a:ext cx="109" cy="54"/>
            </a:xfrm>
            <a:custGeom>
              <a:rect b="b" l="l" r="r" t="t"/>
              <a:pathLst>
                <a:path extrusionOk="0" h="4" w="8">
                  <a:moveTo>
                    <a:pt x="1" y="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35"/>
            <p:cNvSpPr/>
            <p:nvPr/>
          </p:nvSpPr>
          <p:spPr>
            <a:xfrm>
              <a:off x="1486167" y="168302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35"/>
            <p:cNvSpPr/>
            <p:nvPr/>
          </p:nvSpPr>
          <p:spPr>
            <a:xfrm>
              <a:off x="1485977" y="1683123"/>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35"/>
            <p:cNvSpPr/>
            <p:nvPr/>
          </p:nvSpPr>
          <p:spPr>
            <a:xfrm>
              <a:off x="1481184" y="1686301"/>
              <a:ext cx="339" cy="299"/>
            </a:xfrm>
            <a:custGeom>
              <a:rect b="b" l="l" r="r" t="t"/>
              <a:pathLst>
                <a:path extrusionOk="0" h="22" w="25">
                  <a:moveTo>
                    <a:pt x="0" y="22"/>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35"/>
            <p:cNvSpPr/>
            <p:nvPr/>
          </p:nvSpPr>
          <p:spPr>
            <a:xfrm>
              <a:off x="1486031" y="1683069"/>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35"/>
            <p:cNvSpPr/>
            <p:nvPr/>
          </p:nvSpPr>
          <p:spPr>
            <a:xfrm>
              <a:off x="1486072" y="1683069"/>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35"/>
            <p:cNvSpPr/>
            <p:nvPr/>
          </p:nvSpPr>
          <p:spPr>
            <a:xfrm>
              <a:off x="1480654" y="1686681"/>
              <a:ext cx="394" cy="353"/>
            </a:xfrm>
            <a:custGeom>
              <a:rect b="b" l="l" r="r" t="t"/>
              <a:pathLst>
                <a:path extrusionOk="0" h="26" w="29">
                  <a:moveTo>
                    <a:pt x="1" y="25"/>
                  </a:move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35"/>
            <p:cNvSpPr/>
            <p:nvPr/>
          </p:nvSpPr>
          <p:spPr>
            <a:xfrm>
              <a:off x="1483221" y="1684739"/>
              <a:ext cx="258" cy="204"/>
            </a:xfrm>
            <a:custGeom>
              <a:rect b="b" l="l" r="r" t="t"/>
              <a:pathLst>
                <a:path extrusionOk="0" h="15" w="19">
                  <a:moveTo>
                    <a:pt x="1" y="1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3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35"/>
            <p:cNvSpPr/>
            <p:nvPr/>
          </p:nvSpPr>
          <p:spPr>
            <a:xfrm>
              <a:off x="1483560" y="1684495"/>
              <a:ext cx="244" cy="204"/>
            </a:xfrm>
            <a:custGeom>
              <a:rect b="b" l="l" r="r" t="t"/>
              <a:pathLst>
                <a:path extrusionOk="0" h="15" w="18">
                  <a:moveTo>
                    <a:pt x="0" y="15"/>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35"/>
            <p:cNvSpPr/>
            <p:nvPr/>
          </p:nvSpPr>
          <p:spPr>
            <a:xfrm>
              <a:off x="1539459" y="1669532"/>
              <a:ext cx="54" cy="339"/>
            </a:xfrm>
            <a:custGeom>
              <a:rect b="b" l="l" r="r" t="t"/>
              <a:pathLst>
                <a:path extrusionOk="0" h="25" w="4">
                  <a:moveTo>
                    <a:pt x="0" y="0"/>
                  </a:moveTo>
                  <a:lnTo>
                    <a:pt x="4"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3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solidFill>
              <a:schemeClr val="accent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3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35"/>
            <p:cNvSpPr/>
            <p:nvPr/>
          </p:nvSpPr>
          <p:spPr>
            <a:xfrm>
              <a:off x="1993626" y="1750237"/>
              <a:ext cx="68" cy="149"/>
            </a:xfrm>
            <a:custGeom>
              <a:rect b="b" l="l" r="r" t="t"/>
              <a:pathLst>
                <a:path extrusionOk="0" h="11" w="5">
                  <a:moveTo>
                    <a:pt x="4"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35"/>
            <p:cNvSpPr/>
            <p:nvPr/>
          </p:nvSpPr>
          <p:spPr>
            <a:xfrm>
              <a:off x="1993870" y="1750767"/>
              <a:ext cx="204" cy="394"/>
            </a:xfrm>
            <a:custGeom>
              <a:rect b="b" l="l" r="r" t="t"/>
              <a:pathLst>
                <a:path extrusionOk="0" h="29" w="15">
                  <a:moveTo>
                    <a:pt x="14" y="28"/>
                  </a:moveTo>
                  <a:lnTo>
                    <a:pt x="14" y="28"/>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35"/>
            <p:cNvSpPr/>
            <p:nvPr/>
          </p:nvSpPr>
          <p:spPr>
            <a:xfrm>
              <a:off x="1993490" y="1749762"/>
              <a:ext cx="14" cy="109"/>
            </a:xfrm>
            <a:custGeom>
              <a:rect b="b" l="l" r="r" t="t"/>
              <a:pathLst>
                <a:path extrusionOk="0" h="8" w="1">
                  <a:moveTo>
                    <a:pt x="0"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35"/>
            <p:cNvSpPr/>
            <p:nvPr/>
          </p:nvSpPr>
          <p:spPr>
            <a:xfrm>
              <a:off x="1993490" y="1749898"/>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35"/>
            <p:cNvSpPr/>
            <p:nvPr/>
          </p:nvSpPr>
          <p:spPr>
            <a:xfrm>
              <a:off x="1993436" y="1749667"/>
              <a:ext cx="14" cy="109"/>
            </a:xfrm>
            <a:custGeom>
              <a:rect b="b" l="l" r="r" t="t"/>
              <a:pathLst>
                <a:path extrusionOk="0" h="8" w="1">
                  <a:moveTo>
                    <a:pt x="1" y="7"/>
                  </a:moveTo>
                  <a:lnTo>
                    <a:pt x="1" y="0"/>
                  </a:lnTo>
                  <a:cubicBezTo>
                    <a:pt x="1" y="4"/>
                    <a:pt x="1" y="4"/>
                    <a:pt x="1"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35"/>
            <p:cNvSpPr/>
            <p:nvPr/>
          </p:nvSpPr>
          <p:spPr>
            <a:xfrm>
              <a:off x="1983552" y="1708690"/>
              <a:ext cx="68" cy="68"/>
            </a:xfrm>
            <a:custGeom>
              <a:rect b="b" l="l" r="r" t="t"/>
              <a:pathLst>
                <a:path extrusionOk="0" h="5" w="5">
                  <a:moveTo>
                    <a:pt x="1" y="1"/>
                  </a:moveTo>
                  <a:lnTo>
                    <a:pt x="1" y="4"/>
                  </a:ln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35"/>
            <p:cNvSpPr/>
            <p:nvPr/>
          </p:nvSpPr>
          <p:spPr>
            <a:xfrm>
              <a:off x="1993721" y="1750481"/>
              <a:ext cx="163" cy="244"/>
            </a:xfrm>
            <a:custGeom>
              <a:rect b="b" l="l" r="r" t="t"/>
              <a:pathLst>
                <a:path extrusionOk="0" h="18" w="12">
                  <a:moveTo>
                    <a:pt x="11" y="1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35"/>
            <p:cNvSpPr/>
            <p:nvPr/>
          </p:nvSpPr>
          <p:spPr>
            <a:xfrm>
              <a:off x="1993531" y="1750047"/>
              <a:ext cx="68" cy="109"/>
            </a:xfrm>
            <a:custGeom>
              <a:rect b="b" l="l" r="r" t="t"/>
              <a:pathLst>
                <a:path extrusionOk="0" h="8" w="5">
                  <a:moveTo>
                    <a:pt x="4"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3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35"/>
            <p:cNvSpPr/>
            <p:nvPr/>
          </p:nvSpPr>
          <p:spPr>
            <a:xfrm>
              <a:off x="2035703" y="1698520"/>
              <a:ext cx="204" cy="109"/>
            </a:xfrm>
            <a:custGeom>
              <a:rect b="b" l="l" r="r" t="t"/>
              <a:pathLst>
                <a:path extrusionOk="0" h="8" w="15">
                  <a:moveTo>
                    <a:pt x="0" y="1"/>
                  </a:moveTo>
                  <a:lnTo>
                    <a:pt x="14"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35"/>
            <p:cNvSpPr/>
            <p:nvPr/>
          </p:nvSpPr>
          <p:spPr>
            <a:xfrm>
              <a:off x="2065505" y="1706314"/>
              <a:ext cx="204" cy="14"/>
            </a:xfrm>
            <a:custGeom>
              <a:rect b="b" l="l" r="r" t="t"/>
              <a:pathLst>
                <a:path extrusionOk="0" h="1" w="15">
                  <a:moveTo>
                    <a:pt x="0" y="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35"/>
            <p:cNvSpPr/>
            <p:nvPr/>
          </p:nvSpPr>
          <p:spPr>
            <a:xfrm>
              <a:off x="2066266" y="1706409"/>
              <a:ext cx="244" cy="14"/>
            </a:xfrm>
            <a:custGeom>
              <a:rect b="b" l="l" r="r" t="t"/>
              <a:pathLst>
                <a:path extrusionOk="0" h="1" w="18">
                  <a:moveTo>
                    <a:pt x="0" y="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35"/>
            <p:cNvSpPr/>
            <p:nvPr/>
          </p:nvSpPr>
          <p:spPr>
            <a:xfrm>
              <a:off x="2067257" y="1706463"/>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35"/>
            <p:cNvSpPr/>
            <p:nvPr/>
          </p:nvSpPr>
          <p:spPr>
            <a:xfrm>
              <a:off x="2068357" y="1706504"/>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35"/>
            <p:cNvSpPr/>
            <p:nvPr/>
          </p:nvSpPr>
          <p:spPr>
            <a:xfrm>
              <a:off x="2071819" y="170640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3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35"/>
            <p:cNvSpPr/>
            <p:nvPr/>
          </p:nvSpPr>
          <p:spPr>
            <a:xfrm>
              <a:off x="2165463" y="1668718"/>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35"/>
            <p:cNvSpPr/>
            <p:nvPr/>
          </p:nvSpPr>
          <p:spPr>
            <a:xfrm>
              <a:off x="2165028" y="1668908"/>
              <a:ext cx="163" cy="109"/>
            </a:xfrm>
            <a:custGeom>
              <a:rect b="b" l="l" r="r" t="t"/>
              <a:pathLst>
                <a:path extrusionOk="0" h="8" w="12">
                  <a:moveTo>
                    <a:pt x="1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35"/>
            <p:cNvSpPr/>
            <p:nvPr/>
          </p:nvSpPr>
          <p:spPr>
            <a:xfrm>
              <a:off x="2167880" y="1666776"/>
              <a:ext cx="204" cy="149"/>
            </a:xfrm>
            <a:custGeom>
              <a:rect b="b" l="l" r="r" t="t"/>
              <a:pathLst>
                <a:path extrusionOk="0" h="11" w="15">
                  <a:moveTo>
                    <a:pt x="1" y="11"/>
                  </a:moveTo>
                  <a:lnTo>
                    <a:pt x="15" y="0"/>
                  </a:ln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35"/>
            <p:cNvSpPr/>
            <p:nvPr/>
          </p:nvSpPr>
          <p:spPr>
            <a:xfrm>
              <a:off x="2167404" y="1667197"/>
              <a:ext cx="163" cy="163"/>
            </a:xfrm>
            <a:custGeom>
              <a:rect b="b" l="l" r="r" t="t"/>
              <a:pathLst>
                <a:path extrusionOk="0" h="12" w="12">
                  <a:moveTo>
                    <a:pt x="11"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35"/>
            <p:cNvSpPr/>
            <p:nvPr/>
          </p:nvSpPr>
          <p:spPr>
            <a:xfrm>
              <a:off x="2151437" y="1676701"/>
              <a:ext cx="394" cy="68"/>
            </a:xfrm>
            <a:custGeom>
              <a:rect b="b" l="l" r="r" t="t"/>
              <a:pathLst>
                <a:path extrusionOk="0" h="5" w="29">
                  <a:moveTo>
                    <a:pt x="29"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35"/>
            <p:cNvSpPr/>
            <p:nvPr/>
          </p:nvSpPr>
          <p:spPr>
            <a:xfrm>
              <a:off x="2152917" y="1676470"/>
              <a:ext cx="339" cy="109"/>
            </a:xfrm>
            <a:custGeom>
              <a:rect b="b" l="l" r="r" t="t"/>
              <a:pathLst>
                <a:path extrusionOk="0" h="8" w="25">
                  <a:moveTo>
                    <a:pt x="25"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35"/>
            <p:cNvSpPr/>
            <p:nvPr/>
          </p:nvSpPr>
          <p:spPr>
            <a:xfrm>
              <a:off x="2152198" y="1676606"/>
              <a:ext cx="394" cy="68"/>
            </a:xfrm>
            <a:custGeom>
              <a:rect b="b" l="l" r="r" t="t"/>
              <a:pathLst>
                <a:path extrusionOk="0" h="5" w="29">
                  <a:moveTo>
                    <a:pt x="29"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35"/>
            <p:cNvSpPr/>
            <p:nvPr/>
          </p:nvSpPr>
          <p:spPr>
            <a:xfrm>
              <a:off x="2150962" y="1676851"/>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35"/>
            <p:cNvSpPr/>
            <p:nvPr/>
          </p:nvSpPr>
          <p:spPr>
            <a:xfrm>
              <a:off x="2154913" y="1676036"/>
              <a:ext cx="299" cy="109"/>
            </a:xfrm>
            <a:custGeom>
              <a:rect b="b" l="l" r="r" t="t"/>
              <a:pathLst>
                <a:path extrusionOk="0" h="8" w="22">
                  <a:moveTo>
                    <a:pt x="21"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35"/>
            <p:cNvSpPr/>
            <p:nvPr/>
          </p:nvSpPr>
          <p:spPr>
            <a:xfrm>
              <a:off x="2153528" y="1676375"/>
              <a:ext cx="299" cy="54"/>
            </a:xfrm>
            <a:custGeom>
              <a:rect b="b" l="l" r="r" t="t"/>
              <a:pathLst>
                <a:path extrusionOk="0" h="4" w="22">
                  <a:moveTo>
                    <a:pt x="22"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35"/>
            <p:cNvSpPr/>
            <p:nvPr/>
          </p:nvSpPr>
          <p:spPr>
            <a:xfrm>
              <a:off x="2154098" y="1676280"/>
              <a:ext cx="258" cy="54"/>
            </a:xfrm>
            <a:custGeom>
              <a:rect b="b" l="l" r="r" t="t"/>
              <a:pathLst>
                <a:path extrusionOk="0" h="4" w="19">
                  <a:moveTo>
                    <a:pt x="18"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35"/>
            <p:cNvSpPr/>
            <p:nvPr/>
          </p:nvSpPr>
          <p:spPr>
            <a:xfrm>
              <a:off x="2154533" y="1676131"/>
              <a:ext cx="244" cy="109"/>
            </a:xfrm>
            <a:custGeom>
              <a:rect b="b" l="l" r="r" t="t"/>
              <a:pathLst>
                <a:path extrusionOk="0" h="8" w="18">
                  <a:moveTo>
                    <a:pt x="18"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35"/>
            <p:cNvSpPr/>
            <p:nvPr/>
          </p:nvSpPr>
          <p:spPr>
            <a:xfrm>
              <a:off x="2164703" y="1669098"/>
              <a:ext cx="149" cy="68"/>
            </a:xfrm>
            <a:custGeom>
              <a:rect b="b" l="l" r="r" t="t"/>
              <a:pathLst>
                <a:path extrusionOk="0" h="5" w="11">
                  <a:moveTo>
                    <a:pt x="11"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35"/>
            <p:cNvSpPr/>
            <p:nvPr/>
          </p:nvSpPr>
          <p:spPr>
            <a:xfrm>
              <a:off x="2145450" y="1667387"/>
              <a:ext cx="1018" cy="109"/>
            </a:xfrm>
            <a:custGeom>
              <a:rect b="b" l="l" r="r" t="t"/>
              <a:pathLst>
                <a:path extrusionOk="0" h="8" w="75">
                  <a:moveTo>
                    <a:pt x="1" y="1"/>
                  </a:moveTo>
                  <a:lnTo>
                    <a:pt x="74" y="8"/>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35"/>
            <p:cNvSpPr/>
            <p:nvPr/>
          </p:nvSpPr>
          <p:spPr>
            <a:xfrm>
              <a:off x="2166888" y="1665201"/>
              <a:ext cx="299" cy="149"/>
            </a:xfrm>
            <a:custGeom>
              <a:rect b="b" l="l" r="r" t="t"/>
              <a:pathLst>
                <a:path extrusionOk="0" h="11" w="22">
                  <a:moveTo>
                    <a:pt x="0" y="11"/>
                  </a:moveTo>
                  <a:lnTo>
                    <a:pt x="18" y="0"/>
                  </a:lnTo>
                  <a:lnTo>
                    <a:pt x="21" y="7"/>
                  </a:ln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35"/>
            <p:cNvSpPr/>
            <p:nvPr/>
          </p:nvSpPr>
          <p:spPr>
            <a:xfrm>
              <a:off x="2146590" y="1667482"/>
              <a:ext cx="964" cy="68"/>
            </a:xfrm>
            <a:custGeom>
              <a:rect b="b" l="l" r="r" t="t"/>
              <a:pathLst>
                <a:path extrusionOk="0" h="5" w="71">
                  <a:moveTo>
                    <a:pt x="7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3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35"/>
            <p:cNvSpPr/>
            <p:nvPr/>
          </p:nvSpPr>
          <p:spPr>
            <a:xfrm>
              <a:off x="2167934" y="1666532"/>
              <a:ext cx="149" cy="258"/>
            </a:xfrm>
            <a:custGeom>
              <a:rect b="b" l="l" r="r" t="t"/>
              <a:pathLst>
                <a:path extrusionOk="0" h="19" w="11">
                  <a:moveTo>
                    <a:pt x="11" y="18"/>
                  </a:moveTo>
                  <a:lnTo>
                    <a:pt x="11" y="18"/>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35"/>
            <p:cNvSpPr/>
            <p:nvPr/>
          </p:nvSpPr>
          <p:spPr>
            <a:xfrm>
              <a:off x="2167119" y="1665201"/>
              <a:ext cx="109" cy="109"/>
            </a:xfrm>
            <a:custGeom>
              <a:rect b="b" l="l" r="r" t="t"/>
              <a:pathLst>
                <a:path extrusionOk="0" h="8" w="8">
                  <a:moveTo>
                    <a:pt x="1" y="0"/>
                  </a:moveTo>
                  <a:lnTo>
                    <a:pt x="1" y="0"/>
                  </a:lnTo>
                  <a:lnTo>
                    <a:pt x="8" y="7"/>
                  </a:lnTo>
                  <a:lnTo>
                    <a:pt x="8"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3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3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35"/>
            <p:cNvSpPr/>
            <p:nvPr/>
          </p:nvSpPr>
          <p:spPr>
            <a:xfrm>
              <a:off x="2239039" y="1718289"/>
              <a:ext cx="109" cy="163"/>
            </a:xfrm>
            <a:custGeom>
              <a:rect b="b" l="l" r="r" t="t"/>
              <a:pathLst>
                <a:path extrusionOk="0" h="12" w="8">
                  <a:moveTo>
                    <a:pt x="8"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3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3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3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35"/>
            <p:cNvSpPr/>
            <p:nvPr/>
          </p:nvSpPr>
          <p:spPr>
            <a:xfrm>
              <a:off x="2241415" y="1712166"/>
              <a:ext cx="14" cy="109"/>
            </a:xfrm>
            <a:custGeom>
              <a:rect b="b" l="l" r="r" t="t"/>
              <a:pathLst>
                <a:path extrusionOk="0" h="8" w="1">
                  <a:moveTo>
                    <a:pt x="1" y="7"/>
                  </a:moveTo>
                  <a:lnTo>
                    <a:pt x="1" y="0"/>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3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35"/>
            <p:cNvSpPr/>
            <p:nvPr/>
          </p:nvSpPr>
          <p:spPr>
            <a:xfrm>
              <a:off x="2238618" y="1718764"/>
              <a:ext cx="149" cy="163"/>
            </a:xfrm>
            <a:custGeom>
              <a:rect b="b" l="l" r="r" t="t"/>
              <a:pathLst>
                <a:path extrusionOk="0" h="12" w="11">
                  <a:moveTo>
                    <a:pt x="0" y="1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3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3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3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3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35"/>
            <p:cNvSpPr/>
            <p:nvPr/>
          </p:nvSpPr>
          <p:spPr>
            <a:xfrm>
              <a:off x="2199542" y="1725947"/>
              <a:ext cx="14" cy="109"/>
            </a:xfrm>
            <a:custGeom>
              <a:rect b="b" l="l" r="r" t="t"/>
              <a:pathLst>
                <a:path extrusionOk="0" h="8" w="1">
                  <a:moveTo>
                    <a:pt x="0"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3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35"/>
            <p:cNvSpPr/>
            <p:nvPr/>
          </p:nvSpPr>
          <p:spPr>
            <a:xfrm>
              <a:off x="2200534" y="1723815"/>
              <a:ext cx="109" cy="149"/>
            </a:xfrm>
            <a:custGeom>
              <a:rect b="b" l="l" r="r" t="t"/>
              <a:pathLst>
                <a:path extrusionOk="0" h="11" w="8">
                  <a:moveTo>
                    <a:pt x="1" y="11"/>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3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35"/>
            <p:cNvSpPr/>
            <p:nvPr/>
          </p:nvSpPr>
          <p:spPr>
            <a:xfrm>
              <a:off x="2198348" y="1727277"/>
              <a:ext cx="109" cy="68"/>
            </a:xfrm>
            <a:custGeom>
              <a:rect b="b" l="l" r="r" t="t"/>
              <a:pathLst>
                <a:path extrusionOk="0" h="5" w="8">
                  <a:moveTo>
                    <a:pt x="1" y="4"/>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3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3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3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35"/>
            <p:cNvSpPr/>
            <p:nvPr/>
          </p:nvSpPr>
          <p:spPr>
            <a:xfrm>
              <a:off x="2201402" y="1722485"/>
              <a:ext cx="244" cy="339"/>
            </a:xfrm>
            <a:custGeom>
              <a:rect b="b" l="l" r="r" t="t"/>
              <a:pathLst>
                <a:path extrusionOk="0" h="25" w="18">
                  <a:moveTo>
                    <a:pt x="0" y="25"/>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3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35"/>
            <p:cNvSpPr/>
            <p:nvPr/>
          </p:nvSpPr>
          <p:spPr>
            <a:xfrm>
              <a:off x="2200968" y="1723150"/>
              <a:ext cx="149" cy="299"/>
            </a:xfrm>
            <a:custGeom>
              <a:rect b="b" l="l" r="r" t="t"/>
              <a:pathLst>
                <a:path extrusionOk="0" h="22" w="11">
                  <a:moveTo>
                    <a:pt x="1" y="21"/>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35"/>
            <p:cNvSpPr/>
            <p:nvPr/>
          </p:nvSpPr>
          <p:spPr>
            <a:xfrm>
              <a:off x="2226344" y="1713917"/>
              <a:ext cx="258" cy="14"/>
            </a:xfrm>
            <a:custGeom>
              <a:rect b="b" l="l" r="r" t="t"/>
              <a:pathLst>
                <a:path extrusionOk="0" h="1" w="19">
                  <a:moveTo>
                    <a:pt x="1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35"/>
            <p:cNvSpPr/>
            <p:nvPr/>
          </p:nvSpPr>
          <p:spPr>
            <a:xfrm>
              <a:off x="2225964" y="1713917"/>
              <a:ext cx="299" cy="14"/>
            </a:xfrm>
            <a:custGeom>
              <a:rect b="b" l="l" r="r" t="t"/>
              <a:pathLst>
                <a:path extrusionOk="0" h="1" w="22">
                  <a:moveTo>
                    <a:pt x="22"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35"/>
            <p:cNvSpPr/>
            <p:nvPr/>
          </p:nvSpPr>
          <p:spPr>
            <a:xfrm>
              <a:off x="2225543" y="1713876"/>
              <a:ext cx="299" cy="14"/>
            </a:xfrm>
            <a:custGeom>
              <a:rect b="b" l="l" r="r" t="t"/>
              <a:pathLst>
                <a:path extrusionOk="0" h="1" w="22">
                  <a:moveTo>
                    <a:pt x="21"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35"/>
            <p:cNvSpPr/>
            <p:nvPr/>
          </p:nvSpPr>
          <p:spPr>
            <a:xfrm>
              <a:off x="2222882" y="171382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35"/>
            <p:cNvSpPr/>
            <p:nvPr/>
          </p:nvSpPr>
          <p:spPr>
            <a:xfrm>
              <a:off x="2226915" y="1714012"/>
              <a:ext cx="204" cy="68"/>
            </a:xfrm>
            <a:custGeom>
              <a:rect b="b" l="l" r="r" t="t"/>
              <a:pathLst>
                <a:path extrusionOk="0" h="5" w="15">
                  <a:moveTo>
                    <a:pt x="15"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35"/>
            <p:cNvSpPr/>
            <p:nvPr/>
          </p:nvSpPr>
          <p:spPr>
            <a:xfrm>
              <a:off x="2223588" y="171382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35"/>
            <p:cNvSpPr/>
            <p:nvPr/>
          </p:nvSpPr>
          <p:spPr>
            <a:xfrm>
              <a:off x="2225014" y="1713822"/>
              <a:ext cx="353" cy="14"/>
            </a:xfrm>
            <a:custGeom>
              <a:rect b="b" l="l" r="r" t="t"/>
              <a:pathLst>
                <a:path extrusionOk="0" h="1" w="26">
                  <a:moveTo>
                    <a:pt x="25"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35"/>
            <p:cNvSpPr/>
            <p:nvPr/>
          </p:nvSpPr>
          <p:spPr>
            <a:xfrm>
              <a:off x="2224824" y="171382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35"/>
            <p:cNvSpPr/>
            <p:nvPr/>
          </p:nvSpPr>
          <p:spPr>
            <a:xfrm>
              <a:off x="2226684" y="1713972"/>
              <a:ext cx="204" cy="14"/>
            </a:xfrm>
            <a:custGeom>
              <a:rect b="b" l="l" r="r" t="t"/>
              <a:pathLst>
                <a:path extrusionOk="0" h="1" w="15">
                  <a:moveTo>
                    <a:pt x="1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35"/>
            <p:cNvSpPr/>
            <p:nvPr/>
          </p:nvSpPr>
          <p:spPr>
            <a:xfrm>
              <a:off x="2240845" y="1712206"/>
              <a:ext cx="258" cy="68"/>
            </a:xfrm>
            <a:custGeom>
              <a:rect b="b" l="l" r="r" t="t"/>
              <a:pathLst>
                <a:path extrusionOk="0" h="5" w="19">
                  <a:moveTo>
                    <a:pt x="1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35"/>
            <p:cNvSpPr/>
            <p:nvPr/>
          </p:nvSpPr>
          <p:spPr>
            <a:xfrm>
              <a:off x="2240370" y="1712301"/>
              <a:ext cx="353" cy="68"/>
            </a:xfrm>
            <a:custGeom>
              <a:rect b="b" l="l" r="r" t="t"/>
              <a:pathLst>
                <a:path extrusionOk="0" h="5" w="26">
                  <a:moveTo>
                    <a:pt x="25"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35"/>
            <p:cNvSpPr/>
            <p:nvPr/>
          </p:nvSpPr>
          <p:spPr>
            <a:xfrm>
              <a:off x="2241225" y="1712166"/>
              <a:ext cx="163" cy="14"/>
            </a:xfrm>
            <a:custGeom>
              <a:rect b="b" l="l" r="r" t="t"/>
              <a:pathLst>
                <a:path extrusionOk="0" h="1" w="12">
                  <a:moveTo>
                    <a:pt x="11" y="0"/>
                  </a:moveTo>
                  <a:lnTo>
                    <a:pt x="11" y="0"/>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35"/>
            <p:cNvSpPr/>
            <p:nvPr/>
          </p:nvSpPr>
          <p:spPr>
            <a:xfrm>
              <a:off x="2239379" y="1712682"/>
              <a:ext cx="149" cy="109"/>
            </a:xfrm>
            <a:custGeom>
              <a:rect b="b" l="l" r="r" t="t"/>
              <a:pathLst>
                <a:path extrusionOk="0" h="8" w="11">
                  <a:moveTo>
                    <a:pt x="11"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35"/>
            <p:cNvSpPr/>
            <p:nvPr/>
          </p:nvSpPr>
          <p:spPr>
            <a:xfrm>
              <a:off x="2240044" y="1712397"/>
              <a:ext cx="244" cy="68"/>
            </a:xfrm>
            <a:custGeom>
              <a:rect b="b" l="l" r="r" t="t"/>
              <a:pathLst>
                <a:path extrusionOk="0" h="5" w="18">
                  <a:moveTo>
                    <a:pt x="18"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35"/>
            <p:cNvSpPr/>
            <p:nvPr/>
          </p:nvSpPr>
          <p:spPr>
            <a:xfrm>
              <a:off x="2227159" y="1714067"/>
              <a:ext cx="149" cy="54"/>
            </a:xfrm>
            <a:custGeom>
              <a:rect b="b" l="l" r="r" t="t"/>
              <a:pathLst>
                <a:path extrusionOk="0" h="4" w="11">
                  <a:moveTo>
                    <a:pt x="11"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35"/>
            <p:cNvSpPr/>
            <p:nvPr/>
          </p:nvSpPr>
          <p:spPr>
            <a:xfrm>
              <a:off x="2239800" y="1712492"/>
              <a:ext cx="163" cy="68"/>
            </a:xfrm>
            <a:custGeom>
              <a:rect b="b" l="l" r="r" t="t"/>
              <a:pathLst>
                <a:path extrusionOk="0" h="5" w="12">
                  <a:moveTo>
                    <a:pt x="11"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35"/>
            <p:cNvSpPr/>
            <p:nvPr/>
          </p:nvSpPr>
          <p:spPr>
            <a:xfrm>
              <a:off x="2239569" y="1712587"/>
              <a:ext cx="149" cy="68"/>
            </a:xfrm>
            <a:custGeom>
              <a:rect b="b" l="l" r="r" t="t"/>
              <a:pathLst>
                <a:path extrusionOk="0" h="5" w="11">
                  <a:moveTo>
                    <a:pt x="11"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35"/>
            <p:cNvSpPr/>
            <p:nvPr/>
          </p:nvSpPr>
          <p:spPr>
            <a:xfrm>
              <a:off x="2223873" y="171382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35"/>
            <p:cNvSpPr/>
            <p:nvPr/>
          </p:nvSpPr>
          <p:spPr>
            <a:xfrm>
              <a:off x="2218320" y="1714067"/>
              <a:ext cx="394" cy="14"/>
            </a:xfrm>
            <a:custGeom>
              <a:rect b="b" l="l" r="r" t="t"/>
              <a:pathLst>
                <a:path extrusionOk="0" h="1" w="29">
                  <a:moveTo>
                    <a:pt x="0" y="0"/>
                  </a:moveTo>
                  <a:lnTo>
                    <a:pt x="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35"/>
            <p:cNvSpPr/>
            <p:nvPr/>
          </p:nvSpPr>
          <p:spPr>
            <a:xfrm>
              <a:off x="2221742" y="1713822"/>
              <a:ext cx="394" cy="14"/>
            </a:xfrm>
            <a:custGeom>
              <a:rect b="b" l="l" r="r" t="t"/>
              <a:pathLst>
                <a:path extrusionOk="0" h="1" w="29">
                  <a:moveTo>
                    <a:pt x="2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3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35"/>
            <p:cNvSpPr/>
            <p:nvPr/>
          </p:nvSpPr>
          <p:spPr>
            <a:xfrm>
              <a:off x="2218985" y="1713972"/>
              <a:ext cx="625" cy="54"/>
            </a:xfrm>
            <a:custGeom>
              <a:rect b="b" l="l" r="r" t="t"/>
              <a:pathLst>
                <a:path extrusionOk="0" h="4" w="46">
                  <a:moveTo>
                    <a:pt x="46"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35"/>
            <p:cNvSpPr/>
            <p:nvPr/>
          </p:nvSpPr>
          <p:spPr>
            <a:xfrm>
              <a:off x="2219977" y="1713917"/>
              <a:ext cx="543" cy="14"/>
            </a:xfrm>
            <a:custGeom>
              <a:rect b="b" l="l" r="r" t="t"/>
              <a:pathLst>
                <a:path extrusionOk="0" h="1" w="40">
                  <a:moveTo>
                    <a:pt x="39"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35"/>
            <p:cNvSpPr/>
            <p:nvPr/>
          </p:nvSpPr>
          <p:spPr>
            <a:xfrm>
              <a:off x="2220886" y="1713876"/>
              <a:ext cx="489" cy="14"/>
            </a:xfrm>
            <a:custGeom>
              <a:rect b="b" l="l" r="r" t="t"/>
              <a:pathLst>
                <a:path extrusionOk="0" h="1" w="36">
                  <a:moveTo>
                    <a:pt x="35"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3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3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35"/>
            <p:cNvSpPr/>
            <p:nvPr/>
          </p:nvSpPr>
          <p:spPr>
            <a:xfrm>
              <a:off x="2205204" y="1719959"/>
              <a:ext cx="625" cy="14"/>
            </a:xfrm>
            <a:custGeom>
              <a:rect b="b" l="l" r="r" t="t"/>
              <a:pathLst>
                <a:path extrusionOk="0" h="1" w="46">
                  <a:moveTo>
                    <a:pt x="25" y="0"/>
                  </a:moveTo>
                  <a:lnTo>
                    <a:pt x="46" y="0"/>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3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3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3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3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3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3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3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3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3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3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3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3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3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3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3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3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3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3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35"/>
            <p:cNvSpPr/>
            <p:nvPr/>
          </p:nvSpPr>
          <p:spPr>
            <a:xfrm>
              <a:off x="1998948" y="1591570"/>
              <a:ext cx="394" cy="394"/>
            </a:xfrm>
            <a:custGeom>
              <a:rect b="b" l="l" r="r" t="t"/>
              <a:pathLst>
                <a:path extrusionOk="0" h="29" w="29">
                  <a:moveTo>
                    <a:pt x="29" y="29"/>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3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3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3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35"/>
            <p:cNvSpPr/>
            <p:nvPr/>
          </p:nvSpPr>
          <p:spPr>
            <a:xfrm>
              <a:off x="2116217" y="1584537"/>
              <a:ext cx="244" cy="14"/>
            </a:xfrm>
            <a:custGeom>
              <a:rect b="b" l="l" r="r" t="t"/>
              <a:pathLst>
                <a:path extrusionOk="0" h="1" w="18">
                  <a:moveTo>
                    <a:pt x="1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35"/>
            <p:cNvSpPr/>
            <p:nvPr/>
          </p:nvSpPr>
          <p:spPr>
            <a:xfrm>
              <a:off x="2117168" y="1584632"/>
              <a:ext cx="258" cy="14"/>
            </a:xfrm>
            <a:custGeom>
              <a:rect b="b" l="l" r="r" t="t"/>
              <a:pathLst>
                <a:path extrusionOk="0" h="1" w="19">
                  <a:moveTo>
                    <a:pt x="1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35"/>
            <p:cNvSpPr/>
            <p:nvPr/>
          </p:nvSpPr>
          <p:spPr>
            <a:xfrm>
              <a:off x="2115267" y="1584496"/>
              <a:ext cx="244" cy="14"/>
            </a:xfrm>
            <a:custGeom>
              <a:rect b="b" l="l" r="r" t="t"/>
              <a:pathLst>
                <a:path extrusionOk="0" h="1" w="18">
                  <a:moveTo>
                    <a:pt x="18"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35"/>
            <p:cNvSpPr/>
            <p:nvPr/>
          </p:nvSpPr>
          <p:spPr>
            <a:xfrm>
              <a:off x="2115742" y="1584537"/>
              <a:ext cx="244" cy="14"/>
            </a:xfrm>
            <a:custGeom>
              <a:rect b="b" l="l" r="r" t="t"/>
              <a:pathLst>
                <a:path extrusionOk="0" h="1" w="18">
                  <a:moveTo>
                    <a:pt x="1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35"/>
            <p:cNvSpPr/>
            <p:nvPr/>
          </p:nvSpPr>
          <p:spPr>
            <a:xfrm>
              <a:off x="2114357" y="1584442"/>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35"/>
            <p:cNvSpPr/>
            <p:nvPr/>
          </p:nvSpPr>
          <p:spPr>
            <a:xfrm>
              <a:off x="2115022" y="1584496"/>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35"/>
            <p:cNvSpPr/>
            <p:nvPr/>
          </p:nvSpPr>
          <p:spPr>
            <a:xfrm>
              <a:off x="2117643" y="1584687"/>
              <a:ext cx="258" cy="14"/>
            </a:xfrm>
            <a:custGeom>
              <a:rect b="b" l="l" r="r" t="t"/>
              <a:pathLst>
                <a:path extrusionOk="0" h="1" w="19">
                  <a:moveTo>
                    <a:pt x="1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35"/>
            <p:cNvSpPr/>
            <p:nvPr/>
          </p:nvSpPr>
          <p:spPr>
            <a:xfrm>
              <a:off x="2120263" y="1585162"/>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35"/>
            <p:cNvSpPr/>
            <p:nvPr/>
          </p:nvSpPr>
          <p:spPr>
            <a:xfrm>
              <a:off x="2120874" y="158516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35"/>
            <p:cNvSpPr/>
            <p:nvPr/>
          </p:nvSpPr>
          <p:spPr>
            <a:xfrm>
              <a:off x="2120399" y="158516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35"/>
            <p:cNvSpPr/>
            <p:nvPr/>
          </p:nvSpPr>
          <p:spPr>
            <a:xfrm>
              <a:off x="2118118" y="1584727"/>
              <a:ext cx="204" cy="14"/>
            </a:xfrm>
            <a:custGeom>
              <a:rect b="b" l="l" r="r" t="t"/>
              <a:pathLst>
                <a:path extrusionOk="0" h="1" w="15">
                  <a:moveTo>
                    <a:pt x="15"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35"/>
            <p:cNvSpPr/>
            <p:nvPr/>
          </p:nvSpPr>
          <p:spPr>
            <a:xfrm>
              <a:off x="2118553" y="1584782"/>
              <a:ext cx="204" cy="14"/>
            </a:xfrm>
            <a:custGeom>
              <a:rect b="b" l="l" r="r" t="t"/>
              <a:pathLst>
                <a:path extrusionOk="0" h="1" w="15">
                  <a:moveTo>
                    <a:pt x="1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35"/>
            <p:cNvSpPr/>
            <p:nvPr/>
          </p:nvSpPr>
          <p:spPr>
            <a:xfrm>
              <a:off x="2118973" y="1584877"/>
              <a:ext cx="163" cy="14"/>
            </a:xfrm>
            <a:custGeom>
              <a:rect b="b" l="l" r="r" t="t"/>
              <a:pathLst>
                <a:path extrusionOk="0" h="1" w="12">
                  <a:moveTo>
                    <a:pt x="1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35"/>
            <p:cNvSpPr/>
            <p:nvPr/>
          </p:nvSpPr>
          <p:spPr>
            <a:xfrm>
              <a:off x="2119408" y="1584917"/>
              <a:ext cx="149" cy="14"/>
            </a:xfrm>
            <a:custGeom>
              <a:rect b="b" l="l" r="r" t="t"/>
              <a:pathLst>
                <a:path extrusionOk="0" h="1" w="11">
                  <a:moveTo>
                    <a:pt x="11"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35"/>
            <p:cNvSpPr/>
            <p:nvPr/>
          </p:nvSpPr>
          <p:spPr>
            <a:xfrm>
              <a:off x="2116692" y="1584632"/>
              <a:ext cx="258" cy="14"/>
            </a:xfrm>
            <a:custGeom>
              <a:rect b="b" l="l" r="r" t="t"/>
              <a:pathLst>
                <a:path extrusionOk="0" h="1" w="19">
                  <a:moveTo>
                    <a:pt x="1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35"/>
            <p:cNvSpPr/>
            <p:nvPr/>
          </p:nvSpPr>
          <p:spPr>
            <a:xfrm>
              <a:off x="2119734" y="1585012"/>
              <a:ext cx="163" cy="14"/>
            </a:xfrm>
            <a:custGeom>
              <a:rect b="b" l="l" r="r" t="t"/>
              <a:pathLst>
                <a:path extrusionOk="0" h="1" w="12">
                  <a:moveTo>
                    <a:pt x="11"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35"/>
            <p:cNvSpPr/>
            <p:nvPr/>
          </p:nvSpPr>
          <p:spPr>
            <a:xfrm>
              <a:off x="2113936" y="158444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35"/>
            <p:cNvSpPr/>
            <p:nvPr/>
          </p:nvSpPr>
          <p:spPr>
            <a:xfrm>
              <a:off x="2120644" y="1585162"/>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3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3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solidFill>
              <a:schemeClr val="accent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35"/>
            <p:cNvSpPr/>
            <p:nvPr/>
          </p:nvSpPr>
          <p:spPr>
            <a:xfrm>
              <a:off x="2223833" y="1459339"/>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3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35"/>
            <p:cNvSpPr/>
            <p:nvPr/>
          </p:nvSpPr>
          <p:spPr>
            <a:xfrm>
              <a:off x="2221782" y="1455673"/>
              <a:ext cx="204" cy="258"/>
            </a:xfrm>
            <a:custGeom>
              <a:rect b="b" l="l" r="r" t="t"/>
              <a:pathLst>
                <a:path extrusionOk="0" h="19" w="15">
                  <a:moveTo>
                    <a:pt x="1" y="1"/>
                  </a:moveTo>
                  <a:lnTo>
                    <a:pt x="15"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35"/>
            <p:cNvSpPr/>
            <p:nvPr/>
          </p:nvSpPr>
          <p:spPr>
            <a:xfrm>
              <a:off x="2221552" y="1455347"/>
              <a:ext cx="204" cy="244"/>
            </a:xfrm>
            <a:custGeom>
              <a:rect b="b" l="l" r="r" t="t"/>
              <a:pathLst>
                <a:path extrusionOk="0" h="18" w="15">
                  <a:moveTo>
                    <a:pt x="0" y="0"/>
                  </a:moveTo>
                  <a:lnTo>
                    <a:pt x="14"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3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3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35"/>
            <p:cNvSpPr/>
            <p:nvPr/>
          </p:nvSpPr>
          <p:spPr>
            <a:xfrm>
              <a:off x="2221361" y="1454967"/>
              <a:ext cx="149" cy="244"/>
            </a:xfrm>
            <a:custGeom>
              <a:rect b="b" l="l" r="r" t="t"/>
              <a:pathLst>
                <a:path extrusionOk="0" h="18" w="11">
                  <a:moveTo>
                    <a:pt x="0" y="0"/>
                  </a:moveTo>
                  <a:lnTo>
                    <a:pt x="1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35"/>
            <p:cNvSpPr/>
            <p:nvPr/>
          </p:nvSpPr>
          <p:spPr>
            <a:xfrm>
              <a:off x="2223642" y="1458429"/>
              <a:ext cx="109" cy="258"/>
            </a:xfrm>
            <a:custGeom>
              <a:rect b="b" l="l" r="r" t="t"/>
              <a:pathLst>
                <a:path extrusionOk="0" h="19" w="8">
                  <a:moveTo>
                    <a:pt x="0" y="1"/>
                  </a:moveTo>
                  <a:lnTo>
                    <a:pt x="7"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35"/>
            <p:cNvSpPr/>
            <p:nvPr/>
          </p:nvSpPr>
          <p:spPr>
            <a:xfrm>
              <a:off x="2222692" y="1456868"/>
              <a:ext cx="204" cy="204"/>
            </a:xfrm>
            <a:custGeom>
              <a:rect b="b" l="l" r="r" t="t"/>
              <a:pathLst>
                <a:path extrusionOk="0" h="15" w="15">
                  <a:moveTo>
                    <a:pt x="0" y="0"/>
                  </a:moveTo>
                  <a:lnTo>
                    <a:pt x="14"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35"/>
            <p:cNvSpPr/>
            <p:nvPr/>
          </p:nvSpPr>
          <p:spPr>
            <a:xfrm>
              <a:off x="2222502" y="1456583"/>
              <a:ext cx="204" cy="244"/>
            </a:xfrm>
            <a:custGeom>
              <a:rect b="b" l="l" r="r" t="t"/>
              <a:pathLst>
                <a:path extrusionOk="0" h="18" w="15">
                  <a:moveTo>
                    <a:pt x="0" y="0"/>
                  </a:moveTo>
                  <a:lnTo>
                    <a:pt x="14"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3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35"/>
            <p:cNvSpPr/>
            <p:nvPr/>
          </p:nvSpPr>
          <p:spPr>
            <a:xfrm>
              <a:off x="2223303" y="1457574"/>
              <a:ext cx="68" cy="109"/>
            </a:xfrm>
            <a:custGeom>
              <a:rect b="b" l="l" r="r" t="t"/>
              <a:pathLst>
                <a:path extrusionOk="0" h="8" w="5">
                  <a:moveTo>
                    <a:pt x="1" y="1"/>
                  </a:moveTo>
                  <a:lnTo>
                    <a:pt x="4"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35"/>
            <p:cNvSpPr/>
            <p:nvPr/>
          </p:nvSpPr>
          <p:spPr>
            <a:xfrm>
              <a:off x="2222258" y="1456338"/>
              <a:ext cx="204" cy="258"/>
            </a:xfrm>
            <a:custGeom>
              <a:rect b="b" l="l" r="r" t="t"/>
              <a:pathLst>
                <a:path extrusionOk="0" h="19" w="15">
                  <a:moveTo>
                    <a:pt x="1" y="1"/>
                  </a:moveTo>
                  <a:lnTo>
                    <a:pt x="15"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3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35"/>
            <p:cNvSpPr/>
            <p:nvPr/>
          </p:nvSpPr>
          <p:spPr>
            <a:xfrm>
              <a:off x="2223398" y="1457764"/>
              <a:ext cx="109" cy="163"/>
            </a:xfrm>
            <a:custGeom>
              <a:rect b="b" l="l" r="r" t="t"/>
              <a:pathLst>
                <a:path extrusionOk="0" h="12" w="8">
                  <a:moveTo>
                    <a:pt x="1" y="1"/>
                  </a:moveTo>
                  <a:lnTo>
                    <a:pt x="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3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35"/>
            <p:cNvSpPr/>
            <p:nvPr/>
          </p:nvSpPr>
          <p:spPr>
            <a:xfrm>
              <a:off x="2220886" y="1453202"/>
              <a:ext cx="14" cy="109"/>
            </a:xfrm>
            <a:custGeom>
              <a:rect b="b" l="l" r="r" t="t"/>
              <a:pathLst>
                <a:path extrusionOk="0" h="8" w="1">
                  <a:moveTo>
                    <a:pt x="0" y="1"/>
                  </a:moveTo>
                  <a:lnTo>
                    <a:pt x="0" y="8"/>
                  </a:lnTo>
                  <a:cubicBezTo>
                    <a:pt x="0" y="8"/>
                    <a:pt x="0"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35"/>
            <p:cNvSpPr/>
            <p:nvPr/>
          </p:nvSpPr>
          <p:spPr>
            <a:xfrm>
              <a:off x="2222027" y="1456013"/>
              <a:ext cx="204" cy="244"/>
            </a:xfrm>
            <a:custGeom>
              <a:rect b="b" l="l" r="r" t="t"/>
              <a:pathLst>
                <a:path extrusionOk="0" h="18" w="15">
                  <a:moveTo>
                    <a:pt x="0" y="0"/>
                  </a:moveTo>
                  <a:lnTo>
                    <a:pt x="14"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3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3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3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3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3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35"/>
            <p:cNvSpPr/>
            <p:nvPr/>
          </p:nvSpPr>
          <p:spPr>
            <a:xfrm>
              <a:off x="2234002" y="1549982"/>
              <a:ext cx="258" cy="14"/>
            </a:xfrm>
            <a:custGeom>
              <a:rect b="b" l="l" r="r" t="t"/>
              <a:pathLst>
                <a:path extrusionOk="0" h="1" w="19">
                  <a:moveTo>
                    <a:pt x="1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35"/>
            <p:cNvSpPr/>
            <p:nvPr/>
          </p:nvSpPr>
          <p:spPr>
            <a:xfrm>
              <a:off x="2234342" y="1550023"/>
              <a:ext cx="149" cy="14"/>
            </a:xfrm>
            <a:custGeom>
              <a:rect b="b" l="l" r="r" t="t"/>
              <a:pathLst>
                <a:path extrusionOk="0" h="1" w="11">
                  <a:moveTo>
                    <a:pt x="11"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35"/>
            <p:cNvSpPr/>
            <p:nvPr/>
          </p:nvSpPr>
          <p:spPr>
            <a:xfrm>
              <a:off x="2234722" y="1550118"/>
              <a:ext cx="149" cy="68"/>
            </a:xfrm>
            <a:custGeom>
              <a:rect b="b" l="l" r="r" t="t"/>
              <a:pathLst>
                <a:path extrusionOk="0" h="5" w="11">
                  <a:moveTo>
                    <a:pt x="11"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35"/>
            <p:cNvSpPr/>
            <p:nvPr/>
          </p:nvSpPr>
          <p:spPr>
            <a:xfrm>
              <a:off x="2234572" y="1550077"/>
              <a:ext cx="109" cy="14"/>
            </a:xfrm>
            <a:custGeom>
              <a:rect b="b" l="l" r="r" t="t"/>
              <a:pathLst>
                <a:path extrusionOk="0" h="1" w="8">
                  <a:moveTo>
                    <a:pt x="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35"/>
            <p:cNvSpPr/>
            <p:nvPr/>
          </p:nvSpPr>
          <p:spPr>
            <a:xfrm>
              <a:off x="2229630" y="1549982"/>
              <a:ext cx="733" cy="54"/>
            </a:xfrm>
            <a:custGeom>
              <a:rect b="b" l="l" r="r" t="t"/>
              <a:pathLst>
                <a:path extrusionOk="0" h="4" w="54">
                  <a:moveTo>
                    <a:pt x="53"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35"/>
            <p:cNvSpPr/>
            <p:nvPr/>
          </p:nvSpPr>
          <p:spPr>
            <a:xfrm>
              <a:off x="2245652" y="1554599"/>
              <a:ext cx="530" cy="54"/>
            </a:xfrm>
            <a:custGeom>
              <a:rect b="b" l="l" r="r" t="t"/>
              <a:pathLst>
                <a:path extrusionOk="0" h="4" w="39">
                  <a:moveTo>
                    <a:pt x="39"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35"/>
            <p:cNvSpPr/>
            <p:nvPr/>
          </p:nvSpPr>
          <p:spPr>
            <a:xfrm>
              <a:off x="2244986" y="1554544"/>
              <a:ext cx="489" cy="68"/>
            </a:xfrm>
            <a:custGeom>
              <a:rect b="b" l="l" r="r" t="t"/>
              <a:pathLst>
                <a:path extrusionOk="0" h="5" w="36">
                  <a:moveTo>
                    <a:pt x="35"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35"/>
            <p:cNvSpPr/>
            <p:nvPr/>
          </p:nvSpPr>
          <p:spPr>
            <a:xfrm>
              <a:off x="2235102" y="1550213"/>
              <a:ext cx="109" cy="68"/>
            </a:xfrm>
            <a:custGeom>
              <a:rect b="b" l="l" r="r" t="t"/>
              <a:pathLst>
                <a:path extrusionOk="0" h="5" w="8">
                  <a:moveTo>
                    <a:pt x="7"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35"/>
            <p:cNvSpPr/>
            <p:nvPr/>
          </p:nvSpPr>
          <p:spPr>
            <a:xfrm>
              <a:off x="2244416" y="1554544"/>
              <a:ext cx="434" cy="14"/>
            </a:xfrm>
            <a:custGeom>
              <a:rect b="b" l="l" r="r" t="t"/>
              <a:pathLst>
                <a:path extrusionOk="0" h="1" w="32">
                  <a:moveTo>
                    <a:pt x="32"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35"/>
            <p:cNvSpPr/>
            <p:nvPr/>
          </p:nvSpPr>
          <p:spPr>
            <a:xfrm>
              <a:off x="2233622" y="1549982"/>
              <a:ext cx="299" cy="14"/>
            </a:xfrm>
            <a:custGeom>
              <a:rect b="b" l="l" r="r" t="t"/>
              <a:pathLst>
                <a:path extrusionOk="0" h="1" w="22">
                  <a:moveTo>
                    <a:pt x="22"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35"/>
            <p:cNvSpPr/>
            <p:nvPr/>
          </p:nvSpPr>
          <p:spPr>
            <a:xfrm>
              <a:off x="2247267" y="1554789"/>
              <a:ext cx="584" cy="54"/>
            </a:xfrm>
            <a:custGeom>
              <a:rect b="b" l="l" r="r" t="t"/>
              <a:pathLst>
                <a:path extrusionOk="0" h="4" w="43">
                  <a:moveTo>
                    <a:pt x="42"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35"/>
            <p:cNvSpPr/>
            <p:nvPr/>
          </p:nvSpPr>
          <p:spPr>
            <a:xfrm>
              <a:off x="2246412" y="1554694"/>
              <a:ext cx="584" cy="54"/>
            </a:xfrm>
            <a:custGeom>
              <a:rect b="b" l="l" r="r" t="t"/>
              <a:pathLst>
                <a:path extrusionOk="0" h="4" w="43">
                  <a:moveTo>
                    <a:pt x="42"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35"/>
            <p:cNvSpPr/>
            <p:nvPr/>
          </p:nvSpPr>
          <p:spPr>
            <a:xfrm>
              <a:off x="2243941" y="1554504"/>
              <a:ext cx="339" cy="14"/>
            </a:xfrm>
            <a:custGeom>
              <a:rect b="b" l="l" r="r" t="t"/>
              <a:pathLst>
                <a:path extrusionOk="0" h="1" w="25">
                  <a:moveTo>
                    <a:pt x="25"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35"/>
            <p:cNvSpPr/>
            <p:nvPr/>
          </p:nvSpPr>
          <p:spPr>
            <a:xfrm>
              <a:off x="2242420" y="1554504"/>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35"/>
            <p:cNvSpPr/>
            <p:nvPr/>
          </p:nvSpPr>
          <p:spPr>
            <a:xfrm>
              <a:off x="2242230" y="1554504"/>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35"/>
            <p:cNvSpPr/>
            <p:nvPr/>
          </p:nvSpPr>
          <p:spPr>
            <a:xfrm>
              <a:off x="2228530" y="1550023"/>
              <a:ext cx="964" cy="109"/>
            </a:xfrm>
            <a:custGeom>
              <a:rect b="b" l="l" r="r" t="t"/>
              <a:pathLst>
                <a:path extrusionOk="0" h="8" w="71">
                  <a:moveTo>
                    <a:pt x="1" y="8"/>
                  </a:moveTo>
                  <a:lnTo>
                    <a:pt x="7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35"/>
            <p:cNvSpPr/>
            <p:nvPr/>
          </p:nvSpPr>
          <p:spPr>
            <a:xfrm>
              <a:off x="2243506" y="1554449"/>
              <a:ext cx="299" cy="14"/>
            </a:xfrm>
            <a:custGeom>
              <a:rect b="b" l="l" r="r" t="t"/>
              <a:pathLst>
                <a:path extrusionOk="0" h="1" w="22">
                  <a:moveTo>
                    <a:pt x="22"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35"/>
            <p:cNvSpPr/>
            <p:nvPr/>
          </p:nvSpPr>
          <p:spPr>
            <a:xfrm>
              <a:off x="2242841" y="155444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35"/>
            <p:cNvSpPr/>
            <p:nvPr/>
          </p:nvSpPr>
          <p:spPr>
            <a:xfrm>
              <a:off x="2242610" y="155444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35"/>
            <p:cNvSpPr/>
            <p:nvPr/>
          </p:nvSpPr>
          <p:spPr>
            <a:xfrm>
              <a:off x="2232441" y="154992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35"/>
            <p:cNvSpPr/>
            <p:nvPr/>
          </p:nvSpPr>
          <p:spPr>
            <a:xfrm>
              <a:off x="2242081" y="1554544"/>
              <a:ext cx="68" cy="14"/>
            </a:xfrm>
            <a:custGeom>
              <a:rect b="b" l="l" r="r" t="t"/>
              <a:pathLst>
                <a:path extrusionOk="0" h="1" w="5">
                  <a:moveTo>
                    <a:pt x="4"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35"/>
            <p:cNvSpPr/>
            <p:nvPr/>
          </p:nvSpPr>
          <p:spPr>
            <a:xfrm>
              <a:off x="2243126" y="155444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35"/>
            <p:cNvSpPr/>
            <p:nvPr/>
          </p:nvSpPr>
          <p:spPr>
            <a:xfrm>
              <a:off x="2230581" y="1549928"/>
              <a:ext cx="584" cy="14"/>
            </a:xfrm>
            <a:custGeom>
              <a:rect b="b" l="l" r="r" t="t"/>
              <a:pathLst>
                <a:path extrusionOk="0" h="1" w="43">
                  <a:moveTo>
                    <a:pt x="43"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35"/>
            <p:cNvSpPr/>
            <p:nvPr/>
          </p:nvSpPr>
          <p:spPr>
            <a:xfrm>
              <a:off x="2234912" y="1550118"/>
              <a:ext cx="109" cy="68"/>
            </a:xfrm>
            <a:custGeom>
              <a:rect b="b" l="l" r="r" t="t"/>
              <a:pathLst>
                <a:path extrusionOk="0" h="5" w="8">
                  <a:moveTo>
                    <a:pt x="7"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35"/>
            <p:cNvSpPr/>
            <p:nvPr/>
          </p:nvSpPr>
          <p:spPr>
            <a:xfrm>
              <a:off x="2233011" y="154992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35"/>
            <p:cNvSpPr/>
            <p:nvPr/>
          </p:nvSpPr>
          <p:spPr>
            <a:xfrm>
              <a:off x="2231436" y="1549928"/>
              <a:ext cx="448" cy="14"/>
            </a:xfrm>
            <a:custGeom>
              <a:rect b="b" l="l" r="r" t="t"/>
              <a:pathLst>
                <a:path extrusionOk="0" h="1" w="33">
                  <a:moveTo>
                    <a:pt x="32"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35"/>
            <p:cNvSpPr/>
            <p:nvPr/>
          </p:nvSpPr>
          <p:spPr>
            <a:xfrm>
              <a:off x="2235197" y="1550308"/>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35"/>
            <p:cNvSpPr/>
            <p:nvPr/>
          </p:nvSpPr>
          <p:spPr>
            <a:xfrm>
              <a:off x="2242040" y="1554544"/>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35"/>
            <p:cNvSpPr/>
            <p:nvPr/>
          </p:nvSpPr>
          <p:spPr>
            <a:xfrm>
              <a:off x="2233486" y="154992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35"/>
            <p:cNvSpPr/>
            <p:nvPr/>
          </p:nvSpPr>
          <p:spPr>
            <a:xfrm>
              <a:off x="2235007" y="1550173"/>
              <a:ext cx="109" cy="54"/>
            </a:xfrm>
            <a:custGeom>
              <a:rect b="b" l="l" r="r" t="t"/>
              <a:pathLst>
                <a:path extrusionOk="0" h="4" w="8">
                  <a:moveTo>
                    <a:pt x="7"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3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35"/>
            <p:cNvSpPr/>
            <p:nvPr/>
          </p:nvSpPr>
          <p:spPr>
            <a:xfrm>
              <a:off x="2349886" y="2013858"/>
              <a:ext cx="2254" cy="3286"/>
            </a:xfrm>
            <a:custGeom>
              <a:rect b="b" l="l" r="r" t="t"/>
              <a:pathLst>
                <a:path extrusionOk="0" h="242" w="166">
                  <a:moveTo>
                    <a:pt x="1" y="242"/>
                  </a:moveTo>
                  <a:lnTo>
                    <a:pt x="165" y="0"/>
                  </a:lnTo>
                  <a:lnTo>
                    <a:pt x="16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35"/>
            <p:cNvSpPr/>
            <p:nvPr/>
          </p:nvSpPr>
          <p:spPr>
            <a:xfrm>
              <a:off x="2308149" y="2009201"/>
              <a:ext cx="964" cy="394"/>
            </a:xfrm>
            <a:custGeom>
              <a:rect b="b" l="l" r="r" t="t"/>
              <a:pathLst>
                <a:path extrusionOk="0" h="29" w="71">
                  <a:moveTo>
                    <a:pt x="1" y="0"/>
                  </a:moveTo>
                  <a:lnTo>
                    <a:pt x="71" y="28"/>
                  </a:lnTo>
                  <a:lnTo>
                    <a:pt x="53" y="21"/>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3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35"/>
            <p:cNvSpPr/>
            <p:nvPr/>
          </p:nvSpPr>
          <p:spPr>
            <a:xfrm>
              <a:off x="2296513" y="2011767"/>
              <a:ext cx="54" cy="54"/>
            </a:xfrm>
            <a:custGeom>
              <a:rect b="b" l="l" r="r" t="t"/>
              <a:pathLst>
                <a:path extrusionOk="0" h="4" w="4">
                  <a:moveTo>
                    <a:pt x="4"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35"/>
            <p:cNvSpPr/>
            <p:nvPr/>
          </p:nvSpPr>
          <p:spPr>
            <a:xfrm>
              <a:off x="2296649" y="2011522"/>
              <a:ext cx="68" cy="109"/>
            </a:xfrm>
            <a:custGeom>
              <a:rect b="b" l="l" r="r" t="t"/>
              <a:pathLst>
                <a:path extrusionOk="0" h="8" w="5">
                  <a:moveTo>
                    <a:pt x="4"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3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3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35"/>
            <p:cNvSpPr/>
            <p:nvPr/>
          </p:nvSpPr>
          <p:spPr>
            <a:xfrm>
              <a:off x="2306248" y="2008196"/>
              <a:ext cx="68" cy="68"/>
            </a:xfrm>
            <a:custGeom>
              <a:rect b="b" l="l" r="r" t="t"/>
              <a:pathLst>
                <a:path extrusionOk="0" h="5" w="5">
                  <a:moveTo>
                    <a:pt x="4"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35"/>
            <p:cNvSpPr/>
            <p:nvPr/>
          </p:nvSpPr>
          <p:spPr>
            <a:xfrm>
              <a:off x="2336336" y="2018080"/>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35"/>
            <p:cNvSpPr/>
            <p:nvPr/>
          </p:nvSpPr>
          <p:spPr>
            <a:xfrm>
              <a:off x="2336675" y="2017890"/>
              <a:ext cx="54" cy="68"/>
            </a:xfrm>
            <a:custGeom>
              <a:rect b="b" l="l" r="r" t="t"/>
              <a:pathLst>
                <a:path extrusionOk="0" h="5" w="4">
                  <a:moveTo>
                    <a:pt x="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3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35"/>
            <p:cNvSpPr/>
            <p:nvPr/>
          </p:nvSpPr>
          <p:spPr>
            <a:xfrm>
              <a:off x="2335765" y="201823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35"/>
            <p:cNvSpPr/>
            <p:nvPr/>
          </p:nvSpPr>
          <p:spPr>
            <a:xfrm>
              <a:off x="2335480" y="2018230"/>
              <a:ext cx="163" cy="14"/>
            </a:xfrm>
            <a:custGeom>
              <a:rect b="b" l="l" r="r" t="t"/>
              <a:pathLst>
                <a:path extrusionOk="0" h="1" w="12">
                  <a:moveTo>
                    <a:pt x="1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35"/>
            <p:cNvSpPr/>
            <p:nvPr/>
          </p:nvSpPr>
          <p:spPr>
            <a:xfrm>
              <a:off x="2335249" y="2018135"/>
              <a:ext cx="149" cy="54"/>
            </a:xfrm>
            <a:custGeom>
              <a:rect b="b" l="l" r="r" t="t"/>
              <a:pathLst>
                <a:path extrusionOk="0" h="4" w="11">
                  <a:moveTo>
                    <a:pt x="11"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35"/>
            <p:cNvSpPr/>
            <p:nvPr/>
          </p:nvSpPr>
          <p:spPr>
            <a:xfrm>
              <a:off x="2336051" y="2018175"/>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35"/>
            <p:cNvSpPr/>
            <p:nvPr/>
          </p:nvSpPr>
          <p:spPr>
            <a:xfrm>
              <a:off x="2335059" y="2017985"/>
              <a:ext cx="204" cy="109"/>
            </a:xfrm>
            <a:custGeom>
              <a:rect b="b" l="l" r="r" t="t"/>
              <a:pathLst>
                <a:path extrusionOk="0" h="8" w="15">
                  <a:moveTo>
                    <a:pt x="14"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35"/>
            <p:cNvSpPr/>
            <p:nvPr/>
          </p:nvSpPr>
          <p:spPr>
            <a:xfrm>
              <a:off x="2337816" y="2016804"/>
              <a:ext cx="54" cy="109"/>
            </a:xfrm>
            <a:custGeom>
              <a:rect b="b" l="l" r="r" t="t"/>
              <a:pathLst>
                <a:path extrusionOk="0" h="8" w="4">
                  <a:moveTo>
                    <a:pt x="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35"/>
            <p:cNvSpPr/>
            <p:nvPr/>
          </p:nvSpPr>
          <p:spPr>
            <a:xfrm>
              <a:off x="2337245" y="2017415"/>
              <a:ext cx="109" cy="68"/>
            </a:xfrm>
            <a:custGeom>
              <a:rect b="b" l="l" r="r" t="t"/>
              <a:pathLst>
                <a:path extrusionOk="0" h="5" w="8">
                  <a:moveTo>
                    <a:pt x="7"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35"/>
            <p:cNvSpPr/>
            <p:nvPr/>
          </p:nvSpPr>
          <p:spPr>
            <a:xfrm>
              <a:off x="2337571" y="2017184"/>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35"/>
            <p:cNvSpPr/>
            <p:nvPr/>
          </p:nvSpPr>
          <p:spPr>
            <a:xfrm>
              <a:off x="2336960" y="2017700"/>
              <a:ext cx="54" cy="68"/>
            </a:xfrm>
            <a:custGeom>
              <a:rect b="b" l="l" r="r" t="t"/>
              <a:pathLst>
                <a:path extrusionOk="0" h="5" w="4">
                  <a:moveTo>
                    <a:pt x="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35"/>
            <p:cNvSpPr/>
            <p:nvPr/>
          </p:nvSpPr>
          <p:spPr>
            <a:xfrm>
              <a:off x="2307388" y="2008861"/>
              <a:ext cx="584" cy="258"/>
            </a:xfrm>
            <a:custGeom>
              <a:rect b="b" l="l" r="r" t="t"/>
              <a:pathLst>
                <a:path extrusionOk="0" h="19" w="43">
                  <a:moveTo>
                    <a:pt x="1" y="1"/>
                  </a:moveTo>
                  <a:lnTo>
                    <a:pt x="1" y="4"/>
                  </a:lnTo>
                  <a:lnTo>
                    <a:pt x="43" y="18"/>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3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35"/>
            <p:cNvSpPr/>
            <p:nvPr/>
          </p:nvSpPr>
          <p:spPr>
            <a:xfrm>
              <a:off x="2310050" y="2009961"/>
              <a:ext cx="299" cy="149"/>
            </a:xfrm>
            <a:custGeom>
              <a:rect b="b" l="l" r="r" t="t"/>
              <a:pathLst>
                <a:path extrusionOk="0" h="11" w="22">
                  <a:moveTo>
                    <a:pt x="22"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35"/>
            <p:cNvSpPr/>
            <p:nvPr/>
          </p:nvSpPr>
          <p:spPr>
            <a:xfrm>
              <a:off x="2351651" y="2013953"/>
              <a:ext cx="149" cy="54"/>
            </a:xfrm>
            <a:custGeom>
              <a:rect b="b" l="l" r="r" t="t"/>
              <a:pathLst>
                <a:path extrusionOk="0" h="4" w="11">
                  <a:moveTo>
                    <a:pt x="11"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3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35"/>
            <p:cNvSpPr/>
            <p:nvPr/>
          </p:nvSpPr>
          <p:spPr>
            <a:xfrm>
              <a:off x="2352072" y="2013858"/>
              <a:ext cx="68" cy="14"/>
            </a:xfrm>
            <a:custGeom>
              <a:rect b="b" l="l" r="r" t="t"/>
              <a:pathLst>
                <a:path extrusionOk="0" h="1" w="5">
                  <a:moveTo>
                    <a:pt x="4" y="0"/>
                  </a:moveTo>
                  <a:lnTo>
                    <a:pt x="4" y="0"/>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35"/>
            <p:cNvSpPr/>
            <p:nvPr/>
          </p:nvSpPr>
          <p:spPr>
            <a:xfrm>
              <a:off x="2351027" y="2014143"/>
              <a:ext cx="109" cy="14"/>
            </a:xfrm>
            <a:custGeom>
              <a:rect b="b" l="l" r="r" t="t"/>
              <a:pathLst>
                <a:path extrusionOk="0" h="1" w="8">
                  <a:moveTo>
                    <a:pt x="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35"/>
            <p:cNvSpPr/>
            <p:nvPr/>
          </p:nvSpPr>
          <p:spPr>
            <a:xfrm>
              <a:off x="2351312" y="2014048"/>
              <a:ext cx="109" cy="54"/>
            </a:xfrm>
            <a:custGeom>
              <a:rect b="b" l="l" r="r" t="t"/>
              <a:pathLst>
                <a:path extrusionOk="0" h="4" w="8">
                  <a:moveTo>
                    <a:pt x="8"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3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35"/>
            <p:cNvSpPr/>
            <p:nvPr/>
          </p:nvSpPr>
          <p:spPr>
            <a:xfrm>
              <a:off x="2263710" y="2052689"/>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35"/>
            <p:cNvSpPr/>
            <p:nvPr/>
          </p:nvSpPr>
          <p:spPr>
            <a:xfrm>
              <a:off x="2264144" y="2052540"/>
              <a:ext cx="109" cy="68"/>
            </a:xfrm>
            <a:custGeom>
              <a:rect b="b" l="l" r="r" t="t"/>
              <a:pathLst>
                <a:path extrusionOk="0" h="5"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35"/>
            <p:cNvSpPr/>
            <p:nvPr/>
          </p:nvSpPr>
          <p:spPr>
            <a:xfrm>
              <a:off x="2265135" y="2052024"/>
              <a:ext cx="299" cy="149"/>
            </a:xfrm>
            <a:custGeom>
              <a:rect b="b" l="l" r="r" t="t"/>
              <a:pathLst>
                <a:path extrusionOk="0" h="11" w="22">
                  <a:moveTo>
                    <a:pt x="1" y="11"/>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35"/>
            <p:cNvSpPr/>
            <p:nvPr/>
          </p:nvSpPr>
          <p:spPr>
            <a:xfrm>
              <a:off x="2264524" y="2052404"/>
              <a:ext cx="109" cy="54"/>
            </a:xfrm>
            <a:custGeom>
              <a:rect b="b" l="l" r="r" t="t"/>
              <a:pathLst>
                <a:path extrusionOk="0" h="4" w="8">
                  <a:moveTo>
                    <a:pt x="0" y="4"/>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35"/>
            <p:cNvSpPr/>
            <p:nvPr/>
          </p:nvSpPr>
          <p:spPr>
            <a:xfrm>
              <a:off x="2265475" y="2051834"/>
              <a:ext cx="394" cy="149"/>
            </a:xfrm>
            <a:custGeom>
              <a:rect b="b" l="l" r="r" t="t"/>
              <a:pathLst>
                <a:path extrusionOk="0" h="11" w="29">
                  <a:moveTo>
                    <a:pt x="0" y="11"/>
                  </a:moveTo>
                  <a:lnTo>
                    <a:pt x="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35"/>
            <p:cNvSpPr/>
            <p:nvPr/>
          </p:nvSpPr>
          <p:spPr>
            <a:xfrm>
              <a:off x="2266941" y="2051304"/>
              <a:ext cx="448" cy="163"/>
            </a:xfrm>
            <a:custGeom>
              <a:rect b="b" l="l" r="r" t="t"/>
              <a:pathLst>
                <a:path extrusionOk="0" h="12" w="33">
                  <a:moveTo>
                    <a:pt x="1" y="11"/>
                  </a:moveTo>
                  <a:lnTo>
                    <a:pt x="3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35"/>
            <p:cNvSpPr/>
            <p:nvPr/>
          </p:nvSpPr>
          <p:spPr>
            <a:xfrm>
              <a:off x="2270037" y="2050503"/>
              <a:ext cx="149" cy="54"/>
            </a:xfrm>
            <a:custGeom>
              <a:rect b="b" l="l" r="r" t="t"/>
              <a:pathLst>
                <a:path extrusionOk="0" h="4" w="11">
                  <a:moveTo>
                    <a:pt x="11"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35"/>
            <p:cNvSpPr/>
            <p:nvPr/>
          </p:nvSpPr>
          <p:spPr>
            <a:xfrm>
              <a:off x="2263329" y="2052730"/>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35"/>
            <p:cNvSpPr/>
            <p:nvPr/>
          </p:nvSpPr>
          <p:spPr>
            <a:xfrm>
              <a:off x="2265896" y="2051644"/>
              <a:ext cx="489" cy="204"/>
            </a:xfrm>
            <a:custGeom>
              <a:rect b="b" l="l" r="r" t="t"/>
              <a:pathLst>
                <a:path extrusionOk="0" h="15" w="36">
                  <a:moveTo>
                    <a:pt x="1" y="14"/>
                  </a:moveTo>
                  <a:lnTo>
                    <a:pt x="36"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35"/>
            <p:cNvSpPr/>
            <p:nvPr/>
          </p:nvSpPr>
          <p:spPr>
            <a:xfrm>
              <a:off x="2266371" y="2051495"/>
              <a:ext cx="543" cy="163"/>
            </a:xfrm>
            <a:custGeom>
              <a:rect b="b" l="l" r="r" t="t"/>
              <a:pathLst>
                <a:path extrusionOk="0" h="12" w="40">
                  <a:moveTo>
                    <a:pt x="1" y="11"/>
                  </a:moveTo>
                  <a:lnTo>
                    <a:pt x="3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35"/>
            <p:cNvSpPr/>
            <p:nvPr/>
          </p:nvSpPr>
          <p:spPr>
            <a:xfrm>
              <a:off x="2267756" y="2051169"/>
              <a:ext cx="149" cy="54"/>
            </a:xfrm>
            <a:custGeom>
              <a:rect b="b" l="l" r="r" t="t"/>
              <a:pathLst>
                <a:path extrusionOk="0" h="4" w="11">
                  <a:moveTo>
                    <a:pt x="0"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35"/>
            <p:cNvSpPr/>
            <p:nvPr/>
          </p:nvSpPr>
          <p:spPr>
            <a:xfrm>
              <a:off x="2280872" y="2017035"/>
              <a:ext cx="54" cy="68"/>
            </a:xfrm>
            <a:custGeom>
              <a:rect b="b" l="l" r="r" t="t"/>
              <a:pathLst>
                <a:path extrusionOk="0" h="5" w="4">
                  <a:moveTo>
                    <a:pt x="0" y="1"/>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35"/>
            <p:cNvSpPr/>
            <p:nvPr/>
          </p:nvSpPr>
          <p:spPr>
            <a:xfrm>
              <a:off x="2281958" y="2017510"/>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35"/>
            <p:cNvSpPr/>
            <p:nvPr/>
          </p:nvSpPr>
          <p:spPr>
            <a:xfrm>
              <a:off x="2283098" y="2017184"/>
              <a:ext cx="68" cy="54"/>
            </a:xfrm>
            <a:custGeom>
              <a:rect b="b" l="l" r="r" t="t"/>
              <a:pathLst>
                <a:path extrusionOk="0" h="4" w="5">
                  <a:moveTo>
                    <a:pt x="4"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35"/>
            <p:cNvSpPr/>
            <p:nvPr/>
          </p:nvSpPr>
          <p:spPr>
            <a:xfrm>
              <a:off x="2282338" y="2017510"/>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35"/>
            <p:cNvSpPr/>
            <p:nvPr/>
          </p:nvSpPr>
          <p:spPr>
            <a:xfrm>
              <a:off x="2282528" y="2017510"/>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3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35"/>
            <p:cNvSpPr/>
            <p:nvPr/>
          </p:nvSpPr>
          <p:spPr>
            <a:xfrm>
              <a:off x="2282867" y="2017374"/>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35"/>
            <p:cNvSpPr/>
            <p:nvPr/>
          </p:nvSpPr>
          <p:spPr>
            <a:xfrm>
              <a:off x="2281673" y="2017415"/>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35"/>
            <p:cNvSpPr/>
            <p:nvPr/>
          </p:nvSpPr>
          <p:spPr>
            <a:xfrm>
              <a:off x="2280586" y="2016899"/>
              <a:ext cx="54" cy="54"/>
            </a:xfrm>
            <a:custGeom>
              <a:rect b="b" l="l" r="r" t="t"/>
              <a:pathLst>
                <a:path extrusionOk="0" h="4" w="4">
                  <a:moveTo>
                    <a:pt x="0" y="0"/>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35"/>
            <p:cNvSpPr/>
            <p:nvPr/>
          </p:nvSpPr>
          <p:spPr>
            <a:xfrm>
              <a:off x="2280342" y="2016750"/>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35"/>
            <p:cNvSpPr/>
            <p:nvPr/>
          </p:nvSpPr>
          <p:spPr>
            <a:xfrm>
              <a:off x="2281442" y="2017320"/>
              <a:ext cx="54" cy="68"/>
            </a:xfrm>
            <a:custGeom>
              <a:rect b="b" l="l" r="r" t="t"/>
              <a:pathLst>
                <a:path extrusionOk="0" h="5" w="4">
                  <a:moveTo>
                    <a:pt x="0" y="1"/>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35"/>
            <p:cNvSpPr/>
            <p:nvPr/>
          </p:nvSpPr>
          <p:spPr>
            <a:xfrm>
              <a:off x="2281157" y="2017225"/>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35"/>
            <p:cNvSpPr/>
            <p:nvPr/>
          </p:nvSpPr>
          <p:spPr>
            <a:xfrm>
              <a:off x="2295793" y="2037863"/>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35"/>
            <p:cNvSpPr/>
            <p:nvPr/>
          </p:nvSpPr>
          <p:spPr>
            <a:xfrm>
              <a:off x="2295562" y="2038284"/>
              <a:ext cx="54" cy="163"/>
            </a:xfrm>
            <a:custGeom>
              <a:rect b="b" l="l" r="r" t="t"/>
              <a:pathLst>
                <a:path extrusionOk="0" h="12" w="4">
                  <a:moveTo>
                    <a:pt x="4"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35"/>
            <p:cNvSpPr/>
            <p:nvPr/>
          </p:nvSpPr>
          <p:spPr>
            <a:xfrm>
              <a:off x="2295413" y="2038569"/>
              <a:ext cx="68" cy="163"/>
            </a:xfrm>
            <a:custGeom>
              <a:rect b="b" l="l" r="r" t="t"/>
              <a:pathLst>
                <a:path extrusionOk="0" h="12" w="5">
                  <a:moveTo>
                    <a:pt x="4"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35"/>
            <p:cNvSpPr/>
            <p:nvPr/>
          </p:nvSpPr>
          <p:spPr>
            <a:xfrm>
              <a:off x="2295698" y="2038053"/>
              <a:ext cx="68" cy="149"/>
            </a:xfrm>
            <a:custGeom>
              <a:rect b="b" l="l" r="r" t="t"/>
              <a:pathLst>
                <a:path extrusionOk="0" h="11" w="5">
                  <a:moveTo>
                    <a:pt x="4"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35"/>
            <p:cNvSpPr/>
            <p:nvPr/>
          </p:nvSpPr>
          <p:spPr>
            <a:xfrm>
              <a:off x="2294897" y="2039669"/>
              <a:ext cx="54" cy="204"/>
            </a:xfrm>
            <a:custGeom>
              <a:rect b="b" l="l" r="r" t="t"/>
              <a:pathLst>
                <a:path extrusionOk="0" h="15" w="4">
                  <a:moveTo>
                    <a:pt x="4" y="0"/>
                  </a:moveTo>
                  <a:lnTo>
                    <a:pt x="0"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35"/>
            <p:cNvSpPr/>
            <p:nvPr/>
          </p:nvSpPr>
          <p:spPr>
            <a:xfrm>
              <a:off x="2295277" y="2038908"/>
              <a:ext cx="54" cy="149"/>
            </a:xfrm>
            <a:custGeom>
              <a:rect b="b" l="l" r="r" t="t"/>
              <a:pathLst>
                <a:path extrusionOk="0" h="11" w="4">
                  <a:moveTo>
                    <a:pt x="4"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35"/>
            <p:cNvSpPr/>
            <p:nvPr/>
          </p:nvSpPr>
          <p:spPr>
            <a:xfrm>
              <a:off x="2295087" y="2039234"/>
              <a:ext cx="54" cy="204"/>
            </a:xfrm>
            <a:custGeom>
              <a:rect b="b" l="l" r="r" t="t"/>
              <a:pathLst>
                <a:path extrusionOk="0" h="15" w="4">
                  <a:moveTo>
                    <a:pt x="4" y="1"/>
                  </a:move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35"/>
            <p:cNvSpPr/>
            <p:nvPr/>
          </p:nvSpPr>
          <p:spPr>
            <a:xfrm>
              <a:off x="2296228" y="2037293"/>
              <a:ext cx="54" cy="54"/>
            </a:xfrm>
            <a:custGeom>
              <a:rect b="b" l="l" r="r" t="t"/>
              <a:pathLst>
                <a:path extrusionOk="0" h="4" w="4">
                  <a:moveTo>
                    <a:pt x="4"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35"/>
            <p:cNvSpPr/>
            <p:nvPr/>
          </p:nvSpPr>
          <p:spPr>
            <a:xfrm>
              <a:off x="2296323" y="2037197"/>
              <a:ext cx="14" cy="54"/>
            </a:xfrm>
            <a:custGeom>
              <a:rect b="b" l="l" r="r" t="t"/>
              <a:pathLst>
                <a:path extrusionOk="0" h="4" w="1">
                  <a:moveTo>
                    <a:pt x="0"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35"/>
            <p:cNvSpPr/>
            <p:nvPr/>
          </p:nvSpPr>
          <p:spPr>
            <a:xfrm>
              <a:off x="2294707" y="2040280"/>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35"/>
            <p:cNvSpPr/>
            <p:nvPr/>
          </p:nvSpPr>
          <p:spPr>
            <a:xfrm>
              <a:off x="2295128" y="2013043"/>
              <a:ext cx="2634" cy="2349"/>
            </a:xfrm>
            <a:custGeom>
              <a:rect b="b" l="l" r="r" t="t"/>
              <a:pathLst>
                <a:path extrusionOk="0" h="173" w="194">
                  <a:moveTo>
                    <a:pt x="1" y="1"/>
                  </a:moveTo>
                  <a:lnTo>
                    <a:pt x="1" y="1"/>
                  </a:lnTo>
                  <a:lnTo>
                    <a:pt x="193" y="17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35"/>
            <p:cNvSpPr/>
            <p:nvPr/>
          </p:nvSpPr>
          <p:spPr>
            <a:xfrm>
              <a:off x="2296133" y="2037388"/>
              <a:ext cx="54" cy="109"/>
            </a:xfrm>
            <a:custGeom>
              <a:rect b="b" l="l" r="r" t="t"/>
              <a:pathLst>
                <a:path extrusionOk="0" h="8" w="4">
                  <a:moveTo>
                    <a:pt x="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35"/>
            <p:cNvSpPr/>
            <p:nvPr/>
          </p:nvSpPr>
          <p:spPr>
            <a:xfrm>
              <a:off x="2295943" y="2037673"/>
              <a:ext cx="54" cy="109"/>
            </a:xfrm>
            <a:custGeom>
              <a:rect b="b" l="l" r="r" t="t"/>
              <a:pathLst>
                <a:path extrusionOk="0" h="8" w="4">
                  <a:moveTo>
                    <a:pt x="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35"/>
            <p:cNvSpPr/>
            <p:nvPr/>
          </p:nvSpPr>
          <p:spPr>
            <a:xfrm>
              <a:off x="2296038" y="2037523"/>
              <a:ext cx="54" cy="109"/>
            </a:xfrm>
            <a:custGeom>
              <a:rect b="b" l="l" r="r" t="t"/>
              <a:pathLst>
                <a:path extrusionOk="0" h="8" w="4">
                  <a:moveTo>
                    <a:pt x="4"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35"/>
            <p:cNvSpPr/>
            <p:nvPr/>
          </p:nvSpPr>
          <p:spPr>
            <a:xfrm>
              <a:off x="2294422" y="2040809"/>
              <a:ext cx="109" cy="149"/>
            </a:xfrm>
            <a:custGeom>
              <a:rect b="b" l="l" r="r" t="t"/>
              <a:pathLst>
                <a:path extrusionOk="0" h="11" w="8">
                  <a:moveTo>
                    <a:pt x="7"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3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3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3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35"/>
            <p:cNvSpPr/>
            <p:nvPr/>
          </p:nvSpPr>
          <p:spPr>
            <a:xfrm>
              <a:off x="2579807" y="1723951"/>
              <a:ext cx="109" cy="14"/>
            </a:xfrm>
            <a:custGeom>
              <a:rect b="b" l="l" r="r" t="t"/>
              <a:pathLst>
                <a:path extrusionOk="0" h="1" w="8">
                  <a:moveTo>
                    <a:pt x="7"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3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3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3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35"/>
            <p:cNvSpPr/>
            <p:nvPr/>
          </p:nvSpPr>
          <p:spPr>
            <a:xfrm>
              <a:off x="2576291" y="1725241"/>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35"/>
            <p:cNvSpPr/>
            <p:nvPr/>
          </p:nvSpPr>
          <p:spPr>
            <a:xfrm>
              <a:off x="2579427" y="1724046"/>
              <a:ext cx="54" cy="68"/>
            </a:xfrm>
            <a:custGeom>
              <a:rect b="b" l="l" r="r" t="t"/>
              <a:pathLst>
                <a:path extrusionOk="0" h="5" w="4">
                  <a:moveTo>
                    <a:pt x="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3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3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3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3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3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3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3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35"/>
            <p:cNvSpPr/>
            <p:nvPr/>
          </p:nvSpPr>
          <p:spPr>
            <a:xfrm>
              <a:off x="2202543" y="1417887"/>
              <a:ext cx="149" cy="163"/>
            </a:xfrm>
            <a:custGeom>
              <a:rect b="b" l="l" r="r" t="t"/>
              <a:pathLst>
                <a:path extrusionOk="0" h="12" w="11">
                  <a:moveTo>
                    <a:pt x="11"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35"/>
            <p:cNvSpPr/>
            <p:nvPr/>
          </p:nvSpPr>
          <p:spPr>
            <a:xfrm>
              <a:off x="2202258" y="1418267"/>
              <a:ext cx="109" cy="109"/>
            </a:xfrm>
            <a:custGeom>
              <a:rect b="b" l="l" r="r" t="t"/>
              <a:pathLst>
                <a:path extrusionOk="0" h="8" w="8">
                  <a:moveTo>
                    <a:pt x="7"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3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35"/>
            <p:cNvSpPr/>
            <p:nvPr/>
          </p:nvSpPr>
          <p:spPr>
            <a:xfrm>
              <a:off x="2201688" y="1419082"/>
              <a:ext cx="109" cy="149"/>
            </a:xfrm>
            <a:custGeom>
              <a:rect b="b" l="l" r="r" t="t"/>
              <a:pathLst>
                <a:path extrusionOk="0" h="11" w="8">
                  <a:moveTo>
                    <a:pt x="7"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35"/>
            <p:cNvSpPr/>
            <p:nvPr/>
          </p:nvSpPr>
          <p:spPr>
            <a:xfrm>
              <a:off x="2201973" y="1418647"/>
              <a:ext cx="109" cy="163"/>
            </a:xfrm>
            <a:custGeom>
              <a:rect b="b" l="l" r="r" t="t"/>
              <a:pathLst>
                <a:path extrusionOk="0" h="12" w="8">
                  <a:moveTo>
                    <a:pt x="7"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35"/>
            <p:cNvSpPr/>
            <p:nvPr/>
          </p:nvSpPr>
          <p:spPr>
            <a:xfrm>
              <a:off x="2206480" y="141604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35"/>
            <p:cNvSpPr/>
            <p:nvPr/>
          </p:nvSpPr>
          <p:spPr>
            <a:xfrm>
              <a:off x="2202923" y="1417561"/>
              <a:ext cx="109" cy="109"/>
            </a:xfrm>
            <a:custGeom>
              <a:rect b="b" l="l" r="r" t="t"/>
              <a:pathLst>
                <a:path extrusionOk="0" h="8" w="8">
                  <a:moveTo>
                    <a:pt x="0" y="7"/>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35"/>
            <p:cNvSpPr/>
            <p:nvPr/>
          </p:nvSpPr>
          <p:spPr>
            <a:xfrm>
              <a:off x="2203249" y="1417222"/>
              <a:ext cx="109" cy="109"/>
            </a:xfrm>
            <a:custGeom>
              <a:rect b="b" l="l" r="r" t="t"/>
              <a:pathLst>
                <a:path extrusionOk="0" h="8" w="8">
                  <a:moveTo>
                    <a:pt x="8"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35"/>
            <p:cNvSpPr/>
            <p:nvPr/>
          </p:nvSpPr>
          <p:spPr>
            <a:xfrm>
              <a:off x="2205625" y="1416081"/>
              <a:ext cx="204" cy="14"/>
            </a:xfrm>
            <a:custGeom>
              <a:rect b="b" l="l" r="r" t="t"/>
              <a:pathLst>
                <a:path extrusionOk="0" h="1" w="15">
                  <a:moveTo>
                    <a:pt x="15"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35"/>
            <p:cNvSpPr/>
            <p:nvPr/>
          </p:nvSpPr>
          <p:spPr>
            <a:xfrm>
              <a:off x="2206060" y="1416040"/>
              <a:ext cx="204" cy="14"/>
            </a:xfrm>
            <a:custGeom>
              <a:rect b="b" l="l" r="r" t="t"/>
              <a:pathLst>
                <a:path extrusionOk="0" h="1" w="15">
                  <a:moveTo>
                    <a:pt x="1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3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35"/>
            <p:cNvSpPr/>
            <p:nvPr/>
          </p:nvSpPr>
          <p:spPr>
            <a:xfrm>
              <a:off x="2204104" y="1416706"/>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35"/>
            <p:cNvSpPr/>
            <p:nvPr/>
          </p:nvSpPr>
          <p:spPr>
            <a:xfrm>
              <a:off x="2264334" y="1413135"/>
              <a:ext cx="14" cy="258"/>
            </a:xfrm>
            <a:custGeom>
              <a:rect b="b" l="l" r="r" t="t"/>
              <a:pathLst>
                <a:path extrusionOk="0" h="19" w="1">
                  <a:moveTo>
                    <a:pt x="0"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35"/>
            <p:cNvSpPr/>
            <p:nvPr/>
          </p:nvSpPr>
          <p:spPr>
            <a:xfrm>
              <a:off x="2204865" y="1416271"/>
              <a:ext cx="163" cy="109"/>
            </a:xfrm>
            <a:custGeom>
              <a:rect b="b" l="l" r="r" t="t"/>
              <a:pathLst>
                <a:path extrusionOk="0" h="8" w="12">
                  <a:moveTo>
                    <a:pt x="1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35"/>
            <p:cNvSpPr/>
            <p:nvPr/>
          </p:nvSpPr>
          <p:spPr>
            <a:xfrm>
              <a:off x="2204485" y="1416461"/>
              <a:ext cx="109" cy="68"/>
            </a:xfrm>
            <a:custGeom>
              <a:rect b="b" l="l" r="r" t="t"/>
              <a:pathLst>
                <a:path extrusionOk="0" h="5" w="8">
                  <a:moveTo>
                    <a:pt x="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35"/>
            <p:cNvSpPr/>
            <p:nvPr/>
          </p:nvSpPr>
          <p:spPr>
            <a:xfrm>
              <a:off x="2205245" y="1416176"/>
              <a:ext cx="204" cy="68"/>
            </a:xfrm>
            <a:custGeom>
              <a:rect b="b" l="l" r="r" t="t"/>
              <a:pathLst>
                <a:path extrusionOk="0" h="5" w="15">
                  <a:moveTo>
                    <a:pt x="15"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35"/>
            <p:cNvSpPr/>
            <p:nvPr/>
          </p:nvSpPr>
          <p:spPr>
            <a:xfrm>
              <a:off x="2199162" y="1418932"/>
              <a:ext cx="54" cy="14"/>
            </a:xfrm>
            <a:custGeom>
              <a:rect b="b" l="l" r="r" t="t"/>
              <a:pathLst>
                <a:path extrusionOk="0" h="1" w="4">
                  <a:moveTo>
                    <a:pt x="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35"/>
            <p:cNvSpPr/>
            <p:nvPr/>
          </p:nvSpPr>
          <p:spPr>
            <a:xfrm>
              <a:off x="2198823" y="1419027"/>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3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35"/>
            <p:cNvSpPr/>
            <p:nvPr/>
          </p:nvSpPr>
          <p:spPr>
            <a:xfrm>
              <a:off x="2200248" y="1418837"/>
              <a:ext cx="163" cy="14"/>
            </a:xfrm>
            <a:custGeom>
              <a:rect b="b" l="l" r="r" t="t"/>
              <a:pathLst>
                <a:path extrusionOk="0" h="1" w="12">
                  <a:moveTo>
                    <a:pt x="11"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35"/>
            <p:cNvSpPr/>
            <p:nvPr/>
          </p:nvSpPr>
          <p:spPr>
            <a:xfrm>
              <a:off x="2199488" y="1418837"/>
              <a:ext cx="109" cy="14"/>
            </a:xfrm>
            <a:custGeom>
              <a:rect b="b" l="l" r="r" t="t"/>
              <a:pathLst>
                <a:path extrusionOk="0" h="1" w="8">
                  <a:moveTo>
                    <a:pt x="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3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35"/>
            <p:cNvSpPr/>
            <p:nvPr/>
          </p:nvSpPr>
          <p:spPr>
            <a:xfrm>
              <a:off x="2201158" y="1419082"/>
              <a:ext cx="244" cy="109"/>
            </a:xfrm>
            <a:custGeom>
              <a:rect b="b" l="l" r="r" t="t"/>
              <a:pathLst>
                <a:path extrusionOk="0" h="8" w="18">
                  <a:moveTo>
                    <a:pt x="18"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3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35"/>
            <p:cNvSpPr/>
            <p:nvPr/>
          </p:nvSpPr>
          <p:spPr>
            <a:xfrm>
              <a:off x="2199828" y="141883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35"/>
            <p:cNvSpPr/>
            <p:nvPr/>
          </p:nvSpPr>
          <p:spPr>
            <a:xfrm>
              <a:off x="2200683" y="1418932"/>
              <a:ext cx="204" cy="68"/>
            </a:xfrm>
            <a:custGeom>
              <a:rect b="b" l="l" r="r" t="t"/>
              <a:pathLst>
                <a:path extrusionOk="0" h="5" w="15">
                  <a:moveTo>
                    <a:pt x="15"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35"/>
            <p:cNvSpPr/>
            <p:nvPr/>
          </p:nvSpPr>
          <p:spPr>
            <a:xfrm>
              <a:off x="2133705" y="1540573"/>
              <a:ext cx="109" cy="14"/>
            </a:xfrm>
            <a:custGeom>
              <a:rect b="b" l="l" r="r" t="t"/>
              <a:pathLst>
                <a:path extrusionOk="0" h="1" w="8">
                  <a:moveTo>
                    <a:pt x="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35"/>
            <p:cNvSpPr/>
            <p:nvPr/>
          </p:nvSpPr>
          <p:spPr>
            <a:xfrm>
              <a:off x="2134275" y="1540668"/>
              <a:ext cx="163" cy="54"/>
            </a:xfrm>
            <a:custGeom>
              <a:rect b="b" l="l" r="r" t="t"/>
              <a:pathLst>
                <a:path extrusionOk="0" h="4" w="12">
                  <a:moveTo>
                    <a:pt x="1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3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3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3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3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3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3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3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3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3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3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3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3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35"/>
            <p:cNvSpPr/>
            <p:nvPr/>
          </p:nvSpPr>
          <p:spPr>
            <a:xfrm>
              <a:off x="2704530" y="1833752"/>
              <a:ext cx="14" cy="149"/>
            </a:xfrm>
            <a:custGeom>
              <a:rect b="b" l="l" r="r" t="t"/>
              <a:pathLst>
                <a:path extrusionOk="0" h="11" w="1">
                  <a:moveTo>
                    <a:pt x="0" y="7"/>
                  </a:moveTo>
                  <a:lnTo>
                    <a:pt x="0" y="0"/>
                  </a:ln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35"/>
            <p:cNvSpPr/>
            <p:nvPr/>
          </p:nvSpPr>
          <p:spPr>
            <a:xfrm>
              <a:off x="2645210" y="1808322"/>
              <a:ext cx="434" cy="299"/>
            </a:xfrm>
            <a:custGeom>
              <a:rect b="b" l="l" r="r" t="t"/>
              <a:pathLst>
                <a:path extrusionOk="0" h="22" w="32">
                  <a:moveTo>
                    <a:pt x="0" y="1"/>
                  </a:moveTo>
                  <a:lnTo>
                    <a:pt x="32"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35"/>
            <p:cNvSpPr/>
            <p:nvPr/>
          </p:nvSpPr>
          <p:spPr>
            <a:xfrm>
              <a:off x="2646201" y="1809041"/>
              <a:ext cx="448" cy="339"/>
            </a:xfrm>
            <a:custGeom>
              <a:rect b="b" l="l" r="r" t="t"/>
              <a:pathLst>
                <a:path extrusionOk="0" h="25" w="33">
                  <a:moveTo>
                    <a:pt x="1" y="0"/>
                  </a:moveTo>
                  <a:lnTo>
                    <a:pt x="32"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35"/>
            <p:cNvSpPr/>
            <p:nvPr/>
          </p:nvSpPr>
          <p:spPr>
            <a:xfrm>
              <a:off x="2645685" y="1808661"/>
              <a:ext cx="434" cy="339"/>
            </a:xfrm>
            <a:custGeom>
              <a:rect b="b" l="l" r="r" t="t"/>
              <a:pathLst>
                <a:path extrusionOk="0" h="25" w="32">
                  <a:moveTo>
                    <a:pt x="0" y="0"/>
                  </a:moveTo>
                  <a:lnTo>
                    <a:pt x="32"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35"/>
            <p:cNvSpPr/>
            <p:nvPr/>
          </p:nvSpPr>
          <p:spPr>
            <a:xfrm>
              <a:off x="2757863" y="1824818"/>
              <a:ext cx="149" cy="149"/>
            </a:xfrm>
            <a:custGeom>
              <a:rect b="b" l="l" r="r" t="t"/>
              <a:pathLst>
                <a:path extrusionOk="0" h="11" w="11">
                  <a:moveTo>
                    <a:pt x="11"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35"/>
            <p:cNvSpPr/>
            <p:nvPr/>
          </p:nvSpPr>
          <p:spPr>
            <a:xfrm>
              <a:off x="2622101" y="1766489"/>
              <a:ext cx="109" cy="258"/>
            </a:xfrm>
            <a:custGeom>
              <a:rect b="b" l="l" r="r" t="t"/>
              <a:pathLst>
                <a:path extrusionOk="0" h="19" w="8">
                  <a:moveTo>
                    <a:pt x="8" y="1"/>
                  </a:moveTo>
                  <a:lnTo>
                    <a:pt x="8" y="1"/>
                  </a:lnTo>
                  <a:lnTo>
                    <a:pt x="1" y="18"/>
                  </a:ln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3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3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35"/>
            <p:cNvSpPr/>
            <p:nvPr/>
          </p:nvSpPr>
          <p:spPr>
            <a:xfrm>
              <a:off x="2642685" y="1805321"/>
              <a:ext cx="163" cy="109"/>
            </a:xfrm>
            <a:custGeom>
              <a:rect b="b" l="l" r="r" t="t"/>
              <a:pathLst>
                <a:path extrusionOk="0" h="8" w="12">
                  <a:moveTo>
                    <a:pt x="1"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3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3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35"/>
            <p:cNvSpPr/>
            <p:nvPr/>
          </p:nvSpPr>
          <p:spPr>
            <a:xfrm>
              <a:off x="2643404" y="1805945"/>
              <a:ext cx="149" cy="149"/>
            </a:xfrm>
            <a:custGeom>
              <a:rect b="b" l="l" r="r" t="t"/>
              <a:pathLst>
                <a:path extrusionOk="0" h="11" w="11">
                  <a:moveTo>
                    <a:pt x="0" y="0"/>
                  </a:moveTo>
                  <a:lnTo>
                    <a:pt x="1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35"/>
            <p:cNvSpPr/>
            <p:nvPr/>
          </p:nvSpPr>
          <p:spPr>
            <a:xfrm>
              <a:off x="2725915" y="1830616"/>
              <a:ext cx="543" cy="204"/>
            </a:xfrm>
            <a:custGeom>
              <a:rect b="b" l="l" r="r" t="t"/>
              <a:pathLst>
                <a:path extrusionOk="0" h="15" w="40">
                  <a:moveTo>
                    <a:pt x="39" y="0"/>
                  </a:moveTo>
                  <a:lnTo>
                    <a:pt x="1" y="14"/>
                  </a:ln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3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3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3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3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3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35"/>
            <p:cNvSpPr/>
            <p:nvPr/>
          </p:nvSpPr>
          <p:spPr>
            <a:xfrm>
              <a:off x="2760049" y="1825959"/>
              <a:ext cx="204" cy="54"/>
            </a:xfrm>
            <a:custGeom>
              <a:rect b="b" l="l" r="r" t="t"/>
              <a:pathLst>
                <a:path extrusionOk="0" h="4" w="15">
                  <a:moveTo>
                    <a:pt x="0" y="0"/>
                  </a:moveTo>
                  <a:lnTo>
                    <a:pt x="1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3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3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35"/>
            <p:cNvSpPr/>
            <p:nvPr/>
          </p:nvSpPr>
          <p:spPr>
            <a:xfrm>
              <a:off x="2726580" y="1830426"/>
              <a:ext cx="299" cy="149"/>
            </a:xfrm>
            <a:custGeom>
              <a:rect b="b" l="l" r="r" t="t"/>
              <a:pathLst>
                <a:path extrusionOk="0" h="11" w="22">
                  <a:moveTo>
                    <a:pt x="1" y="11"/>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3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35"/>
            <p:cNvSpPr/>
            <p:nvPr/>
          </p:nvSpPr>
          <p:spPr>
            <a:xfrm>
              <a:off x="2754577" y="170422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35"/>
            <p:cNvSpPr/>
            <p:nvPr/>
          </p:nvSpPr>
          <p:spPr>
            <a:xfrm>
              <a:off x="2822125" y="1713781"/>
              <a:ext cx="163" cy="109"/>
            </a:xfrm>
            <a:custGeom>
              <a:rect b="b" l="l" r="r" t="t"/>
              <a:pathLst>
                <a:path extrusionOk="0" h="8" w="12">
                  <a:moveTo>
                    <a:pt x="1" y="7"/>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35"/>
            <p:cNvSpPr/>
            <p:nvPr/>
          </p:nvSpPr>
          <p:spPr>
            <a:xfrm>
              <a:off x="2821324" y="1714297"/>
              <a:ext cx="95" cy="68"/>
            </a:xfrm>
            <a:custGeom>
              <a:rect b="b" l="l" r="r" t="t"/>
              <a:pathLst>
                <a:path extrusionOk="0" h="5" w="7">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3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35"/>
            <p:cNvSpPr/>
            <p:nvPr/>
          </p:nvSpPr>
          <p:spPr>
            <a:xfrm>
              <a:off x="2819124" y="1715343"/>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35"/>
            <p:cNvSpPr/>
            <p:nvPr/>
          </p:nvSpPr>
          <p:spPr>
            <a:xfrm>
              <a:off x="2822980" y="1713211"/>
              <a:ext cx="204" cy="109"/>
            </a:xfrm>
            <a:custGeom>
              <a:rect b="b" l="l" r="r" t="t"/>
              <a:pathLst>
                <a:path extrusionOk="0" h="8" w="15">
                  <a:moveTo>
                    <a:pt x="1" y="7"/>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35"/>
            <p:cNvSpPr/>
            <p:nvPr/>
          </p:nvSpPr>
          <p:spPr>
            <a:xfrm>
              <a:off x="2924459" y="1658548"/>
              <a:ext cx="869" cy="720"/>
            </a:xfrm>
            <a:custGeom>
              <a:rect b="b" l="l" r="r" t="t"/>
              <a:pathLst>
                <a:path extrusionOk="0" h="53" w="64">
                  <a:moveTo>
                    <a:pt x="64" y="53"/>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3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35"/>
            <p:cNvSpPr/>
            <p:nvPr/>
          </p:nvSpPr>
          <p:spPr>
            <a:xfrm>
              <a:off x="2818459" y="1715533"/>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35"/>
            <p:cNvSpPr/>
            <p:nvPr/>
          </p:nvSpPr>
          <p:spPr>
            <a:xfrm>
              <a:off x="2820550" y="1714773"/>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3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3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35"/>
            <p:cNvSpPr/>
            <p:nvPr/>
          </p:nvSpPr>
          <p:spPr>
            <a:xfrm>
              <a:off x="2817943" y="171558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35"/>
            <p:cNvSpPr/>
            <p:nvPr/>
          </p:nvSpPr>
          <p:spPr>
            <a:xfrm>
              <a:off x="2901594" y="1637965"/>
              <a:ext cx="5540" cy="10943"/>
            </a:xfrm>
            <a:custGeom>
              <a:rect b="b" l="l" r="r" t="t"/>
              <a:pathLst>
                <a:path extrusionOk="0" h="806" w="408">
                  <a:moveTo>
                    <a:pt x="407" y="1"/>
                  </a:moveTo>
                  <a:lnTo>
                    <a:pt x="1" y="80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3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35"/>
            <p:cNvSpPr/>
            <p:nvPr/>
          </p:nvSpPr>
          <p:spPr>
            <a:xfrm>
              <a:off x="2803687" y="1710645"/>
              <a:ext cx="679" cy="394"/>
            </a:xfrm>
            <a:custGeom>
              <a:rect b="b" l="l" r="r" t="t"/>
              <a:pathLst>
                <a:path extrusionOk="0" h="29" w="50">
                  <a:moveTo>
                    <a:pt x="0" y="0"/>
                  </a:moveTo>
                  <a:lnTo>
                    <a:pt x="49"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3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35"/>
            <p:cNvSpPr/>
            <p:nvPr/>
          </p:nvSpPr>
          <p:spPr>
            <a:xfrm>
              <a:off x="2598531" y="1729463"/>
              <a:ext cx="14" cy="109"/>
            </a:xfrm>
            <a:custGeom>
              <a:rect b="b" l="l" r="r" t="t"/>
              <a:pathLst>
                <a:path extrusionOk="0" h="8" w="1">
                  <a:moveTo>
                    <a:pt x="1" y="1"/>
                  </a:moveTo>
                  <a:lnTo>
                    <a:pt x="1" y="8"/>
                  </a:lnTo>
                  <a:cubicBezTo>
                    <a:pt x="1" y="8"/>
                    <a:pt x="1"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3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35"/>
            <p:cNvSpPr/>
            <p:nvPr/>
          </p:nvSpPr>
          <p:spPr>
            <a:xfrm>
              <a:off x="2597825" y="1732030"/>
              <a:ext cx="109" cy="258"/>
            </a:xfrm>
            <a:custGeom>
              <a:rect b="b" l="l" r="r" t="t"/>
              <a:pathLst>
                <a:path extrusionOk="0" h="19" w="8">
                  <a:moveTo>
                    <a:pt x="7"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35"/>
            <p:cNvSpPr/>
            <p:nvPr/>
          </p:nvSpPr>
          <p:spPr>
            <a:xfrm>
              <a:off x="2643975" y="1710455"/>
              <a:ext cx="14" cy="14"/>
            </a:xfrm>
            <a:custGeom>
              <a:rect b="b" l="l" r="r" t="t"/>
              <a:pathLst>
                <a:path extrusionOk="0" h="1" w="1">
                  <a:moveTo>
                    <a:pt x="0"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3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3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3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3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35"/>
            <p:cNvSpPr/>
            <p:nvPr/>
          </p:nvSpPr>
          <p:spPr>
            <a:xfrm>
              <a:off x="2645156" y="1707604"/>
              <a:ext cx="14" cy="434"/>
            </a:xfrm>
            <a:custGeom>
              <a:rect b="b" l="l" r="r" t="t"/>
              <a:pathLst>
                <a:path extrusionOk="0" h="32" w="1">
                  <a:moveTo>
                    <a:pt x="1" y="32"/>
                  </a:moveTo>
                  <a:lnTo>
                    <a:pt x="1" y="0"/>
                  </a:lnTo>
                  <a:lnTo>
                    <a:pt x="1" y="0"/>
                  </a:lnTo>
                  <a:lnTo>
                    <a:pt x="1"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3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35"/>
            <p:cNvSpPr/>
            <p:nvPr/>
          </p:nvSpPr>
          <p:spPr>
            <a:xfrm>
              <a:off x="2627437" y="1766639"/>
              <a:ext cx="109" cy="109"/>
            </a:xfrm>
            <a:custGeom>
              <a:rect b="b" l="l" r="r" t="t"/>
              <a:pathLst>
                <a:path extrusionOk="0" h="8" w="8">
                  <a:moveTo>
                    <a:pt x="0" y="7"/>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35"/>
            <p:cNvSpPr/>
            <p:nvPr/>
          </p:nvSpPr>
          <p:spPr>
            <a:xfrm>
              <a:off x="2629094" y="1765254"/>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3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35"/>
            <p:cNvSpPr/>
            <p:nvPr/>
          </p:nvSpPr>
          <p:spPr>
            <a:xfrm>
              <a:off x="2634701" y="1762837"/>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35"/>
            <p:cNvSpPr/>
            <p:nvPr/>
          </p:nvSpPr>
          <p:spPr>
            <a:xfrm>
              <a:off x="2634701" y="1780759"/>
              <a:ext cx="679" cy="54"/>
            </a:xfrm>
            <a:custGeom>
              <a:rect b="b" l="l" r="r" t="t"/>
              <a:pathLst>
                <a:path extrusionOk="0" h="4" w="50">
                  <a:moveTo>
                    <a:pt x="50"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3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35"/>
            <p:cNvSpPr/>
            <p:nvPr/>
          </p:nvSpPr>
          <p:spPr>
            <a:xfrm>
              <a:off x="2635421" y="1780705"/>
              <a:ext cx="625" cy="68"/>
            </a:xfrm>
            <a:custGeom>
              <a:rect b="b" l="l" r="r" t="t"/>
              <a:pathLst>
                <a:path extrusionOk="0" h="5" w="46">
                  <a:moveTo>
                    <a:pt x="46"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35"/>
            <p:cNvSpPr/>
            <p:nvPr/>
          </p:nvSpPr>
          <p:spPr>
            <a:xfrm>
              <a:off x="2636127" y="1780610"/>
              <a:ext cx="543" cy="68"/>
            </a:xfrm>
            <a:custGeom>
              <a:rect b="b" l="l" r="r" t="t"/>
              <a:pathLst>
                <a:path extrusionOk="0" h="5" w="40">
                  <a:moveTo>
                    <a:pt x="39"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35"/>
            <p:cNvSpPr/>
            <p:nvPr/>
          </p:nvSpPr>
          <p:spPr>
            <a:xfrm>
              <a:off x="2635272" y="176274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35"/>
            <p:cNvSpPr/>
            <p:nvPr/>
          </p:nvSpPr>
          <p:spPr>
            <a:xfrm>
              <a:off x="2636751" y="1780474"/>
              <a:ext cx="489" cy="109"/>
            </a:xfrm>
            <a:custGeom>
              <a:rect b="b" l="l" r="r" t="t"/>
              <a:pathLst>
                <a:path extrusionOk="0" h="8" w="36">
                  <a:moveTo>
                    <a:pt x="35"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35"/>
            <p:cNvSpPr/>
            <p:nvPr/>
          </p:nvSpPr>
          <p:spPr>
            <a:xfrm>
              <a:off x="2963060" y="1726992"/>
              <a:ext cx="109" cy="204"/>
            </a:xfrm>
            <a:custGeom>
              <a:rect b="b" l="l" r="r" t="t"/>
              <a:pathLst>
                <a:path extrusionOk="0" h="15" w="8">
                  <a:moveTo>
                    <a:pt x="8"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35"/>
            <p:cNvSpPr/>
            <p:nvPr/>
          </p:nvSpPr>
          <p:spPr>
            <a:xfrm>
              <a:off x="2962449" y="1728038"/>
              <a:ext cx="149" cy="258"/>
            </a:xfrm>
            <a:custGeom>
              <a:rect b="b" l="l" r="r" t="t"/>
              <a:pathLst>
                <a:path extrusionOk="0" h="19" w="11">
                  <a:moveTo>
                    <a:pt x="11"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35"/>
            <p:cNvSpPr/>
            <p:nvPr/>
          </p:nvSpPr>
          <p:spPr>
            <a:xfrm>
              <a:off x="3013201" y="1703272"/>
              <a:ext cx="299" cy="109"/>
            </a:xfrm>
            <a:custGeom>
              <a:rect b="b" l="l" r="r" t="t"/>
              <a:pathLst>
                <a:path extrusionOk="0" h="8" w="22">
                  <a:moveTo>
                    <a:pt x="22"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35"/>
            <p:cNvSpPr/>
            <p:nvPr/>
          </p:nvSpPr>
          <p:spPr>
            <a:xfrm>
              <a:off x="2963684" y="1726286"/>
              <a:ext cx="109" cy="149"/>
            </a:xfrm>
            <a:custGeom>
              <a:rect b="b" l="l" r="r" t="t"/>
              <a:pathLst>
                <a:path extrusionOk="0" h="11" w="8">
                  <a:moveTo>
                    <a:pt x="0" y="11"/>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35"/>
            <p:cNvSpPr/>
            <p:nvPr/>
          </p:nvSpPr>
          <p:spPr>
            <a:xfrm>
              <a:off x="2962204" y="1728662"/>
              <a:ext cx="109" cy="244"/>
            </a:xfrm>
            <a:custGeom>
              <a:rect b="b" l="l" r="r" t="t"/>
              <a:pathLst>
                <a:path extrusionOk="0" h="18" w="8">
                  <a:moveTo>
                    <a:pt x="8" y="0"/>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35"/>
            <p:cNvSpPr/>
            <p:nvPr/>
          </p:nvSpPr>
          <p:spPr>
            <a:xfrm>
              <a:off x="2962774" y="1727468"/>
              <a:ext cx="109" cy="258"/>
            </a:xfrm>
            <a:custGeom>
              <a:rect b="b" l="l" r="r" t="t"/>
              <a:pathLst>
                <a:path extrusionOk="0" h="19" w="8">
                  <a:moveTo>
                    <a:pt x="8" y="1"/>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35"/>
            <p:cNvSpPr/>
            <p:nvPr/>
          </p:nvSpPr>
          <p:spPr>
            <a:xfrm>
              <a:off x="3012536" y="1703177"/>
              <a:ext cx="258" cy="68"/>
            </a:xfrm>
            <a:custGeom>
              <a:rect b="b" l="l" r="r" t="t"/>
              <a:pathLst>
                <a:path extrusionOk="0" h="5" w="19">
                  <a:moveTo>
                    <a:pt x="18"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35"/>
            <p:cNvSpPr/>
            <p:nvPr/>
          </p:nvSpPr>
          <p:spPr>
            <a:xfrm>
              <a:off x="2963345" y="1726612"/>
              <a:ext cx="163" cy="163"/>
            </a:xfrm>
            <a:custGeom>
              <a:rect b="b" l="l" r="r" t="t"/>
              <a:pathLst>
                <a:path extrusionOk="0" h="12" w="12">
                  <a:moveTo>
                    <a:pt x="11"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35"/>
            <p:cNvSpPr/>
            <p:nvPr/>
          </p:nvSpPr>
          <p:spPr>
            <a:xfrm>
              <a:off x="2964010" y="1726042"/>
              <a:ext cx="109" cy="68"/>
            </a:xfrm>
            <a:custGeom>
              <a:rect b="b" l="l" r="r" t="t"/>
              <a:pathLst>
                <a:path extrusionOk="0" h="5" w="8">
                  <a:moveTo>
                    <a:pt x="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3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35"/>
            <p:cNvSpPr/>
            <p:nvPr/>
          </p:nvSpPr>
          <p:spPr>
            <a:xfrm>
              <a:off x="3011966" y="1703177"/>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3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3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35"/>
            <p:cNvSpPr/>
            <p:nvPr/>
          </p:nvSpPr>
          <p:spPr>
            <a:xfrm>
              <a:off x="2650343" y="181141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35"/>
            <p:cNvSpPr/>
            <p:nvPr/>
          </p:nvSpPr>
          <p:spPr>
            <a:xfrm>
              <a:off x="2650723" y="1811322"/>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35"/>
            <p:cNvSpPr/>
            <p:nvPr/>
          </p:nvSpPr>
          <p:spPr>
            <a:xfrm>
              <a:off x="2698067" y="1830086"/>
              <a:ext cx="299" cy="14"/>
            </a:xfrm>
            <a:custGeom>
              <a:rect b="b" l="l" r="r" t="t"/>
              <a:pathLst>
                <a:path extrusionOk="0" h="1" w="22">
                  <a:moveTo>
                    <a:pt x="0" y="1"/>
                  </a:moveTo>
                  <a:lnTo>
                    <a:pt x="2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35"/>
            <p:cNvSpPr/>
            <p:nvPr/>
          </p:nvSpPr>
          <p:spPr>
            <a:xfrm>
              <a:off x="2651008" y="1811227"/>
              <a:ext cx="14" cy="14"/>
            </a:xfrm>
            <a:custGeom>
              <a:rect b="b" l="l" r="r" t="t"/>
              <a:pathLst>
                <a:path extrusionOk="0" h="1" w="1">
                  <a:moveTo>
                    <a:pt x="0"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35"/>
            <p:cNvSpPr/>
            <p:nvPr/>
          </p:nvSpPr>
          <p:spPr>
            <a:xfrm>
              <a:off x="2651198" y="1811132"/>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35"/>
            <p:cNvSpPr/>
            <p:nvPr/>
          </p:nvSpPr>
          <p:spPr>
            <a:xfrm>
              <a:off x="2649012" y="181160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35"/>
            <p:cNvSpPr/>
            <p:nvPr/>
          </p:nvSpPr>
          <p:spPr>
            <a:xfrm>
              <a:off x="2649487" y="1811553"/>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35"/>
            <p:cNvSpPr/>
            <p:nvPr/>
          </p:nvSpPr>
          <p:spPr>
            <a:xfrm>
              <a:off x="2649962" y="181145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3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3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3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3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35"/>
            <p:cNvSpPr/>
            <p:nvPr/>
          </p:nvSpPr>
          <p:spPr>
            <a:xfrm>
              <a:off x="2786661" y="1879766"/>
              <a:ext cx="394" cy="149"/>
            </a:xfrm>
            <a:custGeom>
              <a:rect b="b" l="l" r="r" t="t"/>
              <a:pathLst>
                <a:path extrusionOk="0" h="11" w="29">
                  <a:moveTo>
                    <a:pt x="1" y="11"/>
                  </a:moveTo>
                  <a:lnTo>
                    <a:pt x="29"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35"/>
            <p:cNvSpPr/>
            <p:nvPr/>
          </p:nvSpPr>
          <p:spPr>
            <a:xfrm>
              <a:off x="2761230" y="1825999"/>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35"/>
            <p:cNvSpPr/>
            <p:nvPr/>
          </p:nvSpPr>
          <p:spPr>
            <a:xfrm>
              <a:off x="2761474" y="1825864"/>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35"/>
            <p:cNvSpPr/>
            <p:nvPr/>
          </p:nvSpPr>
          <p:spPr>
            <a:xfrm>
              <a:off x="2761705" y="1825769"/>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35"/>
            <p:cNvSpPr/>
            <p:nvPr/>
          </p:nvSpPr>
          <p:spPr>
            <a:xfrm>
              <a:off x="2760945" y="1826149"/>
              <a:ext cx="68" cy="54"/>
            </a:xfrm>
            <a:custGeom>
              <a:rect b="b" l="l" r="r" t="t"/>
              <a:pathLst>
                <a:path extrusionOk="0" h="4" w="5">
                  <a:moveTo>
                    <a:pt x="4" y="0"/>
                  </a:moveTo>
                  <a:lnTo>
                    <a:pt x="1" y="4"/>
                  </a:ln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35"/>
            <p:cNvSpPr/>
            <p:nvPr/>
          </p:nvSpPr>
          <p:spPr>
            <a:xfrm>
              <a:off x="2704530" y="1833793"/>
              <a:ext cx="54" cy="68"/>
            </a:xfrm>
            <a:custGeom>
              <a:rect b="b" l="l" r="r" t="t"/>
              <a:pathLst>
                <a:path extrusionOk="0" h="5" w="4">
                  <a:moveTo>
                    <a:pt x="4" y="1"/>
                  </a:moveTo>
                  <a:lnTo>
                    <a:pt x="0" y="4"/>
                  </a:ln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3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3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35"/>
            <p:cNvSpPr/>
            <p:nvPr/>
          </p:nvSpPr>
          <p:spPr>
            <a:xfrm>
              <a:off x="2724204" y="1829570"/>
              <a:ext cx="258" cy="149"/>
            </a:xfrm>
            <a:custGeom>
              <a:rect b="b" l="l" r="r" t="t"/>
              <a:pathLst>
                <a:path extrusionOk="0" h="11" w="19">
                  <a:moveTo>
                    <a:pt x="1" y="0"/>
                  </a:moveTo>
                  <a:lnTo>
                    <a:pt x="1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35"/>
            <p:cNvSpPr/>
            <p:nvPr/>
          </p:nvSpPr>
          <p:spPr>
            <a:xfrm>
              <a:off x="2722208" y="1828851"/>
              <a:ext cx="204" cy="68"/>
            </a:xfrm>
            <a:custGeom>
              <a:rect b="b" l="l" r="r" t="t"/>
              <a:pathLst>
                <a:path extrusionOk="0" h="5" w="15">
                  <a:moveTo>
                    <a:pt x="1" y="1"/>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35"/>
            <p:cNvSpPr/>
            <p:nvPr/>
          </p:nvSpPr>
          <p:spPr>
            <a:xfrm>
              <a:off x="2724679" y="1829855"/>
              <a:ext cx="204" cy="149"/>
            </a:xfrm>
            <a:custGeom>
              <a:rect b="b" l="l" r="r" t="t"/>
              <a:pathLst>
                <a:path extrusionOk="0" h="11" w="15">
                  <a:moveTo>
                    <a:pt x="1" y="0"/>
                  </a:moveTo>
                  <a:lnTo>
                    <a:pt x="15"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35"/>
            <p:cNvSpPr/>
            <p:nvPr/>
          </p:nvSpPr>
          <p:spPr>
            <a:xfrm>
              <a:off x="2720593" y="1828905"/>
              <a:ext cx="204" cy="14"/>
            </a:xfrm>
            <a:custGeom>
              <a:rect b="b" l="l" r="r" t="t"/>
              <a:pathLst>
                <a:path extrusionOk="0" h="1" w="15">
                  <a:moveTo>
                    <a:pt x="1" y="0"/>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35"/>
            <p:cNvSpPr/>
            <p:nvPr/>
          </p:nvSpPr>
          <p:spPr>
            <a:xfrm>
              <a:off x="2720077" y="1828905"/>
              <a:ext cx="489" cy="54"/>
            </a:xfrm>
            <a:custGeom>
              <a:rect b="b" l="l" r="r" t="t"/>
              <a:pathLst>
                <a:path extrusionOk="0" h="4" w="36">
                  <a:moveTo>
                    <a:pt x="0" y="4"/>
                  </a:moveTo>
                  <a:lnTo>
                    <a:pt x="3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35"/>
            <p:cNvSpPr/>
            <p:nvPr/>
          </p:nvSpPr>
          <p:spPr>
            <a:xfrm>
              <a:off x="2722588" y="1828946"/>
              <a:ext cx="204" cy="68"/>
            </a:xfrm>
            <a:custGeom>
              <a:rect b="b" l="l" r="r" t="t"/>
              <a:pathLst>
                <a:path extrusionOk="0" h="5" w="15">
                  <a:moveTo>
                    <a:pt x="1" y="1"/>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35"/>
            <p:cNvSpPr/>
            <p:nvPr/>
          </p:nvSpPr>
          <p:spPr>
            <a:xfrm>
              <a:off x="2723349" y="1829190"/>
              <a:ext cx="204" cy="54"/>
            </a:xfrm>
            <a:custGeom>
              <a:rect b="b" l="l" r="r" t="t"/>
              <a:pathLst>
                <a:path extrusionOk="0" h="4" w="15">
                  <a:moveTo>
                    <a:pt x="1" y="0"/>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35"/>
            <p:cNvSpPr/>
            <p:nvPr/>
          </p:nvSpPr>
          <p:spPr>
            <a:xfrm>
              <a:off x="2722969" y="1829041"/>
              <a:ext cx="204" cy="68"/>
            </a:xfrm>
            <a:custGeom>
              <a:rect b="b" l="l" r="r" t="t"/>
              <a:pathLst>
                <a:path extrusionOk="0" h="5" w="15">
                  <a:moveTo>
                    <a:pt x="1" y="1"/>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35"/>
            <p:cNvSpPr/>
            <p:nvPr/>
          </p:nvSpPr>
          <p:spPr>
            <a:xfrm>
              <a:off x="2723783" y="1829380"/>
              <a:ext cx="204" cy="109"/>
            </a:xfrm>
            <a:custGeom>
              <a:rect b="b" l="l" r="r" t="t"/>
              <a:pathLst>
                <a:path extrusionOk="0" h="8" w="15">
                  <a:moveTo>
                    <a:pt x="0" y="0"/>
                  </a:moveTo>
                  <a:lnTo>
                    <a:pt x="14"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35"/>
            <p:cNvSpPr/>
            <p:nvPr/>
          </p:nvSpPr>
          <p:spPr>
            <a:xfrm>
              <a:off x="2720878" y="1828851"/>
              <a:ext cx="204" cy="14"/>
            </a:xfrm>
            <a:custGeom>
              <a:rect b="b" l="l" r="r" t="t"/>
              <a:pathLst>
                <a:path extrusionOk="0" h="1" w="15">
                  <a:moveTo>
                    <a:pt x="1" y="1"/>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35"/>
            <p:cNvSpPr/>
            <p:nvPr/>
          </p:nvSpPr>
          <p:spPr>
            <a:xfrm>
              <a:off x="2721217" y="1828810"/>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35"/>
            <p:cNvSpPr/>
            <p:nvPr/>
          </p:nvSpPr>
          <p:spPr>
            <a:xfrm>
              <a:off x="2721882" y="1828810"/>
              <a:ext cx="149" cy="14"/>
            </a:xfrm>
            <a:custGeom>
              <a:rect b="b" l="l" r="r" t="t"/>
              <a:pathLst>
                <a:path extrusionOk="0" h="1" w="11">
                  <a:moveTo>
                    <a:pt x="0"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35"/>
            <p:cNvSpPr/>
            <p:nvPr/>
          </p:nvSpPr>
          <p:spPr>
            <a:xfrm>
              <a:off x="2725155" y="1830181"/>
              <a:ext cx="258" cy="163"/>
            </a:xfrm>
            <a:custGeom>
              <a:rect b="b" l="l" r="r" t="t"/>
              <a:pathLst>
                <a:path extrusionOk="0" h="12" w="19">
                  <a:moveTo>
                    <a:pt x="1" y="1"/>
                  </a:moveTo>
                  <a:lnTo>
                    <a:pt x="1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35"/>
            <p:cNvSpPr/>
            <p:nvPr/>
          </p:nvSpPr>
          <p:spPr>
            <a:xfrm>
              <a:off x="2721543" y="182881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35"/>
            <p:cNvSpPr/>
            <p:nvPr/>
          </p:nvSpPr>
          <p:spPr>
            <a:xfrm>
              <a:off x="2725630" y="1830616"/>
              <a:ext cx="258" cy="204"/>
            </a:xfrm>
            <a:custGeom>
              <a:rect b="b" l="l" r="r" t="t"/>
              <a:pathLst>
                <a:path extrusionOk="0" h="15" w="19">
                  <a:moveTo>
                    <a:pt x="1" y="0"/>
                  </a:moveTo>
                  <a:lnTo>
                    <a:pt x="18"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35"/>
            <p:cNvSpPr/>
            <p:nvPr/>
          </p:nvSpPr>
          <p:spPr>
            <a:xfrm>
              <a:off x="2704530" y="183388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35"/>
            <p:cNvSpPr/>
            <p:nvPr/>
          </p:nvSpPr>
          <p:spPr>
            <a:xfrm>
              <a:off x="2801976" y="1871403"/>
              <a:ext cx="109" cy="54"/>
            </a:xfrm>
            <a:custGeom>
              <a:rect b="b" l="l" r="r" t="t"/>
              <a:pathLst>
                <a:path extrusionOk="0" h="4" w="8">
                  <a:moveTo>
                    <a:pt x="7"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3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3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3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3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35"/>
            <p:cNvSpPr/>
            <p:nvPr/>
          </p:nvSpPr>
          <p:spPr>
            <a:xfrm>
              <a:off x="2822750" y="1866596"/>
              <a:ext cx="109" cy="109"/>
            </a:xfrm>
            <a:custGeom>
              <a:rect b="b" l="l" r="r" t="t"/>
              <a:pathLst>
                <a:path extrusionOk="0" h="8" w="8">
                  <a:moveTo>
                    <a:pt x="7"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3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3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3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3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35"/>
            <p:cNvSpPr/>
            <p:nvPr/>
          </p:nvSpPr>
          <p:spPr>
            <a:xfrm>
              <a:off x="2796178" y="1873684"/>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35"/>
            <p:cNvSpPr/>
            <p:nvPr/>
          </p:nvSpPr>
          <p:spPr>
            <a:xfrm>
              <a:off x="2795798" y="1873779"/>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35"/>
            <p:cNvSpPr/>
            <p:nvPr/>
          </p:nvSpPr>
          <p:spPr>
            <a:xfrm>
              <a:off x="2795459" y="1873779"/>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3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35"/>
            <p:cNvSpPr/>
            <p:nvPr/>
          </p:nvSpPr>
          <p:spPr>
            <a:xfrm>
              <a:off x="2796559" y="1873399"/>
              <a:ext cx="299" cy="149"/>
            </a:xfrm>
            <a:custGeom>
              <a:rect b="b" l="l" r="r" t="t"/>
              <a:pathLst>
                <a:path extrusionOk="0" h="11" w="22">
                  <a:moveTo>
                    <a:pt x="0" y="11"/>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35"/>
            <p:cNvSpPr/>
            <p:nvPr/>
          </p:nvSpPr>
          <p:spPr>
            <a:xfrm>
              <a:off x="2794984" y="1873724"/>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35"/>
            <p:cNvSpPr/>
            <p:nvPr/>
          </p:nvSpPr>
          <p:spPr>
            <a:xfrm>
              <a:off x="2789661" y="1879671"/>
              <a:ext cx="54" cy="14"/>
            </a:xfrm>
            <a:custGeom>
              <a:rect b="b" l="l" r="r" t="t"/>
              <a:pathLst>
                <a:path extrusionOk="0" h="1" w="4">
                  <a:moveTo>
                    <a:pt x="4" y="0"/>
                  </a:moveTo>
                  <a:lnTo>
                    <a:pt x="4" y="0"/>
                  </a:lnTo>
                  <a:lnTo>
                    <a:pt x="0" y="0"/>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35"/>
            <p:cNvSpPr/>
            <p:nvPr/>
          </p:nvSpPr>
          <p:spPr>
            <a:xfrm>
              <a:off x="2796980" y="1873303"/>
              <a:ext cx="109" cy="54"/>
            </a:xfrm>
            <a:custGeom>
              <a:rect b="b" l="l" r="r" t="t"/>
              <a:pathLst>
                <a:path extrusionOk="0" h="4" w="8">
                  <a:moveTo>
                    <a:pt x="8"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3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3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3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3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3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3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3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3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3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3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3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3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3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35"/>
            <p:cNvSpPr/>
            <p:nvPr/>
          </p:nvSpPr>
          <p:spPr>
            <a:xfrm>
              <a:off x="2364237" y="1918829"/>
              <a:ext cx="109" cy="68"/>
            </a:xfrm>
            <a:custGeom>
              <a:rect b="b" l="l" r="r" t="t"/>
              <a:pathLst>
                <a:path extrusionOk="0" h="5" w="8">
                  <a:moveTo>
                    <a:pt x="1" y="4"/>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35"/>
            <p:cNvSpPr/>
            <p:nvPr/>
          </p:nvSpPr>
          <p:spPr>
            <a:xfrm>
              <a:off x="2364713" y="1918503"/>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35"/>
            <p:cNvSpPr/>
            <p:nvPr/>
          </p:nvSpPr>
          <p:spPr>
            <a:xfrm>
              <a:off x="2364102" y="1918978"/>
              <a:ext cx="109" cy="54"/>
            </a:xfrm>
            <a:custGeom>
              <a:rect b="b" l="l" r="r" t="t"/>
              <a:pathLst>
                <a:path extrusionOk="0" h="4" w="8">
                  <a:moveTo>
                    <a:pt x="0" y="4"/>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35"/>
            <p:cNvSpPr/>
            <p:nvPr/>
          </p:nvSpPr>
          <p:spPr>
            <a:xfrm>
              <a:off x="2364672" y="1918544"/>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35"/>
            <p:cNvSpPr/>
            <p:nvPr/>
          </p:nvSpPr>
          <p:spPr>
            <a:xfrm>
              <a:off x="2364523" y="1918693"/>
              <a:ext cx="14" cy="14"/>
            </a:xfrm>
            <a:custGeom>
              <a:rect b="b" l="l" r="r" t="t"/>
              <a:pathLst>
                <a:path extrusionOk="0" h="1"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35"/>
            <p:cNvSpPr/>
            <p:nvPr/>
          </p:nvSpPr>
          <p:spPr>
            <a:xfrm>
              <a:off x="2364387" y="1918734"/>
              <a:ext cx="54" cy="68"/>
            </a:xfrm>
            <a:custGeom>
              <a:rect b="b" l="l" r="r" t="t"/>
              <a:pathLst>
                <a:path extrusionOk="0" h="5" w="4">
                  <a:moveTo>
                    <a:pt x="0" y="4"/>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35"/>
            <p:cNvSpPr/>
            <p:nvPr/>
          </p:nvSpPr>
          <p:spPr>
            <a:xfrm>
              <a:off x="2363857" y="1919073"/>
              <a:ext cx="163" cy="54"/>
            </a:xfrm>
            <a:custGeom>
              <a:rect b="b" l="l" r="r" t="t"/>
              <a:pathLst>
                <a:path extrusionOk="0" h="4" w="12">
                  <a:moveTo>
                    <a:pt x="1"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35"/>
            <p:cNvSpPr/>
            <p:nvPr/>
          </p:nvSpPr>
          <p:spPr>
            <a:xfrm>
              <a:off x="2363341" y="1919358"/>
              <a:ext cx="204" cy="109"/>
            </a:xfrm>
            <a:custGeom>
              <a:rect b="b" l="l" r="r" t="t"/>
              <a:pathLst>
                <a:path extrusionOk="0" h="8" w="15">
                  <a:moveTo>
                    <a:pt x="0" y="8"/>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3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35"/>
            <p:cNvSpPr/>
            <p:nvPr/>
          </p:nvSpPr>
          <p:spPr>
            <a:xfrm>
              <a:off x="2363626" y="1919209"/>
              <a:ext cx="149" cy="68"/>
            </a:xfrm>
            <a:custGeom>
              <a:rect b="b" l="l" r="r" t="t"/>
              <a:pathLst>
                <a:path extrusionOk="0" h="5" w="11">
                  <a:moveTo>
                    <a:pt x="0" y="5"/>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35"/>
            <p:cNvSpPr/>
            <p:nvPr/>
          </p:nvSpPr>
          <p:spPr>
            <a:xfrm>
              <a:off x="2361766" y="1920024"/>
              <a:ext cx="394" cy="204"/>
            </a:xfrm>
            <a:custGeom>
              <a:rect b="b" l="l" r="r" t="t"/>
              <a:pathLst>
                <a:path extrusionOk="0" h="15" w="29">
                  <a:moveTo>
                    <a:pt x="1" y="15"/>
                  </a:move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35"/>
            <p:cNvSpPr/>
            <p:nvPr/>
          </p:nvSpPr>
          <p:spPr>
            <a:xfrm>
              <a:off x="2423463" y="1902672"/>
              <a:ext cx="163" cy="14"/>
            </a:xfrm>
            <a:custGeom>
              <a:rect b="b" l="l" r="r" t="t"/>
              <a:pathLst>
                <a:path extrusionOk="0" h="1" w="12">
                  <a:moveTo>
                    <a:pt x="1"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3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35"/>
            <p:cNvSpPr/>
            <p:nvPr/>
          </p:nvSpPr>
          <p:spPr>
            <a:xfrm>
              <a:off x="2364618" y="191859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35"/>
            <p:cNvSpPr/>
            <p:nvPr/>
          </p:nvSpPr>
          <p:spPr>
            <a:xfrm>
              <a:off x="2364767" y="191840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3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3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35"/>
            <p:cNvSpPr/>
            <p:nvPr/>
          </p:nvSpPr>
          <p:spPr>
            <a:xfrm>
              <a:off x="2437773" y="1917172"/>
              <a:ext cx="394" cy="774"/>
            </a:xfrm>
            <a:custGeom>
              <a:rect b="b" l="l" r="r" t="t"/>
              <a:pathLst>
                <a:path extrusionOk="0" h="57" w="29">
                  <a:moveTo>
                    <a:pt x="1" y="0"/>
                  </a:moveTo>
                  <a:lnTo>
                    <a:pt x="29" y="5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35"/>
            <p:cNvSpPr/>
            <p:nvPr/>
          </p:nvSpPr>
          <p:spPr>
            <a:xfrm>
              <a:off x="2437203" y="1916032"/>
              <a:ext cx="448" cy="774"/>
            </a:xfrm>
            <a:custGeom>
              <a:rect b="b" l="l" r="r" t="t"/>
              <a:pathLst>
                <a:path extrusionOk="0" h="57" w="33">
                  <a:moveTo>
                    <a:pt x="1" y="0"/>
                  </a:moveTo>
                  <a:lnTo>
                    <a:pt x="32" y="5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35"/>
            <p:cNvSpPr/>
            <p:nvPr/>
          </p:nvSpPr>
          <p:spPr>
            <a:xfrm>
              <a:off x="2436062" y="1913656"/>
              <a:ext cx="394" cy="774"/>
            </a:xfrm>
            <a:custGeom>
              <a:rect b="b" l="l" r="r" t="t"/>
              <a:pathLst>
                <a:path extrusionOk="0" h="57" w="29">
                  <a:moveTo>
                    <a:pt x="1" y="0"/>
                  </a:moveTo>
                  <a:lnTo>
                    <a:pt x="29" y="5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35"/>
            <p:cNvSpPr/>
            <p:nvPr/>
          </p:nvSpPr>
          <p:spPr>
            <a:xfrm>
              <a:off x="2436687" y="1914932"/>
              <a:ext cx="394" cy="733"/>
            </a:xfrm>
            <a:custGeom>
              <a:rect b="b" l="l" r="r" t="t"/>
              <a:pathLst>
                <a:path extrusionOk="0" h="54" w="29">
                  <a:moveTo>
                    <a:pt x="0" y="1"/>
                  </a:moveTo>
                  <a:lnTo>
                    <a:pt x="28" y="5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3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3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3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solidFill>
              <a:schemeClr val="accent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3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3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3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3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3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3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3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35"/>
            <p:cNvSpPr/>
            <p:nvPr/>
          </p:nvSpPr>
          <p:spPr>
            <a:xfrm>
              <a:off x="2461928" y="1715967"/>
              <a:ext cx="204" cy="109"/>
            </a:xfrm>
            <a:custGeom>
              <a:rect b="b" l="l" r="r" t="t"/>
              <a:pathLst>
                <a:path extrusionOk="0" h="8" w="15">
                  <a:moveTo>
                    <a:pt x="14"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35"/>
            <p:cNvSpPr/>
            <p:nvPr/>
          </p:nvSpPr>
          <p:spPr>
            <a:xfrm>
              <a:off x="2465159" y="1716823"/>
              <a:ext cx="244" cy="54"/>
            </a:xfrm>
            <a:custGeom>
              <a:rect b="b" l="l" r="r" t="t"/>
              <a:pathLst>
                <a:path extrusionOk="0" h="4" w="18">
                  <a:moveTo>
                    <a:pt x="18"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35"/>
            <p:cNvSpPr/>
            <p:nvPr/>
          </p:nvSpPr>
          <p:spPr>
            <a:xfrm>
              <a:off x="2462498" y="1716157"/>
              <a:ext cx="244" cy="109"/>
            </a:xfrm>
            <a:custGeom>
              <a:rect b="b" l="l" r="r" t="t"/>
              <a:pathLst>
                <a:path extrusionOk="0" h="8" w="18">
                  <a:moveTo>
                    <a:pt x="18"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35"/>
            <p:cNvSpPr/>
            <p:nvPr/>
          </p:nvSpPr>
          <p:spPr>
            <a:xfrm>
              <a:off x="2463733" y="1716538"/>
              <a:ext cx="299" cy="109"/>
            </a:xfrm>
            <a:custGeom>
              <a:rect b="b" l="l" r="r" t="t"/>
              <a:pathLst>
                <a:path extrusionOk="0" h="8" w="22">
                  <a:moveTo>
                    <a:pt x="21"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35"/>
            <p:cNvSpPr/>
            <p:nvPr/>
          </p:nvSpPr>
          <p:spPr>
            <a:xfrm>
              <a:off x="2463109" y="1716388"/>
              <a:ext cx="258" cy="68"/>
            </a:xfrm>
            <a:custGeom>
              <a:rect b="b" l="l" r="r" t="t"/>
              <a:pathLst>
                <a:path extrusionOk="0" h="5" w="19">
                  <a:moveTo>
                    <a:pt x="18"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35"/>
            <p:cNvSpPr/>
            <p:nvPr/>
          </p:nvSpPr>
          <p:spPr>
            <a:xfrm>
              <a:off x="2464399" y="1716728"/>
              <a:ext cx="299" cy="54"/>
            </a:xfrm>
            <a:custGeom>
              <a:rect b="b" l="l" r="r" t="t"/>
              <a:pathLst>
                <a:path extrusionOk="0" h="4" w="22">
                  <a:moveTo>
                    <a:pt x="21"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35"/>
            <p:cNvSpPr/>
            <p:nvPr/>
          </p:nvSpPr>
          <p:spPr>
            <a:xfrm>
              <a:off x="2541071" y="1746150"/>
              <a:ext cx="394" cy="3530"/>
            </a:xfrm>
            <a:custGeom>
              <a:rect b="b" l="l" r="r" t="t"/>
              <a:pathLst>
                <a:path extrusionOk="0" h="260" w="29">
                  <a:moveTo>
                    <a:pt x="0" y="0"/>
                  </a:moveTo>
                  <a:lnTo>
                    <a:pt x="28" y="259"/>
                  </a:lnTo>
                  <a:lnTo>
                    <a:pt x="28" y="25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35"/>
            <p:cNvSpPr/>
            <p:nvPr/>
          </p:nvSpPr>
          <p:spPr>
            <a:xfrm>
              <a:off x="2465919" y="1716959"/>
              <a:ext cx="244" cy="14"/>
            </a:xfrm>
            <a:custGeom>
              <a:rect b="b" l="l" r="r" t="t"/>
              <a:pathLst>
                <a:path extrusionOk="0" h="1" w="18">
                  <a:moveTo>
                    <a:pt x="1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3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3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3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3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3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3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35"/>
            <p:cNvSpPr/>
            <p:nvPr/>
          </p:nvSpPr>
          <p:spPr>
            <a:xfrm>
              <a:off x="2374135" y="1744385"/>
              <a:ext cx="14" cy="163"/>
            </a:xfrm>
            <a:custGeom>
              <a:rect b="b" l="l" r="r" t="t"/>
              <a:pathLst>
                <a:path extrusionOk="0" h="12" w="1">
                  <a:moveTo>
                    <a:pt x="0"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3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3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3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3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3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3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3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35"/>
            <p:cNvSpPr/>
            <p:nvPr/>
          </p:nvSpPr>
          <p:spPr>
            <a:xfrm>
              <a:off x="2374135" y="1744820"/>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3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35"/>
            <p:cNvSpPr/>
            <p:nvPr/>
          </p:nvSpPr>
          <p:spPr>
            <a:xfrm>
              <a:off x="2402458" y="1807181"/>
              <a:ext cx="163" cy="204"/>
            </a:xfrm>
            <a:custGeom>
              <a:rect b="b" l="l" r="r" t="t"/>
              <a:pathLst>
                <a:path extrusionOk="0" h="15" w="12">
                  <a:moveTo>
                    <a:pt x="11"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35"/>
            <p:cNvSpPr/>
            <p:nvPr/>
          </p:nvSpPr>
          <p:spPr>
            <a:xfrm>
              <a:off x="2403218" y="1808186"/>
              <a:ext cx="109" cy="149"/>
            </a:xfrm>
            <a:custGeom>
              <a:rect b="b" l="l" r="r" t="t"/>
              <a:pathLst>
                <a:path extrusionOk="0" h="11" w="8">
                  <a:moveTo>
                    <a:pt x="8"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35"/>
            <p:cNvSpPr/>
            <p:nvPr/>
          </p:nvSpPr>
          <p:spPr>
            <a:xfrm>
              <a:off x="2403504" y="1808566"/>
              <a:ext cx="109" cy="109"/>
            </a:xfrm>
            <a:custGeom>
              <a:rect b="b" l="l" r="r" t="t"/>
              <a:pathLst>
                <a:path extrusionOk="0" h="8" w="8">
                  <a:moveTo>
                    <a:pt x="8"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3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35"/>
            <p:cNvSpPr/>
            <p:nvPr/>
          </p:nvSpPr>
          <p:spPr>
            <a:xfrm>
              <a:off x="2403789" y="1808892"/>
              <a:ext cx="109" cy="109"/>
            </a:xfrm>
            <a:custGeom>
              <a:rect b="b" l="l" r="r" t="t"/>
              <a:pathLst>
                <a:path extrusionOk="0" h="8" w="8">
                  <a:moveTo>
                    <a:pt x="8"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3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35"/>
            <p:cNvSpPr/>
            <p:nvPr/>
          </p:nvSpPr>
          <p:spPr>
            <a:xfrm>
              <a:off x="2404508" y="180965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35"/>
            <p:cNvSpPr/>
            <p:nvPr/>
          </p:nvSpPr>
          <p:spPr>
            <a:xfrm>
              <a:off x="2402703" y="1807520"/>
              <a:ext cx="109" cy="149"/>
            </a:xfrm>
            <a:custGeom>
              <a:rect b="b" l="l" r="r" t="t"/>
              <a:pathLst>
                <a:path extrusionOk="0" h="11" w="8">
                  <a:moveTo>
                    <a:pt x="7"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35"/>
            <p:cNvSpPr/>
            <p:nvPr/>
          </p:nvSpPr>
          <p:spPr>
            <a:xfrm>
              <a:off x="2402933" y="1807901"/>
              <a:ext cx="109" cy="149"/>
            </a:xfrm>
            <a:custGeom>
              <a:rect b="b" l="l" r="r" t="t"/>
              <a:pathLst>
                <a:path extrusionOk="0" h="11" w="8">
                  <a:moveTo>
                    <a:pt x="8"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35"/>
            <p:cNvSpPr/>
            <p:nvPr/>
          </p:nvSpPr>
          <p:spPr>
            <a:xfrm>
              <a:off x="2404128" y="1809272"/>
              <a:ext cx="54" cy="68"/>
            </a:xfrm>
            <a:custGeom>
              <a:rect b="b" l="l" r="r" t="t"/>
              <a:pathLst>
                <a:path extrusionOk="0" h="5" w="4">
                  <a:moveTo>
                    <a:pt x="4"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35"/>
            <p:cNvSpPr/>
            <p:nvPr/>
          </p:nvSpPr>
          <p:spPr>
            <a:xfrm>
              <a:off x="2378697" y="1753468"/>
              <a:ext cx="204" cy="299"/>
            </a:xfrm>
            <a:custGeom>
              <a:rect b="b" l="l" r="r" t="t"/>
              <a:pathLst>
                <a:path extrusionOk="0" h="22" w="15">
                  <a:moveTo>
                    <a:pt x="14" y="22"/>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3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35"/>
            <p:cNvSpPr/>
            <p:nvPr/>
          </p:nvSpPr>
          <p:spPr>
            <a:xfrm>
              <a:off x="2378032" y="1752233"/>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35"/>
            <p:cNvSpPr/>
            <p:nvPr/>
          </p:nvSpPr>
          <p:spPr>
            <a:xfrm>
              <a:off x="2402268" y="1806896"/>
              <a:ext cx="109" cy="204"/>
            </a:xfrm>
            <a:custGeom>
              <a:rect b="b" l="l" r="r" t="t"/>
              <a:pathLst>
                <a:path extrusionOk="0" h="15" w="8">
                  <a:moveTo>
                    <a:pt x="8"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35"/>
            <p:cNvSpPr/>
            <p:nvPr/>
          </p:nvSpPr>
          <p:spPr>
            <a:xfrm>
              <a:off x="2449043" y="1751187"/>
              <a:ext cx="299" cy="68"/>
            </a:xfrm>
            <a:custGeom>
              <a:rect b="b" l="l" r="r" t="t"/>
              <a:pathLst>
                <a:path extrusionOk="0" h="5" w="22">
                  <a:moveTo>
                    <a:pt x="21"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35"/>
            <p:cNvSpPr/>
            <p:nvPr/>
          </p:nvSpPr>
          <p:spPr>
            <a:xfrm>
              <a:off x="2452559" y="1750088"/>
              <a:ext cx="54" cy="68"/>
            </a:xfrm>
            <a:custGeom>
              <a:rect b="b" l="l" r="r" t="t"/>
              <a:pathLst>
                <a:path extrusionOk="0" h="5" w="4">
                  <a:moveTo>
                    <a:pt x="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35"/>
            <p:cNvSpPr/>
            <p:nvPr/>
          </p:nvSpPr>
          <p:spPr>
            <a:xfrm>
              <a:off x="2448418" y="1751242"/>
              <a:ext cx="299" cy="14"/>
            </a:xfrm>
            <a:custGeom>
              <a:rect b="b" l="l" r="r" t="t"/>
              <a:pathLst>
                <a:path extrusionOk="0" h="1" w="22">
                  <a:moveTo>
                    <a:pt x="22"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35"/>
            <p:cNvSpPr/>
            <p:nvPr/>
          </p:nvSpPr>
          <p:spPr>
            <a:xfrm>
              <a:off x="2451419" y="1750712"/>
              <a:ext cx="149" cy="54"/>
            </a:xfrm>
            <a:custGeom>
              <a:rect b="b" l="l" r="r" t="t"/>
              <a:pathLst>
                <a:path extrusionOk="0" h="4" w="11">
                  <a:moveTo>
                    <a:pt x="11"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35"/>
            <p:cNvSpPr/>
            <p:nvPr/>
          </p:nvSpPr>
          <p:spPr>
            <a:xfrm>
              <a:off x="2451038" y="1750807"/>
              <a:ext cx="204" cy="54"/>
            </a:xfrm>
            <a:custGeom>
              <a:rect b="b" l="l" r="r" t="t"/>
              <a:pathLst>
                <a:path extrusionOk="0" h="4" w="15">
                  <a:moveTo>
                    <a:pt x="1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35"/>
            <p:cNvSpPr/>
            <p:nvPr/>
          </p:nvSpPr>
          <p:spPr>
            <a:xfrm>
              <a:off x="2452179" y="1750332"/>
              <a:ext cx="109" cy="54"/>
            </a:xfrm>
            <a:custGeom>
              <a:rect b="b" l="l" r="r" t="t"/>
              <a:pathLst>
                <a:path extrusionOk="0" h="4" w="8">
                  <a:moveTo>
                    <a:pt x="7"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35"/>
            <p:cNvSpPr/>
            <p:nvPr/>
          </p:nvSpPr>
          <p:spPr>
            <a:xfrm>
              <a:off x="2447658" y="1751282"/>
              <a:ext cx="299" cy="14"/>
            </a:xfrm>
            <a:custGeom>
              <a:rect b="b" l="l" r="r" t="t"/>
              <a:pathLst>
                <a:path extrusionOk="0" h="1" w="22">
                  <a:moveTo>
                    <a:pt x="22"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35"/>
            <p:cNvSpPr/>
            <p:nvPr/>
          </p:nvSpPr>
          <p:spPr>
            <a:xfrm>
              <a:off x="2446857" y="1751337"/>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3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35"/>
            <p:cNvSpPr/>
            <p:nvPr/>
          </p:nvSpPr>
          <p:spPr>
            <a:xfrm>
              <a:off x="2500610" y="1758886"/>
              <a:ext cx="14" cy="204"/>
            </a:xfrm>
            <a:custGeom>
              <a:rect b="b" l="l" r="r" t="t"/>
              <a:pathLst>
                <a:path extrusionOk="0" h="15" w="1">
                  <a:moveTo>
                    <a:pt x="1"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35"/>
            <p:cNvSpPr/>
            <p:nvPr/>
          </p:nvSpPr>
          <p:spPr>
            <a:xfrm>
              <a:off x="2450658" y="1750902"/>
              <a:ext cx="204" cy="54"/>
            </a:xfrm>
            <a:custGeom>
              <a:rect b="b" l="l" r="r" t="t"/>
              <a:pathLst>
                <a:path extrusionOk="0" h="4" w="15">
                  <a:moveTo>
                    <a:pt x="1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35"/>
            <p:cNvSpPr/>
            <p:nvPr/>
          </p:nvSpPr>
          <p:spPr>
            <a:xfrm>
              <a:off x="2451989" y="1750481"/>
              <a:ext cx="109" cy="54"/>
            </a:xfrm>
            <a:custGeom>
              <a:rect b="b" l="l" r="r" t="t"/>
              <a:pathLst>
                <a:path extrusionOk="0" h="4" w="8">
                  <a:moveTo>
                    <a:pt x="7"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35"/>
            <p:cNvSpPr/>
            <p:nvPr/>
          </p:nvSpPr>
          <p:spPr>
            <a:xfrm>
              <a:off x="2449654" y="1751092"/>
              <a:ext cx="258" cy="68"/>
            </a:xfrm>
            <a:custGeom>
              <a:rect b="b" l="l" r="r" t="t"/>
              <a:pathLst>
                <a:path extrusionOk="0" h="5" w="19">
                  <a:moveTo>
                    <a:pt x="18"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35"/>
            <p:cNvSpPr/>
            <p:nvPr/>
          </p:nvSpPr>
          <p:spPr>
            <a:xfrm>
              <a:off x="2500664" y="1759266"/>
              <a:ext cx="14" cy="258"/>
            </a:xfrm>
            <a:custGeom>
              <a:rect b="b" l="l" r="r" t="t"/>
              <a:pathLst>
                <a:path extrusionOk="0" h="19" w="1">
                  <a:moveTo>
                    <a:pt x="0"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35"/>
            <p:cNvSpPr/>
            <p:nvPr/>
          </p:nvSpPr>
          <p:spPr>
            <a:xfrm>
              <a:off x="2500800" y="1760787"/>
              <a:ext cx="14" cy="299"/>
            </a:xfrm>
            <a:custGeom>
              <a:rect b="b" l="l" r="r" t="t"/>
              <a:pathLst>
                <a:path extrusionOk="0" h="22" w="1">
                  <a:moveTo>
                    <a:pt x="1"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3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35"/>
            <p:cNvSpPr/>
            <p:nvPr/>
          </p:nvSpPr>
          <p:spPr>
            <a:xfrm>
              <a:off x="2500759" y="1760216"/>
              <a:ext cx="14" cy="353"/>
            </a:xfrm>
            <a:custGeom>
              <a:rect b="b" l="l" r="r" t="t"/>
              <a:pathLst>
                <a:path extrusionOk="0" h="26" w="1">
                  <a:moveTo>
                    <a:pt x="0"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35"/>
            <p:cNvSpPr/>
            <p:nvPr/>
          </p:nvSpPr>
          <p:spPr>
            <a:xfrm>
              <a:off x="2451704" y="1750576"/>
              <a:ext cx="149" cy="95"/>
            </a:xfrm>
            <a:custGeom>
              <a:rect b="b" l="l" r="r" t="t"/>
              <a:pathLst>
                <a:path extrusionOk="0" h="7" w="11">
                  <a:moveTo>
                    <a:pt x="11"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35"/>
            <p:cNvSpPr/>
            <p:nvPr/>
          </p:nvSpPr>
          <p:spPr>
            <a:xfrm>
              <a:off x="2450183" y="1750997"/>
              <a:ext cx="204" cy="54"/>
            </a:xfrm>
            <a:custGeom>
              <a:rect b="b" l="l" r="r" t="t"/>
              <a:pathLst>
                <a:path extrusionOk="0" h="4" w="15">
                  <a:moveTo>
                    <a:pt x="1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35"/>
            <p:cNvSpPr/>
            <p:nvPr/>
          </p:nvSpPr>
          <p:spPr>
            <a:xfrm>
              <a:off x="2452695" y="1749952"/>
              <a:ext cx="14" cy="54"/>
            </a:xfrm>
            <a:custGeom>
              <a:rect b="b" l="l" r="r" t="t"/>
              <a:pathLst>
                <a:path extrusionOk="0" h="4" w="1">
                  <a:moveTo>
                    <a:pt x="1"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35"/>
            <p:cNvSpPr/>
            <p:nvPr/>
          </p:nvSpPr>
          <p:spPr>
            <a:xfrm>
              <a:off x="2501044" y="1763312"/>
              <a:ext cx="54" cy="339"/>
            </a:xfrm>
            <a:custGeom>
              <a:rect b="b" l="l" r="r" t="t"/>
              <a:pathLst>
                <a:path extrusionOk="0" h="25" w="4">
                  <a:moveTo>
                    <a:pt x="4" y="25"/>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35"/>
            <p:cNvSpPr/>
            <p:nvPr/>
          </p:nvSpPr>
          <p:spPr>
            <a:xfrm>
              <a:off x="2501275" y="1764683"/>
              <a:ext cx="68" cy="299"/>
            </a:xfrm>
            <a:custGeom>
              <a:rect b="b" l="l" r="r" t="t"/>
              <a:pathLst>
                <a:path extrusionOk="0" h="22" w="5">
                  <a:moveTo>
                    <a:pt x="4"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35"/>
            <p:cNvSpPr/>
            <p:nvPr/>
          </p:nvSpPr>
          <p:spPr>
            <a:xfrm>
              <a:off x="2501180" y="1763977"/>
              <a:ext cx="68" cy="339"/>
            </a:xfrm>
            <a:custGeom>
              <a:rect b="b" l="l" r="r" t="t"/>
              <a:pathLst>
                <a:path extrusionOk="0" h="25" w="5">
                  <a:moveTo>
                    <a:pt x="4" y="2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35"/>
            <p:cNvSpPr/>
            <p:nvPr/>
          </p:nvSpPr>
          <p:spPr>
            <a:xfrm>
              <a:off x="2452369" y="1750237"/>
              <a:ext cx="109" cy="54"/>
            </a:xfrm>
            <a:custGeom>
              <a:rect b="b" l="l" r="r" t="t"/>
              <a:pathLst>
                <a:path extrusionOk="0" h="4" w="8">
                  <a:moveTo>
                    <a:pt x="7"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35"/>
            <p:cNvSpPr/>
            <p:nvPr/>
          </p:nvSpPr>
          <p:spPr>
            <a:xfrm>
              <a:off x="2501425" y="1765403"/>
              <a:ext cx="54" cy="244"/>
            </a:xfrm>
            <a:custGeom>
              <a:rect b="b" l="l" r="r" t="t"/>
              <a:pathLst>
                <a:path extrusionOk="0" h="18" w="4">
                  <a:moveTo>
                    <a:pt x="4" y="18"/>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35"/>
            <p:cNvSpPr/>
            <p:nvPr/>
          </p:nvSpPr>
          <p:spPr>
            <a:xfrm>
              <a:off x="2500800" y="1761357"/>
              <a:ext cx="68" cy="353"/>
            </a:xfrm>
            <a:custGeom>
              <a:rect b="b" l="l" r="r" t="t"/>
              <a:pathLst>
                <a:path extrusionOk="0" h="26" w="5">
                  <a:moveTo>
                    <a:pt x="4" y="2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35"/>
            <p:cNvSpPr/>
            <p:nvPr/>
          </p:nvSpPr>
          <p:spPr>
            <a:xfrm>
              <a:off x="2500895" y="1761982"/>
              <a:ext cx="68" cy="339"/>
            </a:xfrm>
            <a:custGeom>
              <a:rect b="b" l="l" r="r" t="t"/>
              <a:pathLst>
                <a:path extrusionOk="0" h="25" w="5">
                  <a:moveTo>
                    <a:pt x="4" y="2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35"/>
            <p:cNvSpPr/>
            <p:nvPr/>
          </p:nvSpPr>
          <p:spPr>
            <a:xfrm>
              <a:off x="2500949" y="1762647"/>
              <a:ext cx="54" cy="339"/>
            </a:xfrm>
            <a:custGeom>
              <a:rect b="b" l="l" r="r" t="t"/>
              <a:pathLst>
                <a:path extrusionOk="0" h="25" w="4">
                  <a:moveTo>
                    <a:pt x="4" y="25"/>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35"/>
            <p:cNvSpPr/>
            <p:nvPr/>
          </p:nvSpPr>
          <p:spPr>
            <a:xfrm>
              <a:off x="2501615" y="1766258"/>
              <a:ext cx="54" cy="204"/>
            </a:xfrm>
            <a:custGeom>
              <a:rect b="b" l="l" r="r" t="t"/>
              <a:pathLst>
                <a:path extrusionOk="0" h="15" w="4">
                  <a:moveTo>
                    <a:pt x="4"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3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35"/>
            <p:cNvSpPr/>
            <p:nvPr/>
          </p:nvSpPr>
          <p:spPr>
            <a:xfrm>
              <a:off x="2571159" y="1710115"/>
              <a:ext cx="54" cy="163"/>
            </a:xfrm>
            <a:custGeom>
              <a:rect b="b" l="l" r="r" t="t"/>
              <a:pathLst>
                <a:path extrusionOk="0" h="12" w="4">
                  <a:moveTo>
                    <a:pt x="0" y="1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35"/>
            <p:cNvSpPr/>
            <p:nvPr/>
          </p:nvSpPr>
          <p:spPr>
            <a:xfrm>
              <a:off x="2571960" y="1708839"/>
              <a:ext cx="109" cy="109"/>
            </a:xfrm>
            <a:custGeom>
              <a:rect b="b" l="l" r="r" t="t"/>
              <a:pathLst>
                <a:path extrusionOk="0" h="8" w="8">
                  <a:moveTo>
                    <a:pt x="1" y="7"/>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35"/>
            <p:cNvSpPr/>
            <p:nvPr/>
          </p:nvSpPr>
          <p:spPr>
            <a:xfrm>
              <a:off x="2572340" y="1708500"/>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35"/>
            <p:cNvSpPr/>
            <p:nvPr/>
          </p:nvSpPr>
          <p:spPr>
            <a:xfrm>
              <a:off x="2572245" y="1708595"/>
              <a:ext cx="68" cy="68"/>
            </a:xfrm>
            <a:custGeom>
              <a:rect b="b" l="l" r="r" t="t"/>
              <a:pathLst>
                <a:path extrusionOk="0" h="5" w="5">
                  <a:moveTo>
                    <a:pt x="1" y="4"/>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35"/>
            <p:cNvSpPr/>
            <p:nvPr/>
          </p:nvSpPr>
          <p:spPr>
            <a:xfrm>
              <a:off x="2571539" y="1709505"/>
              <a:ext cx="54" cy="109"/>
            </a:xfrm>
            <a:custGeom>
              <a:rect b="b" l="l" r="r" t="t"/>
              <a:pathLst>
                <a:path extrusionOk="0" h="8" w="4">
                  <a:moveTo>
                    <a:pt x="0"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35"/>
            <p:cNvSpPr/>
            <p:nvPr/>
          </p:nvSpPr>
          <p:spPr>
            <a:xfrm>
              <a:off x="2571729" y="1709219"/>
              <a:ext cx="54" cy="109"/>
            </a:xfrm>
            <a:custGeom>
              <a:rect b="b" l="l" r="r" t="t"/>
              <a:pathLst>
                <a:path extrusionOk="0" h="8" w="4">
                  <a:moveTo>
                    <a:pt x="0"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35"/>
            <p:cNvSpPr/>
            <p:nvPr/>
          </p:nvSpPr>
          <p:spPr>
            <a:xfrm>
              <a:off x="2571349" y="1709790"/>
              <a:ext cx="54" cy="109"/>
            </a:xfrm>
            <a:custGeom>
              <a:rect b="b" l="l" r="r" t="t"/>
              <a:pathLst>
                <a:path extrusionOk="0" h="8" w="4">
                  <a:moveTo>
                    <a:pt x="0"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35"/>
            <p:cNvSpPr/>
            <p:nvPr/>
          </p:nvSpPr>
          <p:spPr>
            <a:xfrm>
              <a:off x="2572109" y="1708690"/>
              <a:ext cx="54" cy="68"/>
            </a:xfrm>
            <a:custGeom>
              <a:rect b="b" l="l" r="r" t="t"/>
              <a:pathLst>
                <a:path extrusionOk="0" h="5" w="4">
                  <a:moveTo>
                    <a:pt x="0" y="4"/>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35"/>
            <p:cNvSpPr/>
            <p:nvPr/>
          </p:nvSpPr>
          <p:spPr>
            <a:xfrm>
              <a:off x="2570968" y="1710550"/>
              <a:ext cx="54" cy="109"/>
            </a:xfrm>
            <a:custGeom>
              <a:rect b="b" l="l" r="r" t="t"/>
              <a:pathLst>
                <a:path extrusionOk="0" h="8" w="4">
                  <a:moveTo>
                    <a:pt x="0"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35"/>
            <p:cNvSpPr/>
            <p:nvPr/>
          </p:nvSpPr>
          <p:spPr>
            <a:xfrm>
              <a:off x="2641218" y="170617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35"/>
            <p:cNvSpPr/>
            <p:nvPr/>
          </p:nvSpPr>
          <p:spPr>
            <a:xfrm>
              <a:off x="2572584" y="1708364"/>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35"/>
            <p:cNvSpPr/>
            <p:nvPr/>
          </p:nvSpPr>
          <p:spPr>
            <a:xfrm>
              <a:off x="2641829" y="1706178"/>
              <a:ext cx="204" cy="14"/>
            </a:xfrm>
            <a:custGeom>
              <a:rect b="b" l="l" r="r" t="t"/>
              <a:pathLst>
                <a:path extrusionOk="0" h="1" w="15">
                  <a:moveTo>
                    <a:pt x="1" y="0"/>
                  </a:moveTo>
                  <a:lnTo>
                    <a:pt x="1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35"/>
            <p:cNvSpPr/>
            <p:nvPr/>
          </p:nvSpPr>
          <p:spPr>
            <a:xfrm>
              <a:off x="2571824" y="1709029"/>
              <a:ext cx="109" cy="109"/>
            </a:xfrm>
            <a:custGeom>
              <a:rect b="b" l="l" r="r" t="t"/>
              <a:pathLst>
                <a:path extrusionOk="0" h="8" w="8">
                  <a:moveTo>
                    <a:pt x="0" y="7"/>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35"/>
            <p:cNvSpPr/>
            <p:nvPr/>
          </p:nvSpPr>
          <p:spPr>
            <a:xfrm>
              <a:off x="2642305" y="1706219"/>
              <a:ext cx="258" cy="68"/>
            </a:xfrm>
            <a:custGeom>
              <a:rect b="b" l="l" r="r" t="t"/>
              <a:pathLst>
                <a:path extrusionOk="0" h="5" w="19">
                  <a:moveTo>
                    <a:pt x="1" y="1"/>
                  </a:moveTo>
                  <a:lnTo>
                    <a:pt x="1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3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3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35"/>
            <p:cNvSpPr/>
            <p:nvPr/>
          </p:nvSpPr>
          <p:spPr>
            <a:xfrm>
              <a:off x="2572489" y="1708459"/>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35"/>
            <p:cNvSpPr/>
            <p:nvPr/>
          </p:nvSpPr>
          <p:spPr>
            <a:xfrm>
              <a:off x="2506177" y="1694053"/>
              <a:ext cx="244" cy="299"/>
            </a:xfrm>
            <a:custGeom>
              <a:rect b="b" l="l" r="r" t="t"/>
              <a:pathLst>
                <a:path extrusionOk="0" h="22" w="18">
                  <a:moveTo>
                    <a:pt x="0" y="1"/>
                  </a:moveTo>
                  <a:lnTo>
                    <a:pt x="18"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35"/>
            <p:cNvSpPr/>
            <p:nvPr/>
          </p:nvSpPr>
          <p:spPr>
            <a:xfrm>
              <a:off x="2504602" y="1692152"/>
              <a:ext cx="299" cy="339"/>
            </a:xfrm>
            <a:custGeom>
              <a:rect b="b" l="l" r="r" t="t"/>
              <a:pathLst>
                <a:path extrusionOk="0" h="25" w="22">
                  <a:moveTo>
                    <a:pt x="1" y="0"/>
                  </a:moveTo>
                  <a:lnTo>
                    <a:pt x="22"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35"/>
            <p:cNvSpPr/>
            <p:nvPr/>
          </p:nvSpPr>
          <p:spPr>
            <a:xfrm>
              <a:off x="2505172" y="1692818"/>
              <a:ext cx="299" cy="339"/>
            </a:xfrm>
            <a:custGeom>
              <a:rect b="b" l="l" r="r" t="t"/>
              <a:pathLst>
                <a:path extrusionOk="0" h="25" w="22">
                  <a:moveTo>
                    <a:pt x="1" y="0"/>
                  </a:moveTo>
                  <a:lnTo>
                    <a:pt x="22"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35"/>
            <p:cNvSpPr/>
            <p:nvPr/>
          </p:nvSpPr>
          <p:spPr>
            <a:xfrm>
              <a:off x="2503325" y="1690768"/>
              <a:ext cx="339" cy="353"/>
            </a:xfrm>
            <a:custGeom>
              <a:rect b="b" l="l" r="r" t="t"/>
              <a:pathLst>
                <a:path extrusionOk="0" h="26" w="25">
                  <a:moveTo>
                    <a:pt x="0" y="1"/>
                  </a:moveTo>
                  <a:lnTo>
                    <a:pt x="25"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35"/>
            <p:cNvSpPr/>
            <p:nvPr/>
          </p:nvSpPr>
          <p:spPr>
            <a:xfrm>
              <a:off x="2568497" y="1712166"/>
              <a:ext cx="244" cy="54"/>
            </a:xfrm>
            <a:custGeom>
              <a:rect b="b" l="l" r="r" t="t"/>
              <a:pathLst>
                <a:path extrusionOk="0" h="4" w="18">
                  <a:moveTo>
                    <a:pt x="0" y="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35"/>
            <p:cNvSpPr/>
            <p:nvPr/>
          </p:nvSpPr>
          <p:spPr>
            <a:xfrm>
              <a:off x="2567778" y="1712356"/>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35"/>
            <p:cNvSpPr/>
            <p:nvPr/>
          </p:nvSpPr>
          <p:spPr>
            <a:xfrm>
              <a:off x="2461873" y="1676280"/>
              <a:ext cx="19022" cy="5051"/>
            </a:xfrm>
            <a:custGeom>
              <a:rect b="b" l="l" r="r" t="t"/>
              <a:pathLst>
                <a:path extrusionOk="0" h="372" w="1401">
                  <a:moveTo>
                    <a:pt x="1401" y="0"/>
                  </a:moveTo>
                  <a:lnTo>
                    <a:pt x="1" y="37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3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35"/>
            <p:cNvSpPr/>
            <p:nvPr/>
          </p:nvSpPr>
          <p:spPr>
            <a:xfrm>
              <a:off x="2515260" y="1694529"/>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35"/>
            <p:cNvSpPr/>
            <p:nvPr/>
          </p:nvSpPr>
          <p:spPr>
            <a:xfrm>
              <a:off x="2514690" y="1694624"/>
              <a:ext cx="149" cy="14"/>
            </a:xfrm>
            <a:custGeom>
              <a:rect b="b" l="l" r="r" t="t"/>
              <a:pathLst>
                <a:path extrusionOk="0" h="1" w="11">
                  <a:moveTo>
                    <a:pt x="0"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35"/>
            <p:cNvSpPr/>
            <p:nvPr/>
          </p:nvSpPr>
          <p:spPr>
            <a:xfrm>
              <a:off x="2514119" y="1694678"/>
              <a:ext cx="149" cy="0"/>
            </a:xfrm>
            <a:custGeom>
              <a:rect b="b" l="l" r="r" t="t"/>
              <a:pathLst>
                <a:path extrusionOk="0" h="120000" w="11">
                  <a:moveTo>
                    <a:pt x="0"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35"/>
            <p:cNvSpPr/>
            <p:nvPr/>
          </p:nvSpPr>
          <p:spPr>
            <a:xfrm>
              <a:off x="2499374" y="1686830"/>
              <a:ext cx="299" cy="299"/>
            </a:xfrm>
            <a:custGeom>
              <a:rect b="b" l="l" r="r" t="t"/>
              <a:pathLst>
                <a:path extrusionOk="0" h="22" w="22">
                  <a:moveTo>
                    <a:pt x="1" y="0"/>
                  </a:moveTo>
                  <a:lnTo>
                    <a:pt x="22"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35"/>
            <p:cNvSpPr/>
            <p:nvPr/>
          </p:nvSpPr>
          <p:spPr>
            <a:xfrm>
              <a:off x="2505742" y="1693483"/>
              <a:ext cx="258" cy="299"/>
            </a:xfrm>
            <a:custGeom>
              <a:rect b="b" l="l" r="r" t="t"/>
              <a:pathLst>
                <a:path extrusionOk="0" h="22" w="19">
                  <a:moveTo>
                    <a:pt x="1" y="0"/>
                  </a:moveTo>
                  <a:lnTo>
                    <a:pt x="18"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35"/>
            <p:cNvSpPr/>
            <p:nvPr/>
          </p:nvSpPr>
          <p:spPr>
            <a:xfrm>
              <a:off x="2498804" y="1686301"/>
              <a:ext cx="258" cy="258"/>
            </a:xfrm>
            <a:custGeom>
              <a:rect b="b" l="l" r="r" t="t"/>
              <a:pathLst>
                <a:path extrusionOk="0" h="19" w="19">
                  <a:moveTo>
                    <a:pt x="1" y="1"/>
                  </a:moveTo>
                  <a:lnTo>
                    <a:pt x="1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3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35"/>
            <p:cNvSpPr/>
            <p:nvPr/>
          </p:nvSpPr>
          <p:spPr>
            <a:xfrm>
              <a:off x="2501329" y="1688677"/>
              <a:ext cx="339" cy="353"/>
            </a:xfrm>
            <a:custGeom>
              <a:rect b="b" l="l" r="r" t="t"/>
              <a:pathLst>
                <a:path extrusionOk="0" h="26" w="25">
                  <a:moveTo>
                    <a:pt x="0" y="1"/>
                  </a:moveTo>
                  <a:lnTo>
                    <a:pt x="25"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3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35"/>
            <p:cNvSpPr/>
            <p:nvPr/>
          </p:nvSpPr>
          <p:spPr>
            <a:xfrm>
              <a:off x="2501995" y="1689342"/>
              <a:ext cx="339" cy="353"/>
            </a:xfrm>
            <a:custGeom>
              <a:rect b="b" l="l" r="r" t="t"/>
              <a:pathLst>
                <a:path extrusionOk="0" h="26" w="25">
                  <a:moveTo>
                    <a:pt x="0" y="1"/>
                  </a:moveTo>
                  <a:lnTo>
                    <a:pt x="25"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35"/>
            <p:cNvSpPr/>
            <p:nvPr/>
          </p:nvSpPr>
          <p:spPr>
            <a:xfrm>
              <a:off x="2500664" y="1688011"/>
              <a:ext cx="299" cy="299"/>
            </a:xfrm>
            <a:custGeom>
              <a:rect b="b" l="l" r="r" t="t"/>
              <a:pathLst>
                <a:path extrusionOk="0" h="22" w="22">
                  <a:moveTo>
                    <a:pt x="0" y="1"/>
                  </a:moveTo>
                  <a:lnTo>
                    <a:pt x="2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35"/>
            <p:cNvSpPr/>
            <p:nvPr/>
          </p:nvSpPr>
          <p:spPr>
            <a:xfrm>
              <a:off x="2506937" y="1695153"/>
              <a:ext cx="149" cy="204"/>
            </a:xfrm>
            <a:custGeom>
              <a:rect b="b" l="l" r="r" t="t"/>
              <a:pathLst>
                <a:path extrusionOk="0" h="15" w="11">
                  <a:moveTo>
                    <a:pt x="0" y="0"/>
                  </a:moveTo>
                  <a:lnTo>
                    <a:pt x="1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35"/>
            <p:cNvSpPr/>
            <p:nvPr/>
          </p:nvSpPr>
          <p:spPr>
            <a:xfrm>
              <a:off x="2503991" y="1691487"/>
              <a:ext cx="299" cy="339"/>
            </a:xfrm>
            <a:custGeom>
              <a:rect b="b" l="l" r="r" t="t"/>
              <a:pathLst>
                <a:path extrusionOk="0" h="25" w="22">
                  <a:moveTo>
                    <a:pt x="0" y="0"/>
                  </a:moveTo>
                  <a:lnTo>
                    <a:pt x="2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35"/>
            <p:cNvSpPr/>
            <p:nvPr/>
          </p:nvSpPr>
          <p:spPr>
            <a:xfrm>
              <a:off x="2506598" y="1694624"/>
              <a:ext cx="204" cy="258"/>
            </a:xfrm>
            <a:custGeom>
              <a:rect b="b" l="l" r="r" t="t"/>
              <a:pathLst>
                <a:path extrusionOk="0" h="19" w="15">
                  <a:moveTo>
                    <a:pt x="1" y="1"/>
                  </a:moveTo>
                  <a:lnTo>
                    <a:pt x="15"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35"/>
            <p:cNvSpPr/>
            <p:nvPr/>
          </p:nvSpPr>
          <p:spPr>
            <a:xfrm>
              <a:off x="2515640" y="1694529"/>
              <a:ext cx="299" cy="14"/>
            </a:xfrm>
            <a:custGeom>
              <a:rect b="b" l="l" r="r" t="t"/>
              <a:pathLst>
                <a:path extrusionOk="0" h="1" w="22">
                  <a:moveTo>
                    <a:pt x="0" y="1"/>
                  </a:moveTo>
                  <a:lnTo>
                    <a:pt x="2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3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35"/>
            <p:cNvSpPr/>
            <p:nvPr/>
          </p:nvSpPr>
          <p:spPr>
            <a:xfrm>
              <a:off x="2512640" y="1694909"/>
              <a:ext cx="258" cy="68"/>
            </a:xfrm>
            <a:custGeom>
              <a:rect b="b" l="l" r="r" t="t"/>
              <a:pathLst>
                <a:path extrusionOk="0" h="5" w="19">
                  <a:moveTo>
                    <a:pt x="1" y="4"/>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35"/>
            <p:cNvSpPr/>
            <p:nvPr/>
          </p:nvSpPr>
          <p:spPr>
            <a:xfrm>
              <a:off x="2499999" y="1687400"/>
              <a:ext cx="299" cy="299"/>
            </a:xfrm>
            <a:custGeom>
              <a:rect b="b" l="l" r="r" t="t"/>
              <a:pathLst>
                <a:path extrusionOk="0" h="22" w="22">
                  <a:moveTo>
                    <a:pt x="0" y="0"/>
                  </a:moveTo>
                  <a:lnTo>
                    <a:pt x="21"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35"/>
            <p:cNvSpPr/>
            <p:nvPr/>
          </p:nvSpPr>
          <p:spPr>
            <a:xfrm>
              <a:off x="2513400" y="1694773"/>
              <a:ext cx="163" cy="54"/>
            </a:xfrm>
            <a:custGeom>
              <a:rect b="b" l="l" r="r" t="t"/>
              <a:pathLst>
                <a:path extrusionOk="0" h="4" w="12">
                  <a:moveTo>
                    <a:pt x="1"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35"/>
            <p:cNvSpPr/>
            <p:nvPr/>
          </p:nvSpPr>
          <p:spPr>
            <a:xfrm>
              <a:off x="2566963" y="1712546"/>
              <a:ext cx="163" cy="54"/>
            </a:xfrm>
            <a:custGeom>
              <a:rect b="b" l="l" r="r" t="t"/>
              <a:pathLst>
                <a:path extrusionOk="0" h="4" w="12">
                  <a:moveTo>
                    <a:pt x="1"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35"/>
            <p:cNvSpPr/>
            <p:nvPr/>
          </p:nvSpPr>
          <p:spPr>
            <a:xfrm>
              <a:off x="2502660" y="1690062"/>
              <a:ext cx="339" cy="339"/>
            </a:xfrm>
            <a:custGeom>
              <a:rect b="b" l="l" r="r" t="t"/>
              <a:pathLst>
                <a:path extrusionOk="0" h="25" w="25">
                  <a:moveTo>
                    <a:pt x="0" y="0"/>
                  </a:moveTo>
                  <a:lnTo>
                    <a:pt x="25"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35"/>
            <p:cNvSpPr/>
            <p:nvPr/>
          </p:nvSpPr>
          <p:spPr>
            <a:xfrm>
              <a:off x="2690844" y="1643097"/>
              <a:ext cx="339" cy="489"/>
            </a:xfrm>
            <a:custGeom>
              <a:rect b="b" l="l" r="r" t="t"/>
              <a:pathLst>
                <a:path extrusionOk="0" h="36" w="25">
                  <a:moveTo>
                    <a:pt x="25" y="1"/>
                  </a:moveTo>
                  <a:lnTo>
                    <a:pt x="0" y="36"/>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35"/>
            <p:cNvSpPr/>
            <p:nvPr/>
          </p:nvSpPr>
          <p:spPr>
            <a:xfrm>
              <a:off x="2691319" y="1642622"/>
              <a:ext cx="244" cy="353"/>
            </a:xfrm>
            <a:custGeom>
              <a:rect b="b" l="l" r="r" t="t"/>
              <a:pathLst>
                <a:path extrusionOk="0" h="26" w="18">
                  <a:moveTo>
                    <a:pt x="18" y="1"/>
                  </a:moveTo>
                  <a:lnTo>
                    <a:pt x="0"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3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3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35"/>
            <p:cNvSpPr/>
            <p:nvPr/>
          </p:nvSpPr>
          <p:spPr>
            <a:xfrm>
              <a:off x="2691930" y="1641861"/>
              <a:ext cx="68" cy="109"/>
            </a:xfrm>
            <a:custGeom>
              <a:rect b="b" l="l" r="r" t="t"/>
              <a:pathLst>
                <a:path extrusionOk="0" h="8" w="5">
                  <a:moveTo>
                    <a:pt x="4" y="1"/>
                  </a:moveTo>
                  <a:lnTo>
                    <a:pt x="1" y="8"/>
                  </a:lnTo>
                  <a:cubicBezTo>
                    <a:pt x="4" y="4"/>
                    <a:pt x="4" y="4"/>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3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35"/>
            <p:cNvSpPr/>
            <p:nvPr/>
          </p:nvSpPr>
          <p:spPr>
            <a:xfrm>
              <a:off x="2438968" y="1708269"/>
              <a:ext cx="54" cy="109"/>
            </a:xfrm>
            <a:custGeom>
              <a:rect b="b" l="l" r="r" t="t"/>
              <a:pathLst>
                <a:path extrusionOk="0" h="8" w="4">
                  <a:moveTo>
                    <a:pt x="0"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35"/>
            <p:cNvSpPr/>
            <p:nvPr/>
          </p:nvSpPr>
          <p:spPr>
            <a:xfrm>
              <a:off x="2438873" y="1708554"/>
              <a:ext cx="14" cy="109"/>
            </a:xfrm>
            <a:custGeom>
              <a:rect b="b" l="l" r="r" t="t"/>
              <a:pathLst>
                <a:path extrusionOk="0" h="8" w="1">
                  <a:moveTo>
                    <a:pt x="0"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3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35"/>
            <p:cNvSpPr/>
            <p:nvPr/>
          </p:nvSpPr>
          <p:spPr>
            <a:xfrm>
              <a:off x="2438683" y="1709545"/>
              <a:ext cx="14" cy="163"/>
            </a:xfrm>
            <a:custGeom>
              <a:rect b="b" l="l" r="r" t="t"/>
              <a:pathLst>
                <a:path extrusionOk="0" h="12" w="1">
                  <a:moveTo>
                    <a:pt x="0"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3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3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3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3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3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3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3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3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3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3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3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3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3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3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3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3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3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3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3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3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3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3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3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3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3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3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35"/>
            <p:cNvSpPr/>
            <p:nvPr/>
          </p:nvSpPr>
          <p:spPr>
            <a:xfrm>
              <a:off x="2698353" y="1642147"/>
              <a:ext cx="54" cy="109"/>
            </a:xfrm>
            <a:custGeom>
              <a:rect b="b" l="l" r="r" t="t"/>
              <a:pathLst>
                <a:path extrusionOk="0" h="8" w="4">
                  <a:moveTo>
                    <a:pt x="0"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3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3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3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3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35"/>
            <p:cNvSpPr/>
            <p:nvPr/>
          </p:nvSpPr>
          <p:spPr>
            <a:xfrm>
              <a:off x="2901553" y="1635249"/>
              <a:ext cx="204" cy="14"/>
            </a:xfrm>
            <a:custGeom>
              <a:rect b="b" l="l" r="r" t="t"/>
              <a:pathLst>
                <a:path extrusionOk="0" h="1" w="15">
                  <a:moveTo>
                    <a:pt x="0" y="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3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35"/>
            <p:cNvSpPr/>
            <p:nvPr/>
          </p:nvSpPr>
          <p:spPr>
            <a:xfrm>
              <a:off x="2902355" y="1635154"/>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3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3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3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35"/>
            <p:cNvSpPr/>
            <p:nvPr/>
          </p:nvSpPr>
          <p:spPr>
            <a:xfrm>
              <a:off x="2699059" y="1641440"/>
              <a:ext cx="109" cy="54"/>
            </a:xfrm>
            <a:custGeom>
              <a:rect b="b" l="l" r="r" t="t"/>
              <a:pathLst>
                <a:path extrusionOk="0" h="4" w="8">
                  <a:moveTo>
                    <a:pt x="1" y="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35"/>
            <p:cNvSpPr/>
            <p:nvPr/>
          </p:nvSpPr>
          <p:spPr>
            <a:xfrm>
              <a:off x="2698869" y="1641576"/>
              <a:ext cx="68" cy="109"/>
            </a:xfrm>
            <a:custGeom>
              <a:rect b="b" l="l" r="r" t="t"/>
              <a:pathLst>
                <a:path extrusionOk="0" h="8" w="5">
                  <a:moveTo>
                    <a:pt x="1"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35"/>
            <p:cNvSpPr/>
            <p:nvPr/>
          </p:nvSpPr>
          <p:spPr>
            <a:xfrm>
              <a:off x="2698678" y="1641726"/>
              <a:ext cx="68" cy="109"/>
            </a:xfrm>
            <a:custGeom>
              <a:rect b="b" l="l" r="r" t="t"/>
              <a:pathLst>
                <a:path extrusionOk="0" h="8" w="5">
                  <a:moveTo>
                    <a:pt x="1"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35"/>
            <p:cNvSpPr/>
            <p:nvPr/>
          </p:nvSpPr>
          <p:spPr>
            <a:xfrm>
              <a:off x="2698543" y="1641916"/>
              <a:ext cx="54" cy="54"/>
            </a:xfrm>
            <a:custGeom>
              <a:rect b="b" l="l" r="r" t="t"/>
              <a:pathLst>
                <a:path extrusionOk="0" h="4" w="4">
                  <a:moveTo>
                    <a:pt x="0" y="4"/>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35"/>
            <p:cNvSpPr/>
            <p:nvPr/>
          </p:nvSpPr>
          <p:spPr>
            <a:xfrm>
              <a:off x="2700348" y="1640870"/>
              <a:ext cx="54" cy="14"/>
            </a:xfrm>
            <a:custGeom>
              <a:rect b="b" l="l" r="r" t="t"/>
              <a:pathLst>
                <a:path extrusionOk="0" h="1" w="4">
                  <a:moveTo>
                    <a:pt x="0"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35"/>
            <p:cNvSpPr/>
            <p:nvPr/>
          </p:nvSpPr>
          <p:spPr>
            <a:xfrm>
              <a:off x="2699629" y="1641155"/>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35"/>
            <p:cNvSpPr/>
            <p:nvPr/>
          </p:nvSpPr>
          <p:spPr>
            <a:xfrm>
              <a:off x="2698448" y="1642051"/>
              <a:ext cx="54" cy="68"/>
            </a:xfrm>
            <a:custGeom>
              <a:rect b="b" l="l" r="r" t="t"/>
              <a:pathLst>
                <a:path extrusionOk="0" h="5" w="4">
                  <a:moveTo>
                    <a:pt x="0" y="4"/>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35"/>
            <p:cNvSpPr/>
            <p:nvPr/>
          </p:nvSpPr>
          <p:spPr>
            <a:xfrm>
              <a:off x="2699968" y="1641006"/>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35"/>
            <p:cNvSpPr/>
            <p:nvPr/>
          </p:nvSpPr>
          <p:spPr>
            <a:xfrm>
              <a:off x="2699303" y="1641291"/>
              <a:ext cx="109" cy="68"/>
            </a:xfrm>
            <a:custGeom>
              <a:rect b="b" l="l" r="r" t="t"/>
              <a:pathLst>
                <a:path extrusionOk="0" h="5"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3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3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3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3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3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3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3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3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3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3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3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3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35"/>
            <p:cNvSpPr/>
            <p:nvPr/>
          </p:nvSpPr>
          <p:spPr>
            <a:xfrm>
              <a:off x="2342147" y="1694393"/>
              <a:ext cx="190" cy="54"/>
            </a:xfrm>
            <a:custGeom>
              <a:rect b="b" l="l" r="r" t="t"/>
              <a:pathLst>
                <a:path extrusionOk="0" h="4" w="14">
                  <a:moveTo>
                    <a:pt x="0" y="4"/>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35"/>
            <p:cNvSpPr/>
            <p:nvPr/>
          </p:nvSpPr>
          <p:spPr>
            <a:xfrm>
              <a:off x="2342527" y="1694243"/>
              <a:ext cx="109" cy="54"/>
            </a:xfrm>
            <a:custGeom>
              <a:rect b="b" l="l" r="r" t="t"/>
              <a:pathLst>
                <a:path extrusionOk="0" h="4"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35"/>
            <p:cNvSpPr/>
            <p:nvPr/>
          </p:nvSpPr>
          <p:spPr>
            <a:xfrm>
              <a:off x="2342812" y="1694148"/>
              <a:ext cx="109" cy="54"/>
            </a:xfrm>
            <a:custGeom>
              <a:rect b="b" l="l" r="r" t="t"/>
              <a:pathLst>
                <a:path extrusionOk="0" h="4"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35"/>
            <p:cNvSpPr/>
            <p:nvPr/>
          </p:nvSpPr>
          <p:spPr>
            <a:xfrm>
              <a:off x="2341767" y="1694529"/>
              <a:ext cx="190" cy="109"/>
            </a:xfrm>
            <a:custGeom>
              <a:rect b="b" l="l" r="r" t="t"/>
              <a:pathLst>
                <a:path extrusionOk="0" h="8" w="14">
                  <a:moveTo>
                    <a:pt x="0" y="8"/>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35"/>
            <p:cNvSpPr/>
            <p:nvPr/>
          </p:nvSpPr>
          <p:spPr>
            <a:xfrm>
              <a:off x="2341278" y="1694773"/>
              <a:ext cx="258" cy="109"/>
            </a:xfrm>
            <a:custGeom>
              <a:rect b="b" l="l" r="r" t="t"/>
              <a:pathLst>
                <a:path extrusionOk="0" h="8" w="19">
                  <a:moveTo>
                    <a:pt x="1" y="7"/>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3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35"/>
            <p:cNvSpPr/>
            <p:nvPr/>
          </p:nvSpPr>
          <p:spPr>
            <a:xfrm>
              <a:off x="2343043" y="1694148"/>
              <a:ext cx="68" cy="14"/>
            </a:xfrm>
            <a:custGeom>
              <a:rect b="b" l="l" r="r" t="t"/>
              <a:pathLst>
                <a:path extrusionOk="0" h="1" w="5">
                  <a:moveTo>
                    <a:pt x="1"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35"/>
            <p:cNvSpPr/>
            <p:nvPr/>
          </p:nvSpPr>
          <p:spPr>
            <a:xfrm>
              <a:off x="2385676" y="1707223"/>
              <a:ext cx="14" cy="54"/>
            </a:xfrm>
            <a:custGeom>
              <a:rect b="b" l="l" r="r" t="t"/>
              <a:pathLst>
                <a:path extrusionOk="0" h="4" w="1">
                  <a:moveTo>
                    <a:pt x="1"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35"/>
            <p:cNvSpPr/>
            <p:nvPr/>
          </p:nvSpPr>
          <p:spPr>
            <a:xfrm>
              <a:off x="2340708" y="1695058"/>
              <a:ext cx="299" cy="149"/>
            </a:xfrm>
            <a:custGeom>
              <a:rect b="b" l="l" r="r" t="t"/>
              <a:pathLst>
                <a:path extrusionOk="0" h="11" w="22">
                  <a:moveTo>
                    <a:pt x="1" y="11"/>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3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3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3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35"/>
            <p:cNvSpPr/>
            <p:nvPr/>
          </p:nvSpPr>
          <p:spPr>
            <a:xfrm>
              <a:off x="2385771" y="1707509"/>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3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35"/>
            <p:cNvSpPr/>
            <p:nvPr/>
          </p:nvSpPr>
          <p:spPr>
            <a:xfrm>
              <a:off x="2210472" y="1589344"/>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35"/>
            <p:cNvSpPr/>
            <p:nvPr/>
          </p:nvSpPr>
          <p:spPr>
            <a:xfrm>
              <a:off x="2211138" y="1589344"/>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35"/>
            <p:cNvSpPr/>
            <p:nvPr/>
          </p:nvSpPr>
          <p:spPr>
            <a:xfrm>
              <a:off x="2198728" y="1588678"/>
              <a:ext cx="353" cy="54"/>
            </a:xfrm>
            <a:custGeom>
              <a:rect b="b" l="l" r="r" t="t"/>
              <a:pathLst>
                <a:path extrusionOk="0" h="4" w="26">
                  <a:moveTo>
                    <a:pt x="25"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35"/>
            <p:cNvSpPr/>
            <p:nvPr/>
          </p:nvSpPr>
          <p:spPr>
            <a:xfrm>
              <a:off x="2198253" y="1588678"/>
              <a:ext cx="258" cy="14"/>
            </a:xfrm>
            <a:custGeom>
              <a:rect b="b" l="l" r="r" t="t"/>
              <a:pathLst>
                <a:path extrusionOk="0" h="1" w="19">
                  <a:moveTo>
                    <a:pt x="1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35"/>
            <p:cNvSpPr/>
            <p:nvPr/>
          </p:nvSpPr>
          <p:spPr>
            <a:xfrm>
              <a:off x="2194071" y="1587579"/>
              <a:ext cx="163" cy="68"/>
            </a:xfrm>
            <a:custGeom>
              <a:rect b="b" l="l" r="r" t="t"/>
              <a:pathLst>
                <a:path extrusionOk="0" h="5" w="12">
                  <a:moveTo>
                    <a:pt x="1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35"/>
            <p:cNvSpPr/>
            <p:nvPr/>
          </p:nvSpPr>
          <p:spPr>
            <a:xfrm>
              <a:off x="2193650" y="1587443"/>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35"/>
            <p:cNvSpPr/>
            <p:nvPr/>
          </p:nvSpPr>
          <p:spPr>
            <a:xfrm>
              <a:off x="2197777" y="1588583"/>
              <a:ext cx="204" cy="14"/>
            </a:xfrm>
            <a:custGeom>
              <a:rect b="b" l="l" r="r" t="t"/>
              <a:pathLst>
                <a:path extrusionOk="0" h="1" w="15">
                  <a:moveTo>
                    <a:pt x="1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35"/>
            <p:cNvSpPr/>
            <p:nvPr/>
          </p:nvSpPr>
          <p:spPr>
            <a:xfrm>
              <a:off x="2209807" y="1589384"/>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35"/>
            <p:cNvSpPr/>
            <p:nvPr/>
          </p:nvSpPr>
          <p:spPr>
            <a:xfrm>
              <a:off x="2199298" y="1588719"/>
              <a:ext cx="353" cy="68"/>
            </a:xfrm>
            <a:custGeom>
              <a:rect b="b" l="l" r="r" t="t"/>
              <a:pathLst>
                <a:path extrusionOk="0" h="5" w="26">
                  <a:moveTo>
                    <a:pt x="25"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35"/>
            <p:cNvSpPr/>
            <p:nvPr/>
          </p:nvSpPr>
          <p:spPr>
            <a:xfrm>
              <a:off x="2208436" y="1589344"/>
              <a:ext cx="679" cy="14"/>
            </a:xfrm>
            <a:custGeom>
              <a:rect b="b" l="l" r="r" t="t"/>
              <a:pathLst>
                <a:path extrusionOk="0" h="1" w="50">
                  <a:moveTo>
                    <a:pt x="49"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3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35"/>
            <p:cNvSpPr/>
            <p:nvPr/>
          </p:nvSpPr>
          <p:spPr>
            <a:xfrm>
              <a:off x="2213228" y="1589194"/>
              <a:ext cx="299" cy="14"/>
            </a:xfrm>
            <a:custGeom>
              <a:rect b="b" l="l" r="r" t="t"/>
              <a:pathLst>
                <a:path extrusionOk="0" h="1" w="22">
                  <a:moveTo>
                    <a:pt x="22"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35"/>
            <p:cNvSpPr/>
            <p:nvPr/>
          </p:nvSpPr>
          <p:spPr>
            <a:xfrm>
              <a:off x="2212047" y="1589289"/>
              <a:ext cx="339" cy="14"/>
            </a:xfrm>
            <a:custGeom>
              <a:rect b="b" l="l" r="r" t="t"/>
              <a:pathLst>
                <a:path extrusionOk="0" h="1" w="25">
                  <a:moveTo>
                    <a:pt x="25"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35"/>
            <p:cNvSpPr/>
            <p:nvPr/>
          </p:nvSpPr>
          <p:spPr>
            <a:xfrm>
              <a:off x="2211382" y="1589289"/>
              <a:ext cx="394" cy="14"/>
            </a:xfrm>
            <a:custGeom>
              <a:rect b="b" l="l" r="r" t="t"/>
              <a:pathLst>
                <a:path extrusionOk="0" h="1" w="29">
                  <a:moveTo>
                    <a:pt x="2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35"/>
            <p:cNvSpPr/>
            <p:nvPr/>
          </p:nvSpPr>
          <p:spPr>
            <a:xfrm>
              <a:off x="2195876" y="1588244"/>
              <a:ext cx="109" cy="68"/>
            </a:xfrm>
            <a:custGeom>
              <a:rect b="b" l="l" r="r" t="t"/>
              <a:pathLst>
                <a:path extrusionOk="0" h="5" w="8">
                  <a:moveTo>
                    <a:pt x="8"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35"/>
            <p:cNvSpPr/>
            <p:nvPr/>
          </p:nvSpPr>
          <p:spPr>
            <a:xfrm>
              <a:off x="2195456" y="1588108"/>
              <a:ext cx="149" cy="109"/>
            </a:xfrm>
            <a:custGeom>
              <a:rect b="b" l="l" r="r" t="t"/>
              <a:pathLst>
                <a:path extrusionOk="0" h="8" w="11">
                  <a:moveTo>
                    <a:pt x="11"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35"/>
            <p:cNvSpPr/>
            <p:nvPr/>
          </p:nvSpPr>
          <p:spPr>
            <a:xfrm>
              <a:off x="2196067" y="1588339"/>
              <a:ext cx="163" cy="14"/>
            </a:xfrm>
            <a:custGeom>
              <a:rect b="b" l="l" r="r" t="t"/>
              <a:pathLst>
                <a:path extrusionOk="0" h="1" w="12">
                  <a:moveTo>
                    <a:pt x="11"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35"/>
            <p:cNvSpPr/>
            <p:nvPr/>
          </p:nvSpPr>
          <p:spPr>
            <a:xfrm>
              <a:off x="2212658" y="1589249"/>
              <a:ext cx="299" cy="14"/>
            </a:xfrm>
            <a:custGeom>
              <a:rect b="b" l="l" r="r" t="t"/>
              <a:pathLst>
                <a:path extrusionOk="0" h="1" w="22">
                  <a:moveTo>
                    <a:pt x="22"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35"/>
            <p:cNvSpPr/>
            <p:nvPr/>
          </p:nvSpPr>
          <p:spPr>
            <a:xfrm>
              <a:off x="2196352" y="1588393"/>
              <a:ext cx="109" cy="14"/>
            </a:xfrm>
            <a:custGeom>
              <a:rect b="b" l="l" r="r" t="t"/>
              <a:pathLst>
                <a:path extrusionOk="0" h="1" w="8">
                  <a:moveTo>
                    <a:pt x="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35"/>
            <p:cNvSpPr/>
            <p:nvPr/>
          </p:nvSpPr>
          <p:spPr>
            <a:xfrm>
              <a:off x="2194641" y="1587769"/>
              <a:ext cx="258" cy="109"/>
            </a:xfrm>
            <a:custGeom>
              <a:rect b="b" l="l" r="r" t="t"/>
              <a:pathLst>
                <a:path extrusionOk="0" h="8" w="19">
                  <a:moveTo>
                    <a:pt x="18"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35"/>
            <p:cNvSpPr/>
            <p:nvPr/>
          </p:nvSpPr>
          <p:spPr>
            <a:xfrm>
              <a:off x="2196976" y="1588488"/>
              <a:ext cx="149" cy="14"/>
            </a:xfrm>
            <a:custGeom>
              <a:rect b="b" l="l" r="r" t="t"/>
              <a:pathLst>
                <a:path extrusionOk="0" h="1" w="11">
                  <a:moveTo>
                    <a:pt x="11"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35"/>
            <p:cNvSpPr/>
            <p:nvPr/>
          </p:nvSpPr>
          <p:spPr>
            <a:xfrm>
              <a:off x="2195075" y="1587959"/>
              <a:ext cx="204" cy="68"/>
            </a:xfrm>
            <a:custGeom>
              <a:rect b="b" l="l" r="r" t="t"/>
              <a:pathLst>
                <a:path extrusionOk="0" h="5" w="15">
                  <a:moveTo>
                    <a:pt x="14"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35"/>
            <p:cNvSpPr/>
            <p:nvPr/>
          </p:nvSpPr>
          <p:spPr>
            <a:xfrm>
              <a:off x="2197356" y="1588529"/>
              <a:ext cx="204" cy="14"/>
            </a:xfrm>
            <a:custGeom>
              <a:rect b="b" l="l" r="r" t="t"/>
              <a:pathLst>
                <a:path extrusionOk="0" h="1" w="15">
                  <a:moveTo>
                    <a:pt x="1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35"/>
            <p:cNvSpPr/>
            <p:nvPr/>
          </p:nvSpPr>
          <p:spPr>
            <a:xfrm>
              <a:off x="2196637" y="1588434"/>
              <a:ext cx="163" cy="14"/>
            </a:xfrm>
            <a:custGeom>
              <a:rect b="b" l="l" r="r" t="t"/>
              <a:pathLst>
                <a:path extrusionOk="0" h="1" w="12">
                  <a:moveTo>
                    <a:pt x="11"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35"/>
            <p:cNvSpPr/>
            <p:nvPr/>
          </p:nvSpPr>
          <p:spPr>
            <a:xfrm>
              <a:off x="2201783" y="1588963"/>
              <a:ext cx="625" cy="54"/>
            </a:xfrm>
            <a:custGeom>
              <a:rect b="b" l="l" r="r" t="t"/>
              <a:pathLst>
                <a:path extrusionOk="0" h="4" w="46">
                  <a:moveTo>
                    <a:pt x="46"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35"/>
            <p:cNvSpPr/>
            <p:nvPr/>
          </p:nvSpPr>
          <p:spPr>
            <a:xfrm>
              <a:off x="2201117" y="1588909"/>
              <a:ext cx="530" cy="68"/>
            </a:xfrm>
            <a:custGeom>
              <a:rect b="b" l="l" r="r" t="t"/>
              <a:pathLst>
                <a:path extrusionOk="0" h="5" w="39">
                  <a:moveTo>
                    <a:pt x="39"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35"/>
            <p:cNvSpPr/>
            <p:nvPr/>
          </p:nvSpPr>
          <p:spPr>
            <a:xfrm>
              <a:off x="2199868" y="1588814"/>
              <a:ext cx="394" cy="14"/>
            </a:xfrm>
            <a:custGeom>
              <a:rect b="b" l="l" r="r" t="t"/>
              <a:pathLst>
                <a:path extrusionOk="0" h="1" w="29">
                  <a:moveTo>
                    <a:pt x="29"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35"/>
            <p:cNvSpPr/>
            <p:nvPr/>
          </p:nvSpPr>
          <p:spPr>
            <a:xfrm>
              <a:off x="2200493" y="1588868"/>
              <a:ext cx="489" cy="54"/>
            </a:xfrm>
            <a:custGeom>
              <a:rect b="b" l="l" r="r" t="t"/>
              <a:pathLst>
                <a:path extrusionOk="0" h="4" w="36">
                  <a:moveTo>
                    <a:pt x="36"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35"/>
            <p:cNvSpPr/>
            <p:nvPr/>
          </p:nvSpPr>
          <p:spPr>
            <a:xfrm>
              <a:off x="2213799" y="1589154"/>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35"/>
            <p:cNvSpPr/>
            <p:nvPr/>
          </p:nvSpPr>
          <p:spPr>
            <a:xfrm>
              <a:off x="2328882" y="1660259"/>
              <a:ext cx="54" cy="149"/>
            </a:xfrm>
            <a:custGeom>
              <a:rect b="b" l="l" r="r" t="t"/>
              <a:pathLst>
                <a:path extrusionOk="0" h="11" w="4">
                  <a:moveTo>
                    <a:pt x="4"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35"/>
            <p:cNvSpPr/>
            <p:nvPr/>
          </p:nvSpPr>
          <p:spPr>
            <a:xfrm>
              <a:off x="2335860" y="1655032"/>
              <a:ext cx="1534" cy="204"/>
            </a:xfrm>
            <a:custGeom>
              <a:rect b="b" l="l" r="r" t="t"/>
              <a:pathLst>
                <a:path extrusionOk="0" h="15" w="113">
                  <a:moveTo>
                    <a:pt x="113"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3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3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3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3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3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3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3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35"/>
            <p:cNvSpPr/>
            <p:nvPr/>
          </p:nvSpPr>
          <p:spPr>
            <a:xfrm>
              <a:off x="2341862" y="1642581"/>
              <a:ext cx="339" cy="339"/>
            </a:xfrm>
            <a:custGeom>
              <a:rect b="b" l="l" r="r" t="t"/>
              <a:pathLst>
                <a:path extrusionOk="0" h="25" w="25">
                  <a:moveTo>
                    <a:pt x="25" y="0"/>
                  </a:moveTo>
                  <a:lnTo>
                    <a:pt x="0"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35"/>
            <p:cNvSpPr/>
            <p:nvPr/>
          </p:nvSpPr>
          <p:spPr>
            <a:xfrm>
              <a:off x="2337476" y="165522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35"/>
            <p:cNvSpPr/>
            <p:nvPr/>
          </p:nvSpPr>
          <p:spPr>
            <a:xfrm>
              <a:off x="2328692" y="1659023"/>
              <a:ext cx="14" cy="149"/>
            </a:xfrm>
            <a:custGeom>
              <a:rect b="b" l="l" r="r" t="t"/>
              <a:pathLst>
                <a:path extrusionOk="0" h="11" w="1">
                  <a:moveTo>
                    <a:pt x="0"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35"/>
            <p:cNvSpPr/>
            <p:nvPr/>
          </p:nvSpPr>
          <p:spPr>
            <a:xfrm>
              <a:off x="2328787" y="1659594"/>
              <a:ext cx="14" cy="204"/>
            </a:xfrm>
            <a:custGeom>
              <a:rect b="b" l="l" r="r" t="t"/>
              <a:pathLst>
                <a:path extrusionOk="0" h="15" w="1">
                  <a:moveTo>
                    <a:pt x="0" y="0"/>
                  </a:moveTo>
                  <a:lnTo>
                    <a:pt x="0"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3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35"/>
            <p:cNvSpPr/>
            <p:nvPr/>
          </p:nvSpPr>
          <p:spPr>
            <a:xfrm>
              <a:off x="2328827" y="1659919"/>
              <a:ext cx="68" cy="163"/>
            </a:xfrm>
            <a:custGeom>
              <a:rect b="b" l="l" r="r" t="t"/>
              <a:pathLst>
                <a:path extrusionOk="0" h="12" w="5">
                  <a:moveTo>
                    <a:pt x="1" y="1"/>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3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3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3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3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35"/>
            <p:cNvSpPr/>
            <p:nvPr/>
          </p:nvSpPr>
          <p:spPr>
            <a:xfrm>
              <a:off x="2283438" y="159432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3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3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3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3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3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3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3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3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3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3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3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35"/>
            <p:cNvSpPr/>
            <p:nvPr/>
          </p:nvSpPr>
          <p:spPr>
            <a:xfrm>
              <a:off x="2211667" y="1583302"/>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35"/>
            <p:cNvSpPr/>
            <p:nvPr/>
          </p:nvSpPr>
          <p:spPr>
            <a:xfrm>
              <a:off x="2211898" y="1583356"/>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35"/>
            <p:cNvSpPr/>
            <p:nvPr/>
          </p:nvSpPr>
          <p:spPr>
            <a:xfrm>
              <a:off x="2211382" y="158330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35"/>
            <p:cNvSpPr/>
            <p:nvPr/>
          </p:nvSpPr>
          <p:spPr>
            <a:xfrm>
              <a:off x="2211477" y="1583302"/>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35"/>
            <p:cNvSpPr/>
            <p:nvPr/>
          </p:nvSpPr>
          <p:spPr>
            <a:xfrm>
              <a:off x="2212753" y="1583736"/>
              <a:ext cx="109" cy="54"/>
            </a:xfrm>
            <a:custGeom>
              <a:rect b="b" l="l" r="r" t="t"/>
              <a:pathLst>
                <a:path extrusionOk="0" h="4" w="8">
                  <a:moveTo>
                    <a:pt x="1" y="0"/>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35"/>
            <p:cNvSpPr/>
            <p:nvPr/>
          </p:nvSpPr>
          <p:spPr>
            <a:xfrm>
              <a:off x="2212427" y="1583546"/>
              <a:ext cx="109" cy="54"/>
            </a:xfrm>
            <a:custGeom>
              <a:rect b="b" l="l" r="r" t="t"/>
              <a:pathLst>
                <a:path extrusionOk="0" h="4" w="8">
                  <a:moveTo>
                    <a:pt x="0" y="0"/>
                  </a:moveTo>
                  <a:lnTo>
                    <a:pt x="7"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35"/>
            <p:cNvSpPr/>
            <p:nvPr/>
          </p:nvSpPr>
          <p:spPr>
            <a:xfrm>
              <a:off x="2212142" y="1583451"/>
              <a:ext cx="109" cy="14"/>
            </a:xfrm>
            <a:custGeom>
              <a:rect b="b" l="l" r="r" t="t"/>
              <a:pathLst>
                <a:path extrusionOk="0" h="1" w="8">
                  <a:moveTo>
                    <a:pt x="0" y="0"/>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3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3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3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3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35"/>
            <p:cNvSpPr/>
            <p:nvPr/>
          </p:nvSpPr>
          <p:spPr>
            <a:xfrm>
              <a:off x="2204824" y="1581116"/>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35"/>
            <p:cNvSpPr/>
            <p:nvPr/>
          </p:nvSpPr>
          <p:spPr>
            <a:xfrm>
              <a:off x="2205720" y="1581265"/>
              <a:ext cx="14" cy="0"/>
            </a:xfrm>
            <a:custGeom>
              <a:rect b="b" l="l" r="r" t="t"/>
              <a:pathLst>
                <a:path extrusionOk="0" h="120000" w="1">
                  <a:moveTo>
                    <a:pt x="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35"/>
            <p:cNvSpPr/>
            <p:nvPr/>
          </p:nvSpPr>
          <p:spPr>
            <a:xfrm>
              <a:off x="2205530" y="1581211"/>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35"/>
            <p:cNvSpPr/>
            <p:nvPr/>
          </p:nvSpPr>
          <p:spPr>
            <a:xfrm>
              <a:off x="2205055" y="1581156"/>
              <a:ext cx="163" cy="14"/>
            </a:xfrm>
            <a:custGeom>
              <a:rect b="b" l="l" r="r" t="t"/>
              <a:pathLst>
                <a:path extrusionOk="0" h="1" w="12">
                  <a:moveTo>
                    <a:pt x="1"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35"/>
            <p:cNvSpPr/>
            <p:nvPr/>
          </p:nvSpPr>
          <p:spPr>
            <a:xfrm>
              <a:off x="2205299" y="1581156"/>
              <a:ext cx="149" cy="14"/>
            </a:xfrm>
            <a:custGeom>
              <a:rect b="b" l="l" r="r" t="t"/>
              <a:pathLst>
                <a:path extrusionOk="0" h="1" w="11">
                  <a:moveTo>
                    <a:pt x="0"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35"/>
            <p:cNvSpPr/>
            <p:nvPr/>
          </p:nvSpPr>
          <p:spPr>
            <a:xfrm>
              <a:off x="2213894" y="1589154"/>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3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3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3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3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3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35"/>
            <p:cNvSpPr/>
            <p:nvPr/>
          </p:nvSpPr>
          <p:spPr>
            <a:xfrm>
              <a:off x="2257002" y="1519610"/>
              <a:ext cx="109" cy="149"/>
            </a:xfrm>
            <a:custGeom>
              <a:rect b="b" l="l" r="r" t="t"/>
              <a:pathLst>
                <a:path extrusionOk="0" h="11" w="8">
                  <a:moveTo>
                    <a:pt x="1" y="11"/>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3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3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3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35"/>
            <p:cNvSpPr/>
            <p:nvPr/>
          </p:nvSpPr>
          <p:spPr>
            <a:xfrm>
              <a:off x="2256581" y="1520126"/>
              <a:ext cx="54" cy="109"/>
            </a:xfrm>
            <a:custGeom>
              <a:rect b="b" l="l" r="r" t="t"/>
              <a:pathLst>
                <a:path extrusionOk="0" h="8" w="4">
                  <a:moveTo>
                    <a:pt x="0"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3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3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3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3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35"/>
            <p:cNvSpPr/>
            <p:nvPr/>
          </p:nvSpPr>
          <p:spPr>
            <a:xfrm>
              <a:off x="2254871" y="1536147"/>
              <a:ext cx="14" cy="14"/>
            </a:xfrm>
            <a:custGeom>
              <a:rect b="b" l="l" r="r" t="t"/>
              <a:pathLst>
                <a:path extrusionOk="0" h="1" w="1">
                  <a:moveTo>
                    <a:pt x="0" y="1"/>
                  </a:moveTo>
                  <a:lnTo>
                    <a:pt x="0" y="1"/>
                  </a:lnTo>
                  <a:cubicBezTo>
                    <a:pt x="0" y="1"/>
                    <a:pt x="0"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35"/>
            <p:cNvSpPr/>
            <p:nvPr/>
          </p:nvSpPr>
          <p:spPr>
            <a:xfrm>
              <a:off x="2254681" y="1537002"/>
              <a:ext cx="54" cy="109"/>
            </a:xfrm>
            <a:custGeom>
              <a:rect b="b" l="l" r="r" t="t"/>
              <a:pathLst>
                <a:path extrusionOk="0" h="8" w="4">
                  <a:moveTo>
                    <a:pt x="0"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35"/>
            <p:cNvSpPr/>
            <p:nvPr/>
          </p:nvSpPr>
          <p:spPr>
            <a:xfrm>
              <a:off x="2253961" y="1538048"/>
              <a:ext cx="68" cy="68"/>
            </a:xfrm>
            <a:custGeom>
              <a:rect b="b" l="l" r="r" t="t"/>
              <a:pathLst>
                <a:path extrusionOk="0" h="5" w="5">
                  <a:moveTo>
                    <a:pt x="1" y="4"/>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35"/>
            <p:cNvSpPr/>
            <p:nvPr/>
          </p:nvSpPr>
          <p:spPr>
            <a:xfrm>
              <a:off x="2254110" y="1537858"/>
              <a:ext cx="109" cy="68"/>
            </a:xfrm>
            <a:custGeom>
              <a:rect b="b" l="l" r="r" t="t"/>
              <a:pathLst>
                <a:path extrusionOk="0" h="5"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35"/>
            <p:cNvSpPr/>
            <p:nvPr/>
          </p:nvSpPr>
          <p:spPr>
            <a:xfrm>
              <a:off x="2253825" y="1538238"/>
              <a:ext cx="54" cy="68"/>
            </a:xfrm>
            <a:custGeom>
              <a:rect b="b" l="l" r="r" t="t"/>
              <a:pathLst>
                <a:path extrusionOk="0" h="5" w="4">
                  <a:moveTo>
                    <a:pt x="0" y="4"/>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3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3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35"/>
            <p:cNvSpPr/>
            <p:nvPr/>
          </p:nvSpPr>
          <p:spPr>
            <a:xfrm>
              <a:off x="2254300" y="1537668"/>
              <a:ext cx="54" cy="68"/>
            </a:xfrm>
            <a:custGeom>
              <a:rect b="b" l="l" r="r" t="t"/>
              <a:pathLst>
                <a:path extrusionOk="0" h="5" w="4">
                  <a:moveTo>
                    <a:pt x="0" y="4"/>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35"/>
            <p:cNvSpPr/>
            <p:nvPr/>
          </p:nvSpPr>
          <p:spPr>
            <a:xfrm>
              <a:off x="2252820" y="1539378"/>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35"/>
            <p:cNvSpPr/>
            <p:nvPr/>
          </p:nvSpPr>
          <p:spPr>
            <a:xfrm>
              <a:off x="2254531" y="1534721"/>
              <a:ext cx="68" cy="163"/>
            </a:xfrm>
            <a:custGeom>
              <a:rect b="b" l="l" r="r" t="t"/>
              <a:pathLst>
                <a:path extrusionOk="0" h="12" w="5">
                  <a:moveTo>
                    <a:pt x="4"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3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35"/>
            <p:cNvSpPr/>
            <p:nvPr/>
          </p:nvSpPr>
          <p:spPr>
            <a:xfrm>
              <a:off x="2254436" y="1537437"/>
              <a:ext cx="68" cy="109"/>
            </a:xfrm>
            <a:custGeom>
              <a:rect b="b" l="l" r="r" t="t"/>
              <a:pathLst>
                <a:path extrusionOk="0" h="8" w="5">
                  <a:moveTo>
                    <a:pt x="1"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35"/>
            <p:cNvSpPr/>
            <p:nvPr/>
          </p:nvSpPr>
          <p:spPr>
            <a:xfrm>
              <a:off x="2254871" y="1535767"/>
              <a:ext cx="14" cy="163"/>
            </a:xfrm>
            <a:custGeom>
              <a:rect b="b" l="l" r="r" t="t"/>
              <a:pathLst>
                <a:path extrusionOk="0" h="12" w="1">
                  <a:moveTo>
                    <a:pt x="0"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35"/>
            <p:cNvSpPr/>
            <p:nvPr/>
          </p:nvSpPr>
          <p:spPr>
            <a:xfrm>
              <a:off x="2254681" y="1535102"/>
              <a:ext cx="54" cy="163"/>
            </a:xfrm>
            <a:custGeom>
              <a:rect b="b" l="l" r="r" t="t"/>
              <a:pathLst>
                <a:path extrusionOk="0" h="12" w="4">
                  <a:moveTo>
                    <a:pt x="4"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35"/>
            <p:cNvSpPr/>
            <p:nvPr/>
          </p:nvSpPr>
          <p:spPr>
            <a:xfrm>
              <a:off x="2254816" y="1536432"/>
              <a:ext cx="14" cy="109"/>
            </a:xfrm>
            <a:custGeom>
              <a:rect b="b" l="l" r="r" t="t"/>
              <a:pathLst>
                <a:path extrusionOk="0" h="8" w="1">
                  <a:moveTo>
                    <a:pt x="1" y="8"/>
                  </a:moveTo>
                  <a:lnTo>
                    <a:pt x="1" y="4"/>
                  </a:lnTo>
                  <a:cubicBezTo>
                    <a:pt x="1" y="1"/>
                    <a:pt x="1" y="8"/>
                    <a:pt x="1"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35"/>
            <p:cNvSpPr/>
            <p:nvPr/>
          </p:nvSpPr>
          <p:spPr>
            <a:xfrm>
              <a:off x="2254531" y="1537192"/>
              <a:ext cx="109" cy="109"/>
            </a:xfrm>
            <a:custGeom>
              <a:rect b="b" l="l" r="r" t="t"/>
              <a:pathLst>
                <a:path extrusionOk="0" h="8" w="8">
                  <a:moveTo>
                    <a:pt x="1" y="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35"/>
            <p:cNvSpPr/>
            <p:nvPr/>
          </p:nvSpPr>
          <p:spPr>
            <a:xfrm>
              <a:off x="2254776" y="1536717"/>
              <a:ext cx="54" cy="109"/>
            </a:xfrm>
            <a:custGeom>
              <a:rect b="b" l="l" r="r" t="t"/>
              <a:pathLst>
                <a:path extrusionOk="0" h="8" w="4">
                  <a:moveTo>
                    <a:pt x="0"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3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3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3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3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3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3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3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3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3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3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3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35"/>
            <p:cNvSpPr/>
            <p:nvPr/>
          </p:nvSpPr>
          <p:spPr>
            <a:xfrm>
              <a:off x="2906265" y="1635629"/>
              <a:ext cx="339" cy="109"/>
            </a:xfrm>
            <a:custGeom>
              <a:rect b="b" l="l" r="r" t="t"/>
              <a:pathLst>
                <a:path extrusionOk="0" h="8" w="25">
                  <a:moveTo>
                    <a:pt x="0" y="1"/>
                  </a:moveTo>
                  <a:lnTo>
                    <a:pt x="0" y="1"/>
                  </a:lnTo>
                  <a:lnTo>
                    <a:pt x="25"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3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3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3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3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3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3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3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3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3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3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3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3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3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3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3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3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3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3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35"/>
            <p:cNvSpPr/>
            <p:nvPr/>
          </p:nvSpPr>
          <p:spPr>
            <a:xfrm>
              <a:off x="2961824" y="1601129"/>
              <a:ext cx="339" cy="109"/>
            </a:xfrm>
            <a:custGeom>
              <a:rect b="b" l="l" r="r" t="t"/>
              <a:pathLst>
                <a:path extrusionOk="0" h="8" w="25">
                  <a:moveTo>
                    <a:pt x="25"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3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3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35"/>
            <p:cNvSpPr/>
            <p:nvPr/>
          </p:nvSpPr>
          <p:spPr>
            <a:xfrm>
              <a:off x="2962829" y="1601509"/>
              <a:ext cx="54" cy="14"/>
            </a:xfrm>
            <a:custGeom>
              <a:rect b="b" l="l" r="r" t="t"/>
              <a:pathLst>
                <a:path extrusionOk="0" h="1" w="4">
                  <a:moveTo>
                    <a:pt x="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3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35"/>
            <p:cNvSpPr/>
            <p:nvPr/>
          </p:nvSpPr>
          <p:spPr>
            <a:xfrm>
              <a:off x="2998429" y="1641250"/>
              <a:ext cx="149" cy="54"/>
            </a:xfrm>
            <a:custGeom>
              <a:rect b="b" l="l" r="r" t="t"/>
              <a:pathLst>
                <a:path extrusionOk="0" h="4" w="11">
                  <a:moveTo>
                    <a:pt x="11" y="4"/>
                  </a:moveTo>
                  <a:lnTo>
                    <a:pt x="11" y="4"/>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3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3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3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3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3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3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3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3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3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3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3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3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3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3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3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3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3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3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35"/>
            <p:cNvSpPr/>
            <p:nvPr/>
          </p:nvSpPr>
          <p:spPr>
            <a:xfrm>
              <a:off x="2593969" y="159470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3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3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3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3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3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3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3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3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3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3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3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3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35"/>
            <p:cNvSpPr/>
            <p:nvPr/>
          </p:nvSpPr>
          <p:spPr>
            <a:xfrm>
              <a:off x="2601667" y="1598318"/>
              <a:ext cx="204" cy="109"/>
            </a:xfrm>
            <a:custGeom>
              <a:rect b="b" l="l" r="r" t="t"/>
              <a:pathLst>
                <a:path extrusionOk="0" h="8" w="15">
                  <a:moveTo>
                    <a:pt x="1" y="8"/>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3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3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35"/>
            <p:cNvSpPr/>
            <p:nvPr/>
          </p:nvSpPr>
          <p:spPr>
            <a:xfrm>
              <a:off x="2501370" y="1605066"/>
              <a:ext cx="733" cy="109"/>
            </a:xfrm>
            <a:custGeom>
              <a:rect b="b" l="l" r="r" t="t"/>
              <a:pathLst>
                <a:path extrusionOk="0" h="8" w="54">
                  <a:moveTo>
                    <a:pt x="1" y="8"/>
                  </a:moveTo>
                  <a:lnTo>
                    <a:pt x="53"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35"/>
            <p:cNvSpPr/>
            <p:nvPr/>
          </p:nvSpPr>
          <p:spPr>
            <a:xfrm>
              <a:off x="2590398" y="159324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35"/>
            <p:cNvSpPr/>
            <p:nvPr/>
          </p:nvSpPr>
          <p:spPr>
            <a:xfrm>
              <a:off x="2693587" y="1641047"/>
              <a:ext cx="122" cy="122"/>
            </a:xfrm>
            <a:custGeom>
              <a:rect b="b" l="l" r="r" t="t"/>
              <a:pathLst>
                <a:path extrusionOk="0" h="9" w="9">
                  <a:moveTo>
                    <a:pt x="1" y="1"/>
                  </a:moveTo>
                  <a:lnTo>
                    <a:pt x="1" y="1"/>
                  </a:lnTo>
                  <a:lnTo>
                    <a:pt x="8" y="8"/>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3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35"/>
            <p:cNvSpPr/>
            <p:nvPr/>
          </p:nvSpPr>
          <p:spPr>
            <a:xfrm>
              <a:off x="2142218" y="2087909"/>
              <a:ext cx="584" cy="339"/>
            </a:xfrm>
            <a:custGeom>
              <a:rect b="b" l="l" r="r" t="t"/>
              <a:pathLst>
                <a:path extrusionOk="0" h="25" w="43">
                  <a:moveTo>
                    <a:pt x="42" y="0"/>
                  </a:moveTo>
                  <a:lnTo>
                    <a:pt x="0"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35"/>
            <p:cNvSpPr/>
            <p:nvPr/>
          </p:nvSpPr>
          <p:spPr>
            <a:xfrm>
              <a:off x="2143834" y="2087244"/>
              <a:ext cx="339" cy="109"/>
            </a:xfrm>
            <a:custGeom>
              <a:rect b="b" l="l" r="r" t="t"/>
              <a:pathLst>
                <a:path extrusionOk="0" h="8" w="25">
                  <a:moveTo>
                    <a:pt x="25"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35"/>
            <p:cNvSpPr/>
            <p:nvPr/>
          </p:nvSpPr>
          <p:spPr>
            <a:xfrm>
              <a:off x="2143399" y="2087380"/>
              <a:ext cx="448" cy="204"/>
            </a:xfrm>
            <a:custGeom>
              <a:rect b="b" l="l" r="r" t="t"/>
              <a:pathLst>
                <a:path extrusionOk="0" h="15" w="33">
                  <a:moveTo>
                    <a:pt x="32"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35"/>
            <p:cNvSpPr/>
            <p:nvPr/>
          </p:nvSpPr>
          <p:spPr>
            <a:xfrm>
              <a:off x="2141553" y="2088235"/>
              <a:ext cx="679" cy="448"/>
            </a:xfrm>
            <a:custGeom>
              <a:rect b="b" l="l" r="r" t="t"/>
              <a:pathLst>
                <a:path extrusionOk="0" h="33" w="50">
                  <a:moveTo>
                    <a:pt x="49" y="1"/>
                  </a:moveTo>
                  <a:lnTo>
                    <a:pt x="0" y="33"/>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35"/>
            <p:cNvSpPr/>
            <p:nvPr/>
          </p:nvSpPr>
          <p:spPr>
            <a:xfrm>
              <a:off x="2142829" y="2087624"/>
              <a:ext cx="489" cy="244"/>
            </a:xfrm>
            <a:custGeom>
              <a:rect b="b" l="l" r="r" t="t"/>
              <a:pathLst>
                <a:path extrusionOk="0" h="18" w="36">
                  <a:moveTo>
                    <a:pt x="36" y="0"/>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35"/>
            <p:cNvSpPr/>
            <p:nvPr/>
          </p:nvSpPr>
          <p:spPr>
            <a:xfrm>
              <a:off x="2144214" y="2087095"/>
              <a:ext cx="299" cy="109"/>
            </a:xfrm>
            <a:custGeom>
              <a:rect b="b" l="l" r="r" t="t"/>
              <a:pathLst>
                <a:path extrusionOk="0" h="8" w="22">
                  <a:moveTo>
                    <a:pt x="22"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35"/>
            <p:cNvSpPr/>
            <p:nvPr/>
          </p:nvSpPr>
          <p:spPr>
            <a:xfrm>
              <a:off x="2144554" y="2087054"/>
              <a:ext cx="244" cy="54"/>
            </a:xfrm>
            <a:custGeom>
              <a:rect b="b" l="l" r="r" t="t"/>
              <a:pathLst>
                <a:path extrusionOk="0" h="4" w="18">
                  <a:moveTo>
                    <a:pt x="18"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35"/>
            <p:cNvSpPr/>
            <p:nvPr/>
          </p:nvSpPr>
          <p:spPr>
            <a:xfrm>
              <a:off x="2144839" y="2087000"/>
              <a:ext cx="190" cy="68"/>
            </a:xfrm>
            <a:custGeom>
              <a:rect b="b" l="l" r="r" t="t"/>
              <a:pathLst>
                <a:path extrusionOk="0" h="5" w="14">
                  <a:moveTo>
                    <a:pt x="14"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3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3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3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3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3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3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3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35"/>
            <p:cNvSpPr/>
            <p:nvPr/>
          </p:nvSpPr>
          <p:spPr>
            <a:xfrm>
              <a:off x="2266710" y="2104216"/>
              <a:ext cx="204" cy="204"/>
            </a:xfrm>
            <a:custGeom>
              <a:rect b="b" l="l" r="r" t="t"/>
              <a:pathLst>
                <a:path extrusionOk="0" h="15" w="15">
                  <a:moveTo>
                    <a:pt x="14" y="0"/>
                  </a:moveTo>
                  <a:lnTo>
                    <a:pt x="14" y="0"/>
                  </a:lnTo>
                  <a:lnTo>
                    <a:pt x="0" y="14"/>
                  </a:lnTo>
                  <a:lnTo>
                    <a:pt x="1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3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3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3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3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3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3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3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3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3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3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3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35"/>
            <p:cNvSpPr/>
            <p:nvPr/>
          </p:nvSpPr>
          <p:spPr>
            <a:xfrm>
              <a:off x="2257057" y="2062194"/>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3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3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3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3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3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3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35"/>
            <p:cNvSpPr/>
            <p:nvPr/>
          </p:nvSpPr>
          <p:spPr>
            <a:xfrm>
              <a:off x="2183955" y="2018651"/>
              <a:ext cx="14" cy="299"/>
            </a:xfrm>
            <a:custGeom>
              <a:rect b="b" l="l" r="r" t="t"/>
              <a:pathLst>
                <a:path extrusionOk="0" h="22" w="1">
                  <a:moveTo>
                    <a:pt x="0" y="1"/>
                  </a:moveTo>
                  <a:lnTo>
                    <a:pt x="0"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35"/>
            <p:cNvSpPr/>
            <p:nvPr/>
          </p:nvSpPr>
          <p:spPr>
            <a:xfrm>
              <a:off x="2139218" y="208154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35"/>
            <p:cNvSpPr/>
            <p:nvPr/>
          </p:nvSpPr>
          <p:spPr>
            <a:xfrm>
              <a:off x="2144404" y="2078500"/>
              <a:ext cx="109" cy="54"/>
            </a:xfrm>
            <a:custGeom>
              <a:rect b="b" l="l" r="r" t="t"/>
              <a:pathLst>
                <a:path extrusionOk="0" h="4" w="8">
                  <a:moveTo>
                    <a:pt x="1" y="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35"/>
            <p:cNvSpPr/>
            <p:nvPr/>
          </p:nvSpPr>
          <p:spPr>
            <a:xfrm>
              <a:off x="2143644" y="2078785"/>
              <a:ext cx="204" cy="109"/>
            </a:xfrm>
            <a:custGeom>
              <a:rect b="b" l="l" r="r" t="t"/>
              <a:pathLst>
                <a:path extrusionOk="0" h="8" w="15">
                  <a:moveTo>
                    <a:pt x="0" y="7"/>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35"/>
            <p:cNvSpPr/>
            <p:nvPr/>
          </p:nvSpPr>
          <p:spPr>
            <a:xfrm>
              <a:off x="2182910" y="2023783"/>
              <a:ext cx="149" cy="299"/>
            </a:xfrm>
            <a:custGeom>
              <a:rect b="b" l="l" r="r" t="t"/>
              <a:pathLst>
                <a:path extrusionOk="0" h="22" w="11">
                  <a:moveTo>
                    <a:pt x="0" y="22"/>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35"/>
            <p:cNvSpPr/>
            <p:nvPr/>
          </p:nvSpPr>
          <p:spPr>
            <a:xfrm>
              <a:off x="2143929" y="2078690"/>
              <a:ext cx="149" cy="54"/>
            </a:xfrm>
            <a:custGeom>
              <a:rect b="b" l="l" r="r" t="t"/>
              <a:pathLst>
                <a:path extrusionOk="0" h="4" w="11">
                  <a:moveTo>
                    <a:pt x="0"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35"/>
            <p:cNvSpPr/>
            <p:nvPr/>
          </p:nvSpPr>
          <p:spPr>
            <a:xfrm>
              <a:off x="2182720" y="2024163"/>
              <a:ext cx="149" cy="258"/>
            </a:xfrm>
            <a:custGeom>
              <a:rect b="b" l="l" r="r" t="t"/>
              <a:pathLst>
                <a:path extrusionOk="0" h="19" w="11">
                  <a:moveTo>
                    <a:pt x="0" y="1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3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3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3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35"/>
            <p:cNvSpPr/>
            <p:nvPr/>
          </p:nvSpPr>
          <p:spPr>
            <a:xfrm>
              <a:off x="2143359" y="2078975"/>
              <a:ext cx="149" cy="54"/>
            </a:xfrm>
            <a:custGeom>
              <a:rect b="b" l="l" r="r" t="t"/>
              <a:pathLst>
                <a:path extrusionOk="0" h="4" w="11">
                  <a:moveTo>
                    <a:pt x="0"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3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35"/>
            <p:cNvSpPr/>
            <p:nvPr/>
          </p:nvSpPr>
          <p:spPr>
            <a:xfrm>
              <a:off x="2142979" y="2079111"/>
              <a:ext cx="204" cy="109"/>
            </a:xfrm>
            <a:custGeom>
              <a:rect b="b" l="l" r="r" t="t"/>
              <a:pathLst>
                <a:path extrusionOk="0" h="8" w="15">
                  <a:moveTo>
                    <a:pt x="0" y="8"/>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3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3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3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35"/>
            <p:cNvSpPr/>
            <p:nvPr/>
          </p:nvSpPr>
          <p:spPr>
            <a:xfrm>
              <a:off x="2139462" y="2081107"/>
              <a:ext cx="394" cy="299"/>
            </a:xfrm>
            <a:custGeom>
              <a:rect b="b" l="l" r="r" t="t"/>
              <a:pathLst>
                <a:path extrusionOk="0" h="22" w="29">
                  <a:moveTo>
                    <a:pt x="0" y="22"/>
                  </a:moveTo>
                  <a:lnTo>
                    <a:pt x="2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35"/>
            <p:cNvSpPr/>
            <p:nvPr/>
          </p:nvSpPr>
          <p:spPr>
            <a:xfrm>
              <a:off x="2140127" y="2080727"/>
              <a:ext cx="339" cy="258"/>
            </a:xfrm>
            <a:custGeom>
              <a:rect b="b" l="l" r="r" t="t"/>
              <a:pathLst>
                <a:path extrusionOk="0" h="19" w="25">
                  <a:moveTo>
                    <a:pt x="0" y="18"/>
                  </a:moveTo>
                  <a:lnTo>
                    <a:pt x="2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35"/>
            <p:cNvSpPr/>
            <p:nvPr/>
          </p:nvSpPr>
          <p:spPr>
            <a:xfrm>
              <a:off x="2140697" y="2080401"/>
              <a:ext cx="299" cy="204"/>
            </a:xfrm>
            <a:custGeom>
              <a:rect b="b" l="l" r="r" t="t"/>
              <a:pathLst>
                <a:path extrusionOk="0" h="15" w="22">
                  <a:moveTo>
                    <a:pt x="0" y="14"/>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3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35"/>
            <p:cNvSpPr/>
            <p:nvPr/>
          </p:nvSpPr>
          <p:spPr>
            <a:xfrm>
              <a:off x="2141213" y="2080062"/>
              <a:ext cx="299" cy="204"/>
            </a:xfrm>
            <a:custGeom>
              <a:rect b="b" l="l" r="r" t="t"/>
              <a:pathLst>
                <a:path extrusionOk="0" h="15" w="22">
                  <a:moveTo>
                    <a:pt x="1" y="15"/>
                  </a:move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3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35"/>
            <p:cNvSpPr/>
            <p:nvPr/>
          </p:nvSpPr>
          <p:spPr>
            <a:xfrm>
              <a:off x="2141743" y="2079777"/>
              <a:ext cx="244" cy="204"/>
            </a:xfrm>
            <a:custGeom>
              <a:rect b="b" l="l" r="r" t="t"/>
              <a:pathLst>
                <a:path extrusionOk="0" h="15" w="18">
                  <a:moveTo>
                    <a:pt x="0" y="15"/>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35"/>
            <p:cNvSpPr/>
            <p:nvPr/>
          </p:nvSpPr>
          <p:spPr>
            <a:xfrm>
              <a:off x="2144214" y="2078595"/>
              <a:ext cx="109" cy="54"/>
            </a:xfrm>
            <a:custGeom>
              <a:rect b="b" l="l" r="r" t="t"/>
              <a:pathLst>
                <a:path extrusionOk="0" h="4" w="8">
                  <a:moveTo>
                    <a:pt x="1" y="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35"/>
            <p:cNvSpPr/>
            <p:nvPr/>
          </p:nvSpPr>
          <p:spPr>
            <a:xfrm>
              <a:off x="2142164" y="2079546"/>
              <a:ext cx="258" cy="149"/>
            </a:xfrm>
            <a:custGeom>
              <a:rect b="b" l="l" r="r" t="t"/>
              <a:pathLst>
                <a:path extrusionOk="0" h="11" w="19">
                  <a:moveTo>
                    <a:pt x="1" y="11"/>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35"/>
            <p:cNvSpPr/>
            <p:nvPr/>
          </p:nvSpPr>
          <p:spPr>
            <a:xfrm>
              <a:off x="2142598" y="2079301"/>
              <a:ext cx="244" cy="163"/>
            </a:xfrm>
            <a:custGeom>
              <a:rect b="b" l="l" r="r" t="t"/>
              <a:pathLst>
                <a:path extrusionOk="0" h="12" w="18">
                  <a:moveTo>
                    <a:pt x="0" y="1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35"/>
            <p:cNvSpPr/>
            <p:nvPr/>
          </p:nvSpPr>
          <p:spPr>
            <a:xfrm>
              <a:off x="2144594" y="2078500"/>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35"/>
            <p:cNvSpPr/>
            <p:nvPr/>
          </p:nvSpPr>
          <p:spPr>
            <a:xfrm>
              <a:off x="2144744" y="2078446"/>
              <a:ext cx="95" cy="14"/>
            </a:xfrm>
            <a:custGeom>
              <a:rect b="b" l="l" r="r" t="t"/>
              <a:pathLst>
                <a:path extrusionOk="0" h="1" w="7">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3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35"/>
            <p:cNvSpPr/>
            <p:nvPr/>
          </p:nvSpPr>
          <p:spPr>
            <a:xfrm>
              <a:off x="2246887" y="2005399"/>
              <a:ext cx="109" cy="54"/>
            </a:xfrm>
            <a:custGeom>
              <a:rect b="b" l="l" r="r" t="t"/>
              <a:pathLst>
                <a:path extrusionOk="0" h="4" w="8">
                  <a:moveTo>
                    <a:pt x="0" y="0"/>
                  </a:moveTo>
                  <a:lnTo>
                    <a:pt x="7"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35"/>
            <p:cNvSpPr/>
            <p:nvPr/>
          </p:nvSpPr>
          <p:spPr>
            <a:xfrm>
              <a:off x="2263194" y="2009812"/>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35"/>
            <p:cNvSpPr/>
            <p:nvPr/>
          </p:nvSpPr>
          <p:spPr>
            <a:xfrm>
              <a:off x="2260818" y="2010572"/>
              <a:ext cx="299" cy="258"/>
            </a:xfrm>
            <a:custGeom>
              <a:rect b="b" l="l" r="r" t="t"/>
              <a:pathLst>
                <a:path extrusionOk="0" h="19" w="22">
                  <a:moveTo>
                    <a:pt x="0" y="18"/>
                  </a:moveTo>
                  <a:lnTo>
                    <a:pt x="0" y="18"/>
                  </a:lnTo>
                  <a:lnTo>
                    <a:pt x="21" y="1"/>
                  </a:ln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35"/>
            <p:cNvSpPr/>
            <p:nvPr/>
          </p:nvSpPr>
          <p:spPr>
            <a:xfrm>
              <a:off x="2266235" y="2012093"/>
              <a:ext cx="394" cy="353"/>
            </a:xfrm>
            <a:custGeom>
              <a:rect b="b" l="l" r="r" t="t"/>
              <a:pathLst>
                <a:path extrusionOk="0" h="26" w="29">
                  <a:moveTo>
                    <a:pt x="28"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35"/>
            <p:cNvSpPr/>
            <p:nvPr/>
          </p:nvSpPr>
          <p:spPr>
            <a:xfrm>
              <a:off x="2265665" y="2011617"/>
              <a:ext cx="394" cy="353"/>
            </a:xfrm>
            <a:custGeom>
              <a:rect b="b" l="l" r="r" t="t"/>
              <a:pathLst>
                <a:path extrusionOk="0" h="26" w="29">
                  <a:moveTo>
                    <a:pt x="28"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35"/>
            <p:cNvSpPr/>
            <p:nvPr/>
          </p:nvSpPr>
          <p:spPr>
            <a:xfrm>
              <a:off x="2265190" y="2011197"/>
              <a:ext cx="339" cy="339"/>
            </a:xfrm>
            <a:custGeom>
              <a:rect b="b" l="l" r="r" t="t"/>
              <a:pathLst>
                <a:path extrusionOk="0" h="25" w="25">
                  <a:moveTo>
                    <a:pt x="25" y="25"/>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35"/>
            <p:cNvSpPr/>
            <p:nvPr/>
          </p:nvSpPr>
          <p:spPr>
            <a:xfrm>
              <a:off x="2246643" y="2005155"/>
              <a:ext cx="68" cy="68"/>
            </a:xfrm>
            <a:custGeom>
              <a:rect b="b" l="l" r="r" t="t"/>
              <a:pathLst>
                <a:path extrusionOk="0" h="5" w="5">
                  <a:moveTo>
                    <a:pt x="1" y="1"/>
                  </a:moveTo>
                  <a:lnTo>
                    <a:pt x="4" y="4"/>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35"/>
            <p:cNvSpPr/>
            <p:nvPr/>
          </p:nvSpPr>
          <p:spPr>
            <a:xfrm>
              <a:off x="2263995" y="2010287"/>
              <a:ext cx="258" cy="204"/>
            </a:xfrm>
            <a:custGeom>
              <a:rect b="b" l="l" r="r" t="t"/>
              <a:pathLst>
                <a:path extrusionOk="0" h="15" w="19">
                  <a:moveTo>
                    <a:pt x="18"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35"/>
            <p:cNvSpPr/>
            <p:nvPr/>
          </p:nvSpPr>
          <p:spPr>
            <a:xfrm>
              <a:off x="2266805" y="2012527"/>
              <a:ext cx="394" cy="394"/>
            </a:xfrm>
            <a:custGeom>
              <a:rect b="b" l="l" r="r" t="t"/>
              <a:pathLst>
                <a:path extrusionOk="0" h="29" w="29">
                  <a:moveTo>
                    <a:pt x="28" y="28"/>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35"/>
            <p:cNvSpPr/>
            <p:nvPr/>
          </p:nvSpPr>
          <p:spPr>
            <a:xfrm>
              <a:off x="2263710" y="2010056"/>
              <a:ext cx="258" cy="149"/>
            </a:xfrm>
            <a:custGeom>
              <a:rect b="b" l="l" r="r" t="t"/>
              <a:pathLst>
                <a:path extrusionOk="0" h="11" w="19">
                  <a:moveTo>
                    <a:pt x="18"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35"/>
            <p:cNvSpPr/>
            <p:nvPr/>
          </p:nvSpPr>
          <p:spPr>
            <a:xfrm>
              <a:off x="2261429" y="2010341"/>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35"/>
            <p:cNvSpPr/>
            <p:nvPr/>
          </p:nvSpPr>
          <p:spPr>
            <a:xfrm>
              <a:off x="2264334" y="2010531"/>
              <a:ext cx="299" cy="244"/>
            </a:xfrm>
            <a:custGeom>
              <a:rect b="b" l="l" r="r" t="t"/>
              <a:pathLst>
                <a:path extrusionOk="0" h="18" w="22">
                  <a:moveTo>
                    <a:pt x="21" y="18"/>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35"/>
            <p:cNvSpPr/>
            <p:nvPr/>
          </p:nvSpPr>
          <p:spPr>
            <a:xfrm>
              <a:off x="2264714" y="2010857"/>
              <a:ext cx="339" cy="258"/>
            </a:xfrm>
            <a:custGeom>
              <a:rect b="b" l="l" r="r" t="t"/>
              <a:pathLst>
                <a:path extrusionOk="0" h="19" w="25">
                  <a:moveTo>
                    <a:pt x="25"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35"/>
            <p:cNvSpPr/>
            <p:nvPr/>
          </p:nvSpPr>
          <p:spPr>
            <a:xfrm>
              <a:off x="2263479" y="2009907"/>
              <a:ext cx="204" cy="163"/>
            </a:xfrm>
            <a:custGeom>
              <a:rect b="b" l="l" r="r" t="t"/>
              <a:pathLst>
                <a:path extrusionOk="0" h="12" w="15">
                  <a:moveTo>
                    <a:pt x="14"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35"/>
            <p:cNvSpPr/>
            <p:nvPr/>
          </p:nvSpPr>
          <p:spPr>
            <a:xfrm>
              <a:off x="2262528" y="2009866"/>
              <a:ext cx="14" cy="14"/>
            </a:xfrm>
            <a:custGeom>
              <a:rect b="b" l="l" r="r" t="t"/>
              <a:pathLst>
                <a:path extrusionOk="0" h="1" w="1">
                  <a:moveTo>
                    <a:pt x="0"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35"/>
            <p:cNvSpPr/>
            <p:nvPr/>
          </p:nvSpPr>
          <p:spPr>
            <a:xfrm>
              <a:off x="2262814" y="2009812"/>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35"/>
            <p:cNvSpPr/>
            <p:nvPr/>
          </p:nvSpPr>
          <p:spPr>
            <a:xfrm>
              <a:off x="2268706" y="2014143"/>
              <a:ext cx="394" cy="339"/>
            </a:xfrm>
            <a:custGeom>
              <a:rect b="b" l="l" r="r" t="t"/>
              <a:pathLst>
                <a:path extrusionOk="0" h="25" w="29">
                  <a:moveTo>
                    <a:pt x="28" y="25"/>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3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35"/>
            <p:cNvSpPr/>
            <p:nvPr/>
          </p:nvSpPr>
          <p:spPr>
            <a:xfrm>
              <a:off x="2268041" y="2013613"/>
              <a:ext cx="394" cy="353"/>
            </a:xfrm>
            <a:custGeom>
              <a:rect b="b" l="l" r="r" t="t"/>
              <a:pathLst>
                <a:path extrusionOk="0" h="26" w="29">
                  <a:moveTo>
                    <a:pt x="28"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35"/>
            <p:cNvSpPr/>
            <p:nvPr/>
          </p:nvSpPr>
          <p:spPr>
            <a:xfrm>
              <a:off x="2271367" y="2016560"/>
              <a:ext cx="149" cy="109"/>
            </a:xfrm>
            <a:custGeom>
              <a:rect b="b" l="l" r="r" t="t"/>
              <a:pathLst>
                <a:path extrusionOk="0" h="8" w="11">
                  <a:moveTo>
                    <a:pt x="0" y="1"/>
                  </a:moveTo>
                  <a:lnTo>
                    <a:pt x="11" y="8"/>
                  </a:ln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35"/>
            <p:cNvSpPr/>
            <p:nvPr/>
          </p:nvSpPr>
          <p:spPr>
            <a:xfrm>
              <a:off x="2269371" y="2014754"/>
              <a:ext cx="339" cy="299"/>
            </a:xfrm>
            <a:custGeom>
              <a:rect b="b" l="l" r="r" t="t"/>
              <a:pathLst>
                <a:path extrusionOk="0" h="22" w="25">
                  <a:moveTo>
                    <a:pt x="25" y="22"/>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35"/>
            <p:cNvSpPr/>
            <p:nvPr/>
          </p:nvSpPr>
          <p:spPr>
            <a:xfrm>
              <a:off x="2270743" y="2015949"/>
              <a:ext cx="353" cy="299"/>
            </a:xfrm>
            <a:custGeom>
              <a:rect b="b" l="l" r="r" t="t"/>
              <a:pathLst>
                <a:path extrusionOk="0" h="22" w="26">
                  <a:moveTo>
                    <a:pt x="25" y="2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35"/>
            <p:cNvSpPr/>
            <p:nvPr/>
          </p:nvSpPr>
          <p:spPr>
            <a:xfrm>
              <a:off x="2270037" y="2015324"/>
              <a:ext cx="339" cy="353"/>
            </a:xfrm>
            <a:custGeom>
              <a:rect b="b" l="l" r="r" t="t"/>
              <a:pathLst>
                <a:path extrusionOk="0" h="26" w="25">
                  <a:moveTo>
                    <a:pt x="25"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35"/>
            <p:cNvSpPr/>
            <p:nvPr/>
          </p:nvSpPr>
          <p:spPr>
            <a:xfrm>
              <a:off x="2247172" y="2005684"/>
              <a:ext cx="54" cy="54"/>
            </a:xfrm>
            <a:custGeom>
              <a:rect b="b" l="l" r="r" t="t"/>
              <a:pathLst>
                <a:path extrusionOk="0" h="4" w="4">
                  <a:moveTo>
                    <a:pt x="4"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35"/>
            <p:cNvSpPr/>
            <p:nvPr/>
          </p:nvSpPr>
          <p:spPr>
            <a:xfrm>
              <a:off x="2267416" y="2013043"/>
              <a:ext cx="394" cy="353"/>
            </a:xfrm>
            <a:custGeom>
              <a:rect b="b" l="l" r="r" t="t"/>
              <a:pathLst>
                <a:path extrusionOk="0" h="26" w="29">
                  <a:moveTo>
                    <a:pt x="29" y="2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35"/>
            <p:cNvSpPr/>
            <p:nvPr/>
          </p:nvSpPr>
          <p:spPr>
            <a:xfrm>
              <a:off x="2247362" y="2005915"/>
              <a:ext cx="54" cy="68"/>
            </a:xfrm>
            <a:custGeom>
              <a:rect b="b" l="l" r="r" t="t"/>
              <a:pathLst>
                <a:path extrusionOk="0" h="5" w="4">
                  <a:moveTo>
                    <a:pt x="4"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35"/>
            <p:cNvSpPr/>
            <p:nvPr/>
          </p:nvSpPr>
          <p:spPr>
            <a:xfrm>
              <a:off x="2271028" y="2020511"/>
              <a:ext cx="14" cy="149"/>
            </a:xfrm>
            <a:custGeom>
              <a:rect b="b" l="l" r="r" t="t"/>
              <a:pathLst>
                <a:path extrusionOk="0" h="11" w="1">
                  <a:moveTo>
                    <a:pt x="1"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3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35"/>
            <p:cNvSpPr/>
            <p:nvPr/>
          </p:nvSpPr>
          <p:spPr>
            <a:xfrm>
              <a:off x="2270987" y="2020986"/>
              <a:ext cx="14" cy="204"/>
            </a:xfrm>
            <a:custGeom>
              <a:rect b="b" l="l" r="r" t="t"/>
              <a:pathLst>
                <a:path extrusionOk="0" h="15" w="1">
                  <a:moveTo>
                    <a:pt x="0"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35"/>
            <p:cNvSpPr/>
            <p:nvPr/>
          </p:nvSpPr>
          <p:spPr>
            <a:xfrm>
              <a:off x="2271082" y="2019981"/>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35"/>
            <p:cNvSpPr/>
            <p:nvPr/>
          </p:nvSpPr>
          <p:spPr>
            <a:xfrm>
              <a:off x="2271313" y="2017890"/>
              <a:ext cx="14" cy="204"/>
            </a:xfrm>
            <a:custGeom>
              <a:rect b="b" l="l" r="r" t="t"/>
              <a:pathLst>
                <a:path extrusionOk="0" h="15" w="1">
                  <a:moveTo>
                    <a:pt x="1"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35"/>
            <p:cNvSpPr/>
            <p:nvPr/>
          </p:nvSpPr>
          <p:spPr>
            <a:xfrm>
              <a:off x="2270933" y="2021461"/>
              <a:ext cx="14" cy="204"/>
            </a:xfrm>
            <a:custGeom>
              <a:rect b="b" l="l" r="r" t="t"/>
              <a:pathLst>
                <a:path extrusionOk="0" h="15" w="1">
                  <a:moveTo>
                    <a:pt x="1"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3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35"/>
            <p:cNvSpPr/>
            <p:nvPr/>
          </p:nvSpPr>
          <p:spPr>
            <a:xfrm>
              <a:off x="2271272" y="2018325"/>
              <a:ext cx="14" cy="244"/>
            </a:xfrm>
            <a:custGeom>
              <a:rect b="b" l="l" r="r" t="t"/>
              <a:pathLst>
                <a:path extrusionOk="0" h="18" w="1">
                  <a:moveTo>
                    <a:pt x="0" y="18"/>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35"/>
            <p:cNvSpPr/>
            <p:nvPr/>
          </p:nvSpPr>
          <p:spPr>
            <a:xfrm>
              <a:off x="2271123" y="2019370"/>
              <a:ext cx="14" cy="204"/>
            </a:xfrm>
            <a:custGeom>
              <a:rect b="b" l="l" r="r" t="t"/>
              <a:pathLst>
                <a:path extrusionOk="0" h="15" w="1">
                  <a:moveTo>
                    <a:pt x="1"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35"/>
            <p:cNvSpPr/>
            <p:nvPr/>
          </p:nvSpPr>
          <p:spPr>
            <a:xfrm>
              <a:off x="2270892" y="2021936"/>
              <a:ext cx="14" cy="149"/>
            </a:xfrm>
            <a:custGeom>
              <a:rect b="b" l="l" r="r" t="t"/>
              <a:pathLst>
                <a:path extrusionOk="0" h="11" w="1">
                  <a:moveTo>
                    <a:pt x="0"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35"/>
            <p:cNvSpPr/>
            <p:nvPr/>
          </p:nvSpPr>
          <p:spPr>
            <a:xfrm>
              <a:off x="2271177" y="2018800"/>
              <a:ext cx="14" cy="244"/>
            </a:xfrm>
            <a:custGeom>
              <a:rect b="b" l="l" r="r" t="t"/>
              <a:pathLst>
                <a:path extrusionOk="0" h="18" w="1">
                  <a:moveTo>
                    <a:pt x="0" y="18"/>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3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3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3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35"/>
            <p:cNvSpPr/>
            <p:nvPr/>
          </p:nvSpPr>
          <p:spPr>
            <a:xfrm>
              <a:off x="2263044" y="2064624"/>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3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35"/>
            <p:cNvSpPr/>
            <p:nvPr/>
          </p:nvSpPr>
          <p:spPr>
            <a:xfrm>
              <a:off x="2261103" y="2064380"/>
              <a:ext cx="434" cy="109"/>
            </a:xfrm>
            <a:custGeom>
              <a:rect b="b" l="l" r="r" t="t"/>
              <a:pathLst>
                <a:path extrusionOk="0" h="8" w="32">
                  <a:moveTo>
                    <a:pt x="0" y="1"/>
                  </a:moveTo>
                  <a:lnTo>
                    <a:pt x="32"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35"/>
            <p:cNvSpPr/>
            <p:nvPr/>
          </p:nvSpPr>
          <p:spPr>
            <a:xfrm>
              <a:off x="2264904" y="2064054"/>
              <a:ext cx="149" cy="109"/>
            </a:xfrm>
            <a:custGeom>
              <a:rect b="b" l="l" r="r" t="t"/>
              <a:pathLst>
                <a:path extrusionOk="0" h="8" w="11">
                  <a:moveTo>
                    <a:pt x="0" y="7"/>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35"/>
            <p:cNvSpPr/>
            <p:nvPr/>
          </p:nvSpPr>
          <p:spPr>
            <a:xfrm>
              <a:off x="2264375" y="2064339"/>
              <a:ext cx="109" cy="54"/>
            </a:xfrm>
            <a:custGeom>
              <a:rect b="b" l="l" r="r" t="t"/>
              <a:pathLst>
                <a:path extrusionOk="0" h="4" w="8">
                  <a:moveTo>
                    <a:pt x="1" y="4"/>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35"/>
            <p:cNvSpPr/>
            <p:nvPr/>
          </p:nvSpPr>
          <p:spPr>
            <a:xfrm>
              <a:off x="2262243" y="2064570"/>
              <a:ext cx="204" cy="14"/>
            </a:xfrm>
            <a:custGeom>
              <a:rect b="b" l="l" r="r" t="t"/>
              <a:pathLst>
                <a:path extrusionOk="0" h="1" w="15">
                  <a:moveTo>
                    <a:pt x="0" y="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35"/>
            <p:cNvSpPr/>
            <p:nvPr/>
          </p:nvSpPr>
          <p:spPr>
            <a:xfrm>
              <a:off x="2263615" y="2064570"/>
              <a:ext cx="163" cy="14"/>
            </a:xfrm>
            <a:custGeom>
              <a:rect b="b" l="l" r="r" t="t"/>
              <a:pathLst>
                <a:path extrusionOk="0" h="1" w="12">
                  <a:moveTo>
                    <a:pt x="1"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35"/>
            <p:cNvSpPr/>
            <p:nvPr/>
          </p:nvSpPr>
          <p:spPr>
            <a:xfrm>
              <a:off x="2260668" y="2064380"/>
              <a:ext cx="258" cy="14"/>
            </a:xfrm>
            <a:custGeom>
              <a:rect b="b" l="l" r="r" t="t"/>
              <a:pathLst>
                <a:path extrusionOk="0" h="1" w="19">
                  <a:moveTo>
                    <a:pt x="18" y="1"/>
                  </a:moveTo>
                  <a:lnTo>
                    <a:pt x="1" y="1"/>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3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3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35"/>
            <p:cNvSpPr/>
            <p:nvPr/>
          </p:nvSpPr>
          <p:spPr>
            <a:xfrm>
              <a:off x="2260668" y="2064339"/>
              <a:ext cx="353" cy="4616"/>
            </a:xfrm>
            <a:custGeom>
              <a:rect b="b" l="l" r="r" t="t"/>
              <a:pathLst>
                <a:path extrusionOk="0" h="340" w="26">
                  <a:moveTo>
                    <a:pt x="1" y="0"/>
                  </a:moveTo>
                  <a:lnTo>
                    <a:pt x="25" y="340"/>
                  </a:lnTo>
                  <a:lnTo>
                    <a:pt x="25" y="34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3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35"/>
            <p:cNvSpPr/>
            <p:nvPr/>
          </p:nvSpPr>
          <p:spPr>
            <a:xfrm>
              <a:off x="2344428" y="2155362"/>
              <a:ext cx="14" cy="14"/>
            </a:xfrm>
            <a:custGeom>
              <a:rect b="b" l="l" r="r" t="t"/>
              <a:pathLst>
                <a:path extrusionOk="0" h="1" w="1">
                  <a:moveTo>
                    <a:pt x="0"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35"/>
            <p:cNvSpPr/>
            <p:nvPr/>
          </p:nvSpPr>
          <p:spPr>
            <a:xfrm>
              <a:off x="2275454" y="2213298"/>
              <a:ext cx="489" cy="448"/>
            </a:xfrm>
            <a:custGeom>
              <a:rect b="b" l="l" r="r" t="t"/>
              <a:pathLst>
                <a:path extrusionOk="0" h="33" w="36">
                  <a:moveTo>
                    <a:pt x="35" y="1"/>
                  </a:moveTo>
                  <a:lnTo>
                    <a:pt x="0" y="32"/>
                  </a:lnTo>
                  <a:lnTo>
                    <a:pt x="4" y="32"/>
                  </a:lnTo>
                  <a:lnTo>
                    <a:pt x="3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35"/>
            <p:cNvSpPr/>
            <p:nvPr/>
          </p:nvSpPr>
          <p:spPr>
            <a:xfrm>
              <a:off x="2276119" y="2212116"/>
              <a:ext cx="1059" cy="964"/>
            </a:xfrm>
            <a:custGeom>
              <a:rect b="b" l="l" r="r" t="t"/>
              <a:pathLst>
                <a:path extrusionOk="0" h="71" w="78">
                  <a:moveTo>
                    <a:pt x="77" y="0"/>
                  </a:moveTo>
                  <a:lnTo>
                    <a:pt x="0" y="7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35"/>
            <p:cNvSpPr/>
            <p:nvPr/>
          </p:nvSpPr>
          <p:spPr>
            <a:xfrm>
              <a:off x="2280777" y="2242204"/>
              <a:ext cx="14" cy="339"/>
            </a:xfrm>
            <a:custGeom>
              <a:rect b="b" l="l" r="r" t="t"/>
              <a:pathLst>
                <a:path extrusionOk="0" h="25" w="1">
                  <a:moveTo>
                    <a:pt x="0" y="25"/>
                  </a:moveTo>
                  <a:lnTo>
                    <a:pt x="0" y="0"/>
                  </a:lnTo>
                  <a:lnTo>
                    <a:pt x="0"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3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3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35"/>
            <p:cNvSpPr/>
            <p:nvPr/>
          </p:nvSpPr>
          <p:spPr>
            <a:xfrm>
              <a:off x="2276215" y="2216393"/>
              <a:ext cx="54" cy="149"/>
            </a:xfrm>
            <a:custGeom>
              <a:rect b="b" l="l" r="r" t="t"/>
              <a:pathLst>
                <a:path extrusionOk="0" h="11" w="4">
                  <a:moveTo>
                    <a:pt x="0" y="0"/>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3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35"/>
            <p:cNvSpPr/>
            <p:nvPr/>
          </p:nvSpPr>
          <p:spPr>
            <a:xfrm>
              <a:off x="2281917" y="2248708"/>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3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35"/>
            <p:cNvSpPr/>
            <p:nvPr/>
          </p:nvSpPr>
          <p:spPr>
            <a:xfrm>
              <a:off x="2275875" y="2215158"/>
              <a:ext cx="68" cy="109"/>
            </a:xfrm>
            <a:custGeom>
              <a:rect b="b" l="l" r="r" t="t"/>
              <a:pathLst>
                <a:path extrusionOk="0" h="8" w="5">
                  <a:moveTo>
                    <a:pt x="1" y="0"/>
                  </a:moveTo>
                  <a:lnTo>
                    <a:pt x="4"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35"/>
            <p:cNvSpPr/>
            <p:nvPr/>
          </p:nvSpPr>
          <p:spPr>
            <a:xfrm>
              <a:off x="2275780" y="2214683"/>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35"/>
            <p:cNvSpPr/>
            <p:nvPr/>
          </p:nvSpPr>
          <p:spPr>
            <a:xfrm>
              <a:off x="2276024" y="2215728"/>
              <a:ext cx="54" cy="149"/>
            </a:xfrm>
            <a:custGeom>
              <a:rect b="b" l="l" r="r" t="t"/>
              <a:pathLst>
                <a:path extrusionOk="0" h="11" w="4">
                  <a:moveTo>
                    <a:pt x="0" y="0"/>
                  </a:moveTo>
                  <a:lnTo>
                    <a:pt x="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3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3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35"/>
            <p:cNvSpPr/>
            <p:nvPr/>
          </p:nvSpPr>
          <p:spPr>
            <a:xfrm>
              <a:off x="2269222" y="2162721"/>
              <a:ext cx="258" cy="68"/>
            </a:xfrm>
            <a:custGeom>
              <a:rect b="b" l="l" r="r" t="t"/>
              <a:pathLst>
                <a:path extrusionOk="0" h="5" w="19">
                  <a:moveTo>
                    <a:pt x="1" y="4"/>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3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35"/>
            <p:cNvSpPr/>
            <p:nvPr/>
          </p:nvSpPr>
          <p:spPr>
            <a:xfrm>
              <a:off x="2267851" y="2156693"/>
              <a:ext cx="720" cy="244"/>
            </a:xfrm>
            <a:custGeom>
              <a:rect b="b" l="l" r="r" t="t"/>
              <a:pathLst>
                <a:path extrusionOk="0" h="18" w="53">
                  <a:moveTo>
                    <a:pt x="53" y="0"/>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3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35"/>
            <p:cNvSpPr/>
            <p:nvPr/>
          </p:nvSpPr>
          <p:spPr>
            <a:xfrm>
              <a:off x="2274164" y="2107447"/>
              <a:ext cx="258" cy="54"/>
            </a:xfrm>
            <a:custGeom>
              <a:rect b="b" l="l" r="r" t="t"/>
              <a:pathLst>
                <a:path extrusionOk="0" h="4" w="19">
                  <a:moveTo>
                    <a:pt x="1" y="0"/>
                  </a:moveTo>
                  <a:lnTo>
                    <a:pt x="1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35"/>
            <p:cNvSpPr/>
            <p:nvPr/>
          </p:nvSpPr>
          <p:spPr>
            <a:xfrm>
              <a:off x="2273173" y="2107203"/>
              <a:ext cx="204" cy="14"/>
            </a:xfrm>
            <a:custGeom>
              <a:rect b="b" l="l" r="r" t="t"/>
              <a:pathLst>
                <a:path extrusionOk="0" h="1" w="15">
                  <a:moveTo>
                    <a:pt x="0" y="1"/>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35"/>
            <p:cNvSpPr/>
            <p:nvPr/>
          </p:nvSpPr>
          <p:spPr>
            <a:xfrm>
              <a:off x="2275739" y="2108058"/>
              <a:ext cx="244" cy="109"/>
            </a:xfrm>
            <a:custGeom>
              <a:rect b="b" l="l" r="r" t="t"/>
              <a:pathLst>
                <a:path extrusionOk="0" h="8" w="18">
                  <a:moveTo>
                    <a:pt x="0" y="1"/>
                  </a:moveTo>
                  <a:lnTo>
                    <a:pt x="18"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35"/>
            <p:cNvSpPr/>
            <p:nvPr/>
          </p:nvSpPr>
          <p:spPr>
            <a:xfrm>
              <a:off x="2274694" y="2107583"/>
              <a:ext cx="244" cy="109"/>
            </a:xfrm>
            <a:custGeom>
              <a:rect b="b" l="l" r="r" t="t"/>
              <a:pathLst>
                <a:path extrusionOk="0" h="8" w="18">
                  <a:moveTo>
                    <a:pt x="0" y="1"/>
                  </a:moveTo>
                  <a:lnTo>
                    <a:pt x="18"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35"/>
            <p:cNvSpPr/>
            <p:nvPr/>
          </p:nvSpPr>
          <p:spPr>
            <a:xfrm>
              <a:off x="2275210" y="2107828"/>
              <a:ext cx="258" cy="109"/>
            </a:xfrm>
            <a:custGeom>
              <a:rect b="b" l="l" r="r" t="t"/>
              <a:pathLst>
                <a:path extrusionOk="0" h="8" w="19">
                  <a:moveTo>
                    <a:pt x="1" y="0"/>
                  </a:moveTo>
                  <a:lnTo>
                    <a:pt x="18"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35"/>
            <p:cNvSpPr/>
            <p:nvPr/>
          </p:nvSpPr>
          <p:spPr>
            <a:xfrm>
              <a:off x="2273648" y="2107298"/>
              <a:ext cx="244" cy="68"/>
            </a:xfrm>
            <a:custGeom>
              <a:rect b="b" l="l" r="r" t="t"/>
              <a:pathLst>
                <a:path extrusionOk="0" h="5" w="18">
                  <a:moveTo>
                    <a:pt x="0" y="1"/>
                  </a:moveTo>
                  <a:lnTo>
                    <a:pt x="1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35"/>
            <p:cNvSpPr/>
            <p:nvPr/>
          </p:nvSpPr>
          <p:spPr>
            <a:xfrm>
              <a:off x="2276310" y="2108344"/>
              <a:ext cx="204" cy="68"/>
            </a:xfrm>
            <a:custGeom>
              <a:rect b="b" l="l" r="r" t="t"/>
              <a:pathLst>
                <a:path extrusionOk="0" h="5" w="15">
                  <a:moveTo>
                    <a:pt x="0" y="1"/>
                  </a:moveTo>
                  <a:lnTo>
                    <a:pt x="1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3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3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3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3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3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3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35"/>
            <p:cNvSpPr/>
            <p:nvPr/>
          </p:nvSpPr>
          <p:spPr>
            <a:xfrm>
              <a:off x="2295223" y="2052024"/>
              <a:ext cx="26354" cy="13985"/>
            </a:xfrm>
            <a:custGeom>
              <a:rect b="b" l="l" r="r" t="t"/>
              <a:pathLst>
                <a:path extrusionOk="0" h="1030" w="1941">
                  <a:moveTo>
                    <a:pt x="1" y="0"/>
                  </a:moveTo>
                  <a:lnTo>
                    <a:pt x="1" y="0"/>
                  </a:lnTo>
                  <a:lnTo>
                    <a:pt x="1940" y="103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35"/>
            <p:cNvSpPr/>
            <p:nvPr/>
          </p:nvSpPr>
          <p:spPr>
            <a:xfrm>
              <a:off x="2274259" y="2051169"/>
              <a:ext cx="3775" cy="299"/>
            </a:xfrm>
            <a:custGeom>
              <a:rect b="b" l="l" r="r" t="t"/>
              <a:pathLst>
                <a:path extrusionOk="0" h="22" w="278">
                  <a:moveTo>
                    <a:pt x="1" y="21"/>
                  </a:moveTo>
                  <a:lnTo>
                    <a:pt x="277" y="0"/>
                  </a:lnTo>
                  <a:lnTo>
                    <a:pt x="27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35"/>
            <p:cNvSpPr/>
            <p:nvPr/>
          </p:nvSpPr>
          <p:spPr>
            <a:xfrm>
              <a:off x="2270227" y="2064285"/>
              <a:ext cx="14" cy="109"/>
            </a:xfrm>
            <a:custGeom>
              <a:rect b="b" l="l" r="r" t="t"/>
              <a:pathLst>
                <a:path extrusionOk="0" h="8" w="1">
                  <a:moveTo>
                    <a:pt x="0"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35"/>
            <p:cNvSpPr/>
            <p:nvPr/>
          </p:nvSpPr>
          <p:spPr>
            <a:xfrm>
              <a:off x="2270227" y="2063579"/>
              <a:ext cx="14" cy="109"/>
            </a:xfrm>
            <a:custGeom>
              <a:rect b="b" l="l" r="r" t="t"/>
              <a:pathLst>
                <a:path extrusionOk="0" h="8" w="1">
                  <a:moveTo>
                    <a:pt x="0"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35"/>
            <p:cNvSpPr/>
            <p:nvPr/>
          </p:nvSpPr>
          <p:spPr>
            <a:xfrm>
              <a:off x="2264375" y="2076314"/>
              <a:ext cx="163" cy="109"/>
            </a:xfrm>
            <a:custGeom>
              <a:rect b="b" l="l" r="r" t="t"/>
              <a:pathLst>
                <a:path extrusionOk="0" h="8" w="12">
                  <a:moveTo>
                    <a:pt x="1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35"/>
            <p:cNvSpPr/>
            <p:nvPr/>
          </p:nvSpPr>
          <p:spPr>
            <a:xfrm>
              <a:off x="2270227" y="2063904"/>
              <a:ext cx="14" cy="163"/>
            </a:xfrm>
            <a:custGeom>
              <a:rect b="b" l="l" r="r" t="t"/>
              <a:pathLst>
                <a:path extrusionOk="0" h="12" w="1">
                  <a:moveTo>
                    <a:pt x="0"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35"/>
            <p:cNvSpPr/>
            <p:nvPr/>
          </p:nvSpPr>
          <p:spPr>
            <a:xfrm>
              <a:off x="2265380" y="2075839"/>
              <a:ext cx="109" cy="54"/>
            </a:xfrm>
            <a:custGeom>
              <a:rect b="b" l="l" r="r" t="t"/>
              <a:pathLst>
                <a:path extrusionOk="0" h="4" w="8">
                  <a:moveTo>
                    <a:pt x="7"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35"/>
            <p:cNvSpPr/>
            <p:nvPr/>
          </p:nvSpPr>
          <p:spPr>
            <a:xfrm>
              <a:off x="2265190" y="2075880"/>
              <a:ext cx="109" cy="68"/>
            </a:xfrm>
            <a:custGeom>
              <a:rect b="b" l="l" r="r" t="t"/>
              <a:pathLst>
                <a:path extrusionOk="0" h="5" w="8">
                  <a:moveTo>
                    <a:pt x="7"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35"/>
            <p:cNvSpPr/>
            <p:nvPr/>
          </p:nvSpPr>
          <p:spPr>
            <a:xfrm>
              <a:off x="2263900" y="2076599"/>
              <a:ext cx="258" cy="109"/>
            </a:xfrm>
            <a:custGeom>
              <a:rect b="b" l="l" r="r" t="t"/>
              <a:pathLst>
                <a:path extrusionOk="0" h="8" w="19">
                  <a:moveTo>
                    <a:pt x="1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35"/>
            <p:cNvSpPr/>
            <p:nvPr/>
          </p:nvSpPr>
          <p:spPr>
            <a:xfrm>
              <a:off x="2265000" y="2075975"/>
              <a:ext cx="109" cy="68"/>
            </a:xfrm>
            <a:custGeom>
              <a:rect b="b" l="l" r="r" t="t"/>
              <a:pathLst>
                <a:path extrusionOk="0" h="5" w="8">
                  <a:moveTo>
                    <a:pt x="7"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35"/>
            <p:cNvSpPr/>
            <p:nvPr/>
          </p:nvSpPr>
          <p:spPr>
            <a:xfrm>
              <a:off x="2264714" y="2076124"/>
              <a:ext cx="149" cy="109"/>
            </a:xfrm>
            <a:custGeom>
              <a:rect b="b" l="l" r="r" t="t"/>
              <a:pathLst>
                <a:path extrusionOk="0" h="8" w="11">
                  <a:moveTo>
                    <a:pt x="11"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35"/>
            <p:cNvSpPr/>
            <p:nvPr/>
          </p:nvSpPr>
          <p:spPr>
            <a:xfrm>
              <a:off x="2262949" y="2077210"/>
              <a:ext cx="163" cy="109"/>
            </a:xfrm>
            <a:custGeom>
              <a:rect b="b" l="l" r="r" t="t"/>
              <a:pathLst>
                <a:path extrusionOk="0" h="8" w="12">
                  <a:moveTo>
                    <a:pt x="1" y="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35"/>
            <p:cNvSpPr/>
            <p:nvPr/>
          </p:nvSpPr>
          <p:spPr>
            <a:xfrm>
              <a:off x="2270077" y="2062058"/>
              <a:ext cx="14" cy="204"/>
            </a:xfrm>
            <a:custGeom>
              <a:rect b="b" l="l" r="r" t="t"/>
              <a:pathLst>
                <a:path extrusionOk="0" h="15" w="1">
                  <a:moveTo>
                    <a:pt x="1" y="0"/>
                  </a:moveTo>
                  <a:lnTo>
                    <a:pt x="1"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35"/>
            <p:cNvSpPr/>
            <p:nvPr/>
          </p:nvSpPr>
          <p:spPr>
            <a:xfrm>
              <a:off x="2270132" y="2062574"/>
              <a:ext cx="14" cy="163"/>
            </a:xfrm>
            <a:custGeom>
              <a:rect b="b" l="l" r="r" t="t"/>
              <a:pathLst>
                <a:path extrusionOk="0" h="12" w="1">
                  <a:moveTo>
                    <a:pt x="0"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35"/>
            <p:cNvSpPr/>
            <p:nvPr/>
          </p:nvSpPr>
          <p:spPr>
            <a:xfrm>
              <a:off x="2263289" y="2076830"/>
              <a:ext cx="394" cy="258"/>
            </a:xfrm>
            <a:custGeom>
              <a:rect b="b" l="l" r="r" t="t"/>
              <a:pathLst>
                <a:path extrusionOk="0" h="19" w="29">
                  <a:moveTo>
                    <a:pt x="28"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35"/>
            <p:cNvSpPr/>
            <p:nvPr/>
          </p:nvSpPr>
          <p:spPr>
            <a:xfrm>
              <a:off x="2270173" y="2063103"/>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35"/>
            <p:cNvSpPr/>
            <p:nvPr/>
          </p:nvSpPr>
          <p:spPr>
            <a:xfrm>
              <a:off x="2334109" y="212622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35"/>
            <p:cNvSpPr/>
            <p:nvPr/>
          </p:nvSpPr>
          <p:spPr>
            <a:xfrm>
              <a:off x="2334204" y="2126076"/>
              <a:ext cx="14" cy="68"/>
            </a:xfrm>
            <a:custGeom>
              <a:rect b="b" l="l" r="r" t="t"/>
              <a:pathLst>
                <a:path extrusionOk="0" h="5" w="1">
                  <a:moveTo>
                    <a:pt x="0" y="1"/>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35"/>
            <p:cNvSpPr/>
            <p:nvPr/>
          </p:nvSpPr>
          <p:spPr>
            <a:xfrm>
              <a:off x="2334150" y="212613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35"/>
            <p:cNvSpPr/>
            <p:nvPr/>
          </p:nvSpPr>
          <p:spPr>
            <a:xfrm>
              <a:off x="2334204" y="2126035"/>
              <a:ext cx="54" cy="54"/>
            </a:xfrm>
            <a:custGeom>
              <a:rect b="b" l="l" r="r" t="t"/>
              <a:pathLst>
                <a:path extrusionOk="0" h="4" w="4">
                  <a:moveTo>
                    <a:pt x="4"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35"/>
            <p:cNvSpPr/>
            <p:nvPr/>
          </p:nvSpPr>
          <p:spPr>
            <a:xfrm>
              <a:off x="2334055" y="212632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35"/>
            <p:cNvSpPr/>
            <p:nvPr/>
          </p:nvSpPr>
          <p:spPr>
            <a:xfrm>
              <a:off x="2334109" y="2126266"/>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35"/>
            <p:cNvSpPr/>
            <p:nvPr/>
          </p:nvSpPr>
          <p:spPr>
            <a:xfrm>
              <a:off x="2336580" y="2124365"/>
              <a:ext cx="204" cy="163"/>
            </a:xfrm>
            <a:custGeom>
              <a:rect b="b" l="l" r="r" t="t"/>
              <a:pathLst>
                <a:path extrusionOk="0" h="12" w="15">
                  <a:moveTo>
                    <a:pt x="14"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35"/>
            <p:cNvSpPr/>
            <p:nvPr/>
          </p:nvSpPr>
          <p:spPr>
            <a:xfrm>
              <a:off x="2304306" y="2129782"/>
              <a:ext cx="244" cy="14"/>
            </a:xfrm>
            <a:custGeom>
              <a:rect b="b" l="l" r="r" t="t"/>
              <a:pathLst>
                <a:path extrusionOk="0" h="1" w="18">
                  <a:moveTo>
                    <a:pt x="1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35"/>
            <p:cNvSpPr/>
            <p:nvPr/>
          </p:nvSpPr>
          <p:spPr>
            <a:xfrm>
              <a:off x="2337245" y="2123985"/>
              <a:ext cx="299" cy="163"/>
            </a:xfrm>
            <a:custGeom>
              <a:rect b="b" l="l" r="r" t="t"/>
              <a:pathLst>
                <a:path extrusionOk="0" h="12" w="22">
                  <a:moveTo>
                    <a:pt x="21"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3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35"/>
            <p:cNvSpPr/>
            <p:nvPr/>
          </p:nvSpPr>
          <p:spPr>
            <a:xfrm>
              <a:off x="2304687" y="2129782"/>
              <a:ext cx="204" cy="14"/>
            </a:xfrm>
            <a:custGeom>
              <a:rect b="b" l="l" r="r" t="t"/>
              <a:pathLst>
                <a:path extrusionOk="0" h="1" w="15">
                  <a:moveTo>
                    <a:pt x="1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3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35"/>
            <p:cNvSpPr/>
            <p:nvPr/>
          </p:nvSpPr>
          <p:spPr>
            <a:xfrm>
              <a:off x="2336241" y="2124555"/>
              <a:ext cx="258" cy="109"/>
            </a:xfrm>
            <a:custGeom>
              <a:rect b="b" l="l" r="r" t="t"/>
              <a:pathLst>
                <a:path extrusionOk="0" h="8" w="19">
                  <a:moveTo>
                    <a:pt x="18"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35"/>
            <p:cNvSpPr/>
            <p:nvPr/>
          </p:nvSpPr>
          <p:spPr>
            <a:xfrm>
              <a:off x="2336010" y="2124704"/>
              <a:ext cx="204" cy="109"/>
            </a:xfrm>
            <a:custGeom>
              <a:rect b="b" l="l" r="r" t="t"/>
              <a:pathLst>
                <a:path extrusionOk="0" h="8" w="15">
                  <a:moveTo>
                    <a:pt x="1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35"/>
            <p:cNvSpPr/>
            <p:nvPr/>
          </p:nvSpPr>
          <p:spPr>
            <a:xfrm>
              <a:off x="2335725" y="2124895"/>
              <a:ext cx="204" cy="109"/>
            </a:xfrm>
            <a:custGeom>
              <a:rect b="b" l="l" r="r" t="t"/>
              <a:pathLst>
                <a:path extrusionOk="0" h="8" w="15">
                  <a:moveTo>
                    <a:pt x="1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35"/>
            <p:cNvSpPr/>
            <p:nvPr/>
          </p:nvSpPr>
          <p:spPr>
            <a:xfrm>
              <a:off x="2341237" y="2121989"/>
              <a:ext cx="530" cy="258"/>
            </a:xfrm>
            <a:custGeom>
              <a:rect b="b" l="l" r="r" t="t"/>
              <a:pathLst>
                <a:path extrusionOk="0" h="19" w="39">
                  <a:moveTo>
                    <a:pt x="39"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35"/>
            <p:cNvSpPr/>
            <p:nvPr/>
          </p:nvSpPr>
          <p:spPr>
            <a:xfrm>
              <a:off x="2336865" y="2124229"/>
              <a:ext cx="299" cy="109"/>
            </a:xfrm>
            <a:custGeom>
              <a:rect b="b" l="l" r="r" t="t"/>
              <a:pathLst>
                <a:path extrusionOk="0" h="8" w="22">
                  <a:moveTo>
                    <a:pt x="21"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35"/>
            <p:cNvSpPr/>
            <p:nvPr/>
          </p:nvSpPr>
          <p:spPr>
            <a:xfrm>
              <a:off x="2339472" y="2122844"/>
              <a:ext cx="448" cy="204"/>
            </a:xfrm>
            <a:custGeom>
              <a:rect b="b" l="l" r="r" t="t"/>
              <a:pathLst>
                <a:path extrusionOk="0" h="15" w="33">
                  <a:moveTo>
                    <a:pt x="32"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35"/>
            <p:cNvSpPr/>
            <p:nvPr/>
          </p:nvSpPr>
          <p:spPr>
            <a:xfrm>
              <a:off x="2301876" y="2129457"/>
              <a:ext cx="679" cy="109"/>
            </a:xfrm>
            <a:custGeom>
              <a:rect b="b" l="l" r="r" t="t"/>
              <a:pathLst>
                <a:path extrusionOk="0" h="8" w="50">
                  <a:moveTo>
                    <a:pt x="1" y="0"/>
                  </a:moveTo>
                  <a:lnTo>
                    <a:pt x="5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35"/>
            <p:cNvSpPr/>
            <p:nvPr/>
          </p:nvSpPr>
          <p:spPr>
            <a:xfrm>
              <a:off x="2340572" y="2122274"/>
              <a:ext cx="530" cy="258"/>
            </a:xfrm>
            <a:custGeom>
              <a:rect b="b" l="l" r="r" t="t"/>
              <a:pathLst>
                <a:path extrusionOk="0" h="19" w="39">
                  <a:moveTo>
                    <a:pt x="39"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35"/>
            <p:cNvSpPr/>
            <p:nvPr/>
          </p:nvSpPr>
          <p:spPr>
            <a:xfrm>
              <a:off x="2334340" y="2125886"/>
              <a:ext cx="68" cy="68"/>
            </a:xfrm>
            <a:custGeom>
              <a:rect b="b" l="l" r="r" t="t"/>
              <a:pathLst>
                <a:path extrusionOk="0" h="5" w="5">
                  <a:moveTo>
                    <a:pt x="1" y="4"/>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35"/>
            <p:cNvSpPr/>
            <p:nvPr/>
          </p:nvSpPr>
          <p:spPr>
            <a:xfrm>
              <a:off x="2338956" y="2123129"/>
              <a:ext cx="394" cy="163"/>
            </a:xfrm>
            <a:custGeom>
              <a:rect b="b" l="l" r="r" t="t"/>
              <a:pathLst>
                <a:path extrusionOk="0" h="12" w="29">
                  <a:moveTo>
                    <a:pt x="28"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3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35"/>
            <p:cNvSpPr/>
            <p:nvPr/>
          </p:nvSpPr>
          <p:spPr>
            <a:xfrm>
              <a:off x="2338481" y="2123374"/>
              <a:ext cx="339" cy="149"/>
            </a:xfrm>
            <a:custGeom>
              <a:rect b="b" l="l" r="r" t="t"/>
              <a:pathLst>
                <a:path extrusionOk="0" h="11" w="25">
                  <a:moveTo>
                    <a:pt x="25"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3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35"/>
            <p:cNvSpPr/>
            <p:nvPr/>
          </p:nvSpPr>
          <p:spPr>
            <a:xfrm>
              <a:off x="2302691" y="2129592"/>
              <a:ext cx="489" cy="68"/>
            </a:xfrm>
            <a:custGeom>
              <a:rect b="b" l="l" r="r" t="t"/>
              <a:pathLst>
                <a:path extrusionOk="0" h="5" w="36">
                  <a:moveTo>
                    <a:pt x="35"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35"/>
            <p:cNvSpPr/>
            <p:nvPr/>
          </p:nvSpPr>
          <p:spPr>
            <a:xfrm>
              <a:off x="2334245" y="2125981"/>
              <a:ext cx="68" cy="68"/>
            </a:xfrm>
            <a:custGeom>
              <a:rect b="b" l="l" r="r" t="t"/>
              <a:pathLst>
                <a:path extrusionOk="0" h="5" w="5">
                  <a:moveTo>
                    <a:pt x="4"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35"/>
            <p:cNvSpPr/>
            <p:nvPr/>
          </p:nvSpPr>
          <p:spPr>
            <a:xfrm>
              <a:off x="2334489" y="2125750"/>
              <a:ext cx="54" cy="54"/>
            </a:xfrm>
            <a:custGeom>
              <a:rect b="b" l="l" r="r" t="t"/>
              <a:pathLst>
                <a:path extrusionOk="0" h="4" w="4">
                  <a:moveTo>
                    <a:pt x="4"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35"/>
            <p:cNvSpPr/>
            <p:nvPr/>
          </p:nvSpPr>
          <p:spPr>
            <a:xfrm>
              <a:off x="2303302" y="2129647"/>
              <a:ext cx="394" cy="54"/>
            </a:xfrm>
            <a:custGeom>
              <a:rect b="b" l="l" r="r" t="t"/>
              <a:pathLst>
                <a:path extrusionOk="0" h="4" w="29">
                  <a:moveTo>
                    <a:pt x="29"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35"/>
            <p:cNvSpPr/>
            <p:nvPr/>
          </p:nvSpPr>
          <p:spPr>
            <a:xfrm>
              <a:off x="2333294" y="2126456"/>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35"/>
            <p:cNvSpPr/>
            <p:nvPr/>
          </p:nvSpPr>
          <p:spPr>
            <a:xfrm>
              <a:off x="2334394" y="2125845"/>
              <a:ext cx="54" cy="54"/>
            </a:xfrm>
            <a:custGeom>
              <a:rect b="b" l="l" r="r" t="t"/>
              <a:pathLst>
                <a:path extrusionOk="0" h="4" w="4">
                  <a:moveTo>
                    <a:pt x="4"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35"/>
            <p:cNvSpPr/>
            <p:nvPr/>
          </p:nvSpPr>
          <p:spPr>
            <a:xfrm>
              <a:off x="2340002" y="2122559"/>
              <a:ext cx="489" cy="258"/>
            </a:xfrm>
            <a:custGeom>
              <a:rect b="b" l="l" r="r" t="t"/>
              <a:pathLst>
                <a:path extrusionOk="0" h="19" w="36">
                  <a:moveTo>
                    <a:pt x="35" y="1"/>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35"/>
            <p:cNvSpPr/>
            <p:nvPr/>
          </p:nvSpPr>
          <p:spPr>
            <a:xfrm>
              <a:off x="2334530" y="2125655"/>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35"/>
            <p:cNvSpPr/>
            <p:nvPr/>
          </p:nvSpPr>
          <p:spPr>
            <a:xfrm>
              <a:off x="2305202" y="2129837"/>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35"/>
            <p:cNvSpPr/>
            <p:nvPr/>
          </p:nvSpPr>
          <p:spPr>
            <a:xfrm>
              <a:off x="2335100" y="2125275"/>
              <a:ext cx="163" cy="109"/>
            </a:xfrm>
            <a:custGeom>
              <a:rect b="b" l="l" r="r" t="t"/>
              <a:pathLst>
                <a:path extrusionOk="0" h="8" w="12">
                  <a:moveTo>
                    <a:pt x="11"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35"/>
            <p:cNvSpPr/>
            <p:nvPr/>
          </p:nvSpPr>
          <p:spPr>
            <a:xfrm>
              <a:off x="2334964" y="2125370"/>
              <a:ext cx="109" cy="109"/>
            </a:xfrm>
            <a:custGeom>
              <a:rect b="b" l="l" r="r" t="t"/>
              <a:pathLst>
                <a:path extrusionOk="0" h="8" w="8">
                  <a:moveTo>
                    <a:pt x="7"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35"/>
            <p:cNvSpPr/>
            <p:nvPr/>
          </p:nvSpPr>
          <p:spPr>
            <a:xfrm>
              <a:off x="2335535" y="2124990"/>
              <a:ext cx="149" cy="109"/>
            </a:xfrm>
            <a:custGeom>
              <a:rect b="b" l="l" r="r" t="t"/>
              <a:pathLst>
                <a:path extrusionOk="0" h="8" w="11">
                  <a:moveTo>
                    <a:pt x="11"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35"/>
            <p:cNvSpPr/>
            <p:nvPr/>
          </p:nvSpPr>
          <p:spPr>
            <a:xfrm>
              <a:off x="2338046" y="2123605"/>
              <a:ext cx="299" cy="163"/>
            </a:xfrm>
            <a:custGeom>
              <a:rect b="b" l="l" r="r" t="t"/>
              <a:pathLst>
                <a:path extrusionOk="0" h="12" w="22">
                  <a:moveTo>
                    <a:pt x="22"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35"/>
            <p:cNvSpPr/>
            <p:nvPr/>
          </p:nvSpPr>
          <p:spPr>
            <a:xfrm>
              <a:off x="2303831" y="2129742"/>
              <a:ext cx="299" cy="14"/>
            </a:xfrm>
            <a:custGeom>
              <a:rect b="b" l="l" r="r" t="t"/>
              <a:pathLst>
                <a:path extrusionOk="0" h="1" w="22">
                  <a:moveTo>
                    <a:pt x="21"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35"/>
            <p:cNvSpPr/>
            <p:nvPr/>
          </p:nvSpPr>
          <p:spPr>
            <a:xfrm>
              <a:off x="2335290" y="2125125"/>
              <a:ext cx="163" cy="109"/>
            </a:xfrm>
            <a:custGeom>
              <a:rect b="b" l="l" r="r" t="t"/>
              <a:pathLst>
                <a:path extrusionOk="0" h="8" w="12">
                  <a:moveTo>
                    <a:pt x="11"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35"/>
            <p:cNvSpPr/>
            <p:nvPr/>
          </p:nvSpPr>
          <p:spPr>
            <a:xfrm>
              <a:off x="2334679" y="2125560"/>
              <a:ext cx="109" cy="109"/>
            </a:xfrm>
            <a:custGeom>
              <a:rect b="b" l="l" r="r" t="t"/>
              <a:pathLst>
                <a:path extrusionOk="0" h="8" w="8">
                  <a:moveTo>
                    <a:pt x="7"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35"/>
            <p:cNvSpPr/>
            <p:nvPr/>
          </p:nvSpPr>
          <p:spPr>
            <a:xfrm>
              <a:off x="2337626" y="2123795"/>
              <a:ext cx="299" cy="163"/>
            </a:xfrm>
            <a:custGeom>
              <a:rect b="b" l="l" r="r" t="t"/>
              <a:pathLst>
                <a:path extrusionOk="0" h="12" w="22">
                  <a:moveTo>
                    <a:pt x="21" y="1"/>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35"/>
            <p:cNvSpPr/>
            <p:nvPr/>
          </p:nvSpPr>
          <p:spPr>
            <a:xfrm>
              <a:off x="2334815" y="2125465"/>
              <a:ext cx="109" cy="109"/>
            </a:xfrm>
            <a:custGeom>
              <a:rect b="b" l="l" r="r" t="t"/>
              <a:pathLst>
                <a:path extrusionOk="0" h="8" w="8">
                  <a:moveTo>
                    <a:pt x="8"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3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3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3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35"/>
            <p:cNvSpPr/>
            <p:nvPr/>
          </p:nvSpPr>
          <p:spPr>
            <a:xfrm>
              <a:off x="2292942" y="2120903"/>
              <a:ext cx="68" cy="149"/>
            </a:xfrm>
            <a:custGeom>
              <a:rect b="b" l="l" r="r" t="t"/>
              <a:pathLst>
                <a:path extrusionOk="0" h="11" w="5">
                  <a:moveTo>
                    <a:pt x="4"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35"/>
            <p:cNvSpPr/>
            <p:nvPr/>
          </p:nvSpPr>
          <p:spPr>
            <a:xfrm>
              <a:off x="2292711" y="2120183"/>
              <a:ext cx="109" cy="353"/>
            </a:xfrm>
            <a:custGeom>
              <a:rect b="b" l="l" r="r" t="t"/>
              <a:pathLst>
                <a:path extrusionOk="0" h="26" w="8">
                  <a:moveTo>
                    <a:pt x="7" y="2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35"/>
            <p:cNvSpPr/>
            <p:nvPr/>
          </p:nvSpPr>
          <p:spPr>
            <a:xfrm>
              <a:off x="2293376" y="2122464"/>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3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35"/>
            <p:cNvSpPr/>
            <p:nvPr/>
          </p:nvSpPr>
          <p:spPr>
            <a:xfrm>
              <a:off x="2293281" y="2122043"/>
              <a:ext cx="14" cy="54"/>
            </a:xfrm>
            <a:custGeom>
              <a:rect b="b" l="l" r="r" t="t"/>
              <a:pathLst>
                <a:path extrusionOk="0" h="4" w="1">
                  <a:moveTo>
                    <a:pt x="0"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35"/>
            <p:cNvSpPr/>
            <p:nvPr/>
          </p:nvSpPr>
          <p:spPr>
            <a:xfrm>
              <a:off x="2287769" y="2147800"/>
              <a:ext cx="54" cy="163"/>
            </a:xfrm>
            <a:custGeom>
              <a:rect b="b" l="l" r="r" t="t"/>
              <a:pathLst>
                <a:path extrusionOk="0" h="12" w="4">
                  <a:moveTo>
                    <a:pt x="4"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3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3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35"/>
            <p:cNvSpPr/>
            <p:nvPr/>
          </p:nvSpPr>
          <p:spPr>
            <a:xfrm>
              <a:off x="2288760" y="2148709"/>
              <a:ext cx="299" cy="299"/>
            </a:xfrm>
            <a:custGeom>
              <a:rect b="b" l="l" r="r" t="t"/>
              <a:pathLst>
                <a:path extrusionOk="0" h="22" w="22">
                  <a:moveTo>
                    <a:pt x="22" y="2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3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3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35"/>
            <p:cNvSpPr/>
            <p:nvPr/>
          </p:nvSpPr>
          <p:spPr>
            <a:xfrm>
              <a:off x="2293227" y="2151126"/>
              <a:ext cx="638" cy="204"/>
            </a:xfrm>
            <a:custGeom>
              <a:rect b="b" l="l" r="r" t="t"/>
              <a:pathLst>
                <a:path extrusionOk="0" h="15" w="47">
                  <a:moveTo>
                    <a:pt x="46"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35"/>
            <p:cNvSpPr/>
            <p:nvPr/>
          </p:nvSpPr>
          <p:spPr>
            <a:xfrm>
              <a:off x="2296703" y="2150800"/>
              <a:ext cx="204" cy="14"/>
            </a:xfrm>
            <a:custGeom>
              <a:rect b="b" l="l" r="r" t="t"/>
              <a:pathLst>
                <a:path extrusionOk="0" h="1" w="15">
                  <a:moveTo>
                    <a:pt x="14"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35"/>
            <p:cNvSpPr/>
            <p:nvPr/>
          </p:nvSpPr>
          <p:spPr>
            <a:xfrm>
              <a:off x="2289195" y="2149130"/>
              <a:ext cx="489" cy="394"/>
            </a:xfrm>
            <a:custGeom>
              <a:rect b="b" l="l" r="r" t="t"/>
              <a:pathLst>
                <a:path extrusionOk="0" h="29" w="36">
                  <a:moveTo>
                    <a:pt x="35" y="29"/>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35"/>
            <p:cNvSpPr/>
            <p:nvPr/>
          </p:nvSpPr>
          <p:spPr>
            <a:xfrm>
              <a:off x="2297273" y="2150895"/>
              <a:ext cx="149" cy="54"/>
            </a:xfrm>
            <a:custGeom>
              <a:rect b="b" l="l" r="r" t="t"/>
              <a:pathLst>
                <a:path extrusionOk="0" h="4" w="11">
                  <a:moveTo>
                    <a:pt x="11"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35"/>
            <p:cNvSpPr/>
            <p:nvPr/>
          </p:nvSpPr>
          <p:spPr>
            <a:xfrm>
              <a:off x="2293987" y="2150936"/>
              <a:ext cx="543" cy="163"/>
            </a:xfrm>
            <a:custGeom>
              <a:rect b="b" l="l" r="r" t="t"/>
              <a:pathLst>
                <a:path extrusionOk="0" h="12" w="40">
                  <a:moveTo>
                    <a:pt x="39"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35"/>
            <p:cNvSpPr/>
            <p:nvPr/>
          </p:nvSpPr>
          <p:spPr>
            <a:xfrm>
              <a:off x="2306913" y="2152701"/>
              <a:ext cx="258" cy="299"/>
            </a:xfrm>
            <a:custGeom>
              <a:rect b="b" l="l" r="r" t="t"/>
              <a:pathLst>
                <a:path extrusionOk="0" h="22" w="19">
                  <a:moveTo>
                    <a:pt x="1" y="0"/>
                  </a:moveTo>
                  <a:lnTo>
                    <a:pt x="18" y="2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35"/>
            <p:cNvSpPr/>
            <p:nvPr/>
          </p:nvSpPr>
          <p:spPr>
            <a:xfrm>
              <a:off x="2307293" y="2153081"/>
              <a:ext cx="299" cy="339"/>
            </a:xfrm>
            <a:custGeom>
              <a:rect b="b" l="l" r="r" t="t"/>
              <a:pathLst>
                <a:path extrusionOk="0" h="25" w="22">
                  <a:moveTo>
                    <a:pt x="1" y="0"/>
                  </a:moveTo>
                  <a:lnTo>
                    <a:pt x="22"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35"/>
            <p:cNvSpPr/>
            <p:nvPr/>
          </p:nvSpPr>
          <p:spPr>
            <a:xfrm>
              <a:off x="2305352" y="2151126"/>
              <a:ext cx="530" cy="543"/>
            </a:xfrm>
            <a:custGeom>
              <a:rect b="b" l="l" r="r" t="t"/>
              <a:pathLst>
                <a:path extrusionOk="0" h="40" w="39">
                  <a:moveTo>
                    <a:pt x="0" y="1"/>
                  </a:moveTo>
                  <a:lnTo>
                    <a:pt x="39" y="39"/>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35"/>
            <p:cNvSpPr/>
            <p:nvPr/>
          </p:nvSpPr>
          <p:spPr>
            <a:xfrm>
              <a:off x="2305922" y="2151697"/>
              <a:ext cx="434" cy="448"/>
            </a:xfrm>
            <a:custGeom>
              <a:rect b="b" l="l" r="r" t="t"/>
              <a:pathLst>
                <a:path extrusionOk="0" h="33" w="32">
                  <a:moveTo>
                    <a:pt x="0" y="1"/>
                  </a:moveTo>
                  <a:lnTo>
                    <a:pt x="32"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3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35"/>
            <p:cNvSpPr/>
            <p:nvPr/>
          </p:nvSpPr>
          <p:spPr>
            <a:xfrm>
              <a:off x="2306492" y="2152267"/>
              <a:ext cx="299" cy="299"/>
            </a:xfrm>
            <a:custGeom>
              <a:rect b="b" l="l" r="r" t="t"/>
              <a:pathLst>
                <a:path extrusionOk="0" h="22" w="22">
                  <a:moveTo>
                    <a:pt x="0" y="1"/>
                  </a:moveTo>
                  <a:lnTo>
                    <a:pt x="21"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3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35"/>
            <p:cNvSpPr/>
            <p:nvPr/>
          </p:nvSpPr>
          <p:spPr>
            <a:xfrm>
              <a:off x="2304727" y="2150610"/>
              <a:ext cx="489" cy="434"/>
            </a:xfrm>
            <a:custGeom>
              <a:rect b="b" l="l" r="r" t="t"/>
              <a:pathLst>
                <a:path extrusionOk="0" h="32" w="36">
                  <a:moveTo>
                    <a:pt x="1" y="0"/>
                  </a:moveTo>
                  <a:lnTo>
                    <a:pt x="36" y="3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35"/>
            <p:cNvSpPr/>
            <p:nvPr/>
          </p:nvSpPr>
          <p:spPr>
            <a:xfrm>
              <a:off x="2304347" y="2150271"/>
              <a:ext cx="204" cy="163"/>
            </a:xfrm>
            <a:custGeom>
              <a:rect b="b" l="l" r="r" t="t"/>
              <a:pathLst>
                <a:path extrusionOk="0" h="12" w="15">
                  <a:moveTo>
                    <a:pt x="1" y="1"/>
                  </a:moveTo>
                  <a:lnTo>
                    <a:pt x="1" y="1"/>
                  </a:lnTo>
                  <a:lnTo>
                    <a:pt x="15"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35"/>
            <p:cNvSpPr/>
            <p:nvPr/>
          </p:nvSpPr>
          <p:spPr>
            <a:xfrm>
              <a:off x="2291951" y="2116436"/>
              <a:ext cx="14" cy="0"/>
            </a:xfrm>
            <a:custGeom>
              <a:rect b="b" l="l" r="r" t="t"/>
              <a:pathLst>
                <a:path extrusionOk="0" h="120000"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35"/>
            <p:cNvSpPr/>
            <p:nvPr/>
          </p:nvSpPr>
          <p:spPr>
            <a:xfrm>
              <a:off x="2292562" y="2116436"/>
              <a:ext cx="14" cy="0"/>
            </a:xfrm>
            <a:custGeom>
              <a:rect b="b" l="l" r="r" t="t"/>
              <a:pathLst>
                <a:path extrusionOk="0" h="120000"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35"/>
            <p:cNvSpPr/>
            <p:nvPr/>
          </p:nvSpPr>
          <p:spPr>
            <a:xfrm>
              <a:off x="2291095" y="2116476"/>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35"/>
            <p:cNvSpPr/>
            <p:nvPr/>
          </p:nvSpPr>
          <p:spPr>
            <a:xfrm>
              <a:off x="2293132" y="2116436"/>
              <a:ext cx="14" cy="0"/>
            </a:xfrm>
            <a:custGeom>
              <a:rect b="b" l="l" r="r" t="t"/>
              <a:pathLst>
                <a:path extrusionOk="0" h="120000"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35"/>
            <p:cNvSpPr/>
            <p:nvPr/>
          </p:nvSpPr>
          <p:spPr>
            <a:xfrm>
              <a:off x="2291326" y="2116476"/>
              <a:ext cx="448" cy="14"/>
            </a:xfrm>
            <a:custGeom>
              <a:rect b="b" l="l" r="r" t="t"/>
              <a:pathLst>
                <a:path extrusionOk="0" h="1" w="33">
                  <a:moveTo>
                    <a:pt x="1" y="1"/>
                  </a:moveTo>
                  <a:lnTo>
                    <a:pt x="3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3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35"/>
            <p:cNvSpPr/>
            <p:nvPr/>
          </p:nvSpPr>
          <p:spPr>
            <a:xfrm>
              <a:off x="2585741" y="173408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35"/>
            <p:cNvSpPr/>
            <p:nvPr/>
          </p:nvSpPr>
          <p:spPr>
            <a:xfrm>
              <a:off x="2587696" y="1734365"/>
              <a:ext cx="299" cy="14"/>
            </a:xfrm>
            <a:custGeom>
              <a:rect b="b" l="l" r="r" t="t"/>
              <a:pathLst>
                <a:path extrusionOk="0" h="1" w="22">
                  <a:moveTo>
                    <a:pt x="0" y="0"/>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35"/>
            <p:cNvSpPr/>
            <p:nvPr/>
          </p:nvSpPr>
          <p:spPr>
            <a:xfrm>
              <a:off x="2588782" y="1734365"/>
              <a:ext cx="489" cy="14"/>
            </a:xfrm>
            <a:custGeom>
              <a:rect b="b" l="l" r="r" t="t"/>
              <a:pathLst>
                <a:path extrusionOk="0" h="1" w="36">
                  <a:moveTo>
                    <a:pt x="1" y="0"/>
                  </a:moveTo>
                  <a:lnTo>
                    <a:pt x="36"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35"/>
            <p:cNvSpPr/>
            <p:nvPr/>
          </p:nvSpPr>
          <p:spPr>
            <a:xfrm>
              <a:off x="2587221" y="1734365"/>
              <a:ext cx="204" cy="14"/>
            </a:xfrm>
            <a:custGeom>
              <a:rect b="b" l="l" r="r" t="t"/>
              <a:pathLst>
                <a:path extrusionOk="0" h="1" w="15">
                  <a:moveTo>
                    <a:pt x="0" y="0"/>
                  </a:moveTo>
                  <a:lnTo>
                    <a:pt x="1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35"/>
            <p:cNvSpPr/>
            <p:nvPr/>
          </p:nvSpPr>
          <p:spPr>
            <a:xfrm>
              <a:off x="2586786" y="1734270"/>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35"/>
            <p:cNvSpPr/>
            <p:nvPr/>
          </p:nvSpPr>
          <p:spPr>
            <a:xfrm>
              <a:off x="2588646" y="173436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3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35"/>
            <p:cNvSpPr/>
            <p:nvPr/>
          </p:nvSpPr>
          <p:spPr>
            <a:xfrm>
              <a:off x="2586121" y="1734080"/>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35"/>
            <p:cNvSpPr/>
            <p:nvPr/>
          </p:nvSpPr>
          <p:spPr>
            <a:xfrm>
              <a:off x="2585075" y="1734080"/>
              <a:ext cx="258" cy="14"/>
            </a:xfrm>
            <a:custGeom>
              <a:rect b="b" l="l" r="r" t="t"/>
              <a:pathLst>
                <a:path extrusionOk="0" h="1" w="19">
                  <a:moveTo>
                    <a:pt x="1" y="0"/>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35"/>
            <p:cNvSpPr/>
            <p:nvPr/>
          </p:nvSpPr>
          <p:spPr>
            <a:xfrm>
              <a:off x="2553752" y="1749137"/>
              <a:ext cx="163" cy="204"/>
            </a:xfrm>
            <a:custGeom>
              <a:rect b="b" l="l" r="r" t="t"/>
              <a:pathLst>
                <a:path extrusionOk="0" h="15" w="12">
                  <a:moveTo>
                    <a:pt x="11"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35"/>
            <p:cNvSpPr/>
            <p:nvPr/>
          </p:nvSpPr>
          <p:spPr>
            <a:xfrm>
              <a:off x="2553997" y="1748716"/>
              <a:ext cx="109" cy="244"/>
            </a:xfrm>
            <a:custGeom>
              <a:rect b="b" l="l" r="r" t="t"/>
              <a:pathLst>
                <a:path extrusionOk="0" h="18" w="8">
                  <a:moveTo>
                    <a:pt x="7" y="0"/>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35"/>
            <p:cNvSpPr/>
            <p:nvPr/>
          </p:nvSpPr>
          <p:spPr>
            <a:xfrm>
              <a:off x="2555612" y="1746720"/>
              <a:ext cx="244" cy="204"/>
            </a:xfrm>
            <a:custGeom>
              <a:rect b="b" l="l" r="r" t="t"/>
              <a:pathLst>
                <a:path extrusionOk="0" h="15" w="18">
                  <a:moveTo>
                    <a:pt x="18" y="0"/>
                  </a:moveTo>
                  <a:lnTo>
                    <a:pt x="0"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35"/>
            <p:cNvSpPr/>
            <p:nvPr/>
          </p:nvSpPr>
          <p:spPr>
            <a:xfrm>
              <a:off x="2554893" y="1747426"/>
              <a:ext cx="163" cy="204"/>
            </a:xfrm>
            <a:custGeom>
              <a:rect b="b" l="l" r="r" t="t"/>
              <a:pathLst>
                <a:path extrusionOk="0" h="15" w="12">
                  <a:moveTo>
                    <a:pt x="11"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35"/>
            <p:cNvSpPr/>
            <p:nvPr/>
          </p:nvSpPr>
          <p:spPr>
            <a:xfrm>
              <a:off x="2554187" y="1748377"/>
              <a:ext cx="149" cy="204"/>
            </a:xfrm>
            <a:custGeom>
              <a:rect b="b" l="l" r="r" t="t"/>
              <a:pathLst>
                <a:path extrusionOk="0" h="15" w="11">
                  <a:moveTo>
                    <a:pt x="11" y="1"/>
                  </a:move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35"/>
            <p:cNvSpPr/>
            <p:nvPr/>
          </p:nvSpPr>
          <p:spPr>
            <a:xfrm>
              <a:off x="2555368" y="1746951"/>
              <a:ext cx="163" cy="204"/>
            </a:xfrm>
            <a:custGeom>
              <a:rect b="b" l="l" r="r" t="t"/>
              <a:pathLst>
                <a:path extrusionOk="0" h="15" w="12">
                  <a:moveTo>
                    <a:pt x="11"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35"/>
            <p:cNvSpPr/>
            <p:nvPr/>
          </p:nvSpPr>
          <p:spPr>
            <a:xfrm>
              <a:off x="2554417" y="1747997"/>
              <a:ext cx="163" cy="204"/>
            </a:xfrm>
            <a:custGeom>
              <a:rect b="b" l="l" r="r" t="t"/>
              <a:pathLst>
                <a:path extrusionOk="0" h="15" w="12">
                  <a:moveTo>
                    <a:pt x="11" y="1"/>
                  </a:moveTo>
                  <a:lnTo>
                    <a:pt x="1"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35"/>
            <p:cNvSpPr/>
            <p:nvPr/>
          </p:nvSpPr>
          <p:spPr>
            <a:xfrm>
              <a:off x="2553616" y="1749572"/>
              <a:ext cx="109" cy="244"/>
            </a:xfrm>
            <a:custGeom>
              <a:rect b="b" l="l" r="r" t="t"/>
              <a:pathLst>
                <a:path extrusionOk="0" h="18" w="8">
                  <a:moveTo>
                    <a:pt x="7" y="0"/>
                  </a:moveTo>
                  <a:lnTo>
                    <a:pt x="0"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3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3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35"/>
            <p:cNvSpPr/>
            <p:nvPr/>
          </p:nvSpPr>
          <p:spPr>
            <a:xfrm>
              <a:off x="2553087" y="1753143"/>
              <a:ext cx="14" cy="149"/>
            </a:xfrm>
            <a:custGeom>
              <a:rect b="b" l="l" r="r" t="t"/>
              <a:pathLst>
                <a:path extrusionOk="0" h="11" w="1">
                  <a:moveTo>
                    <a:pt x="1"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3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35"/>
            <p:cNvSpPr/>
            <p:nvPr/>
          </p:nvSpPr>
          <p:spPr>
            <a:xfrm>
              <a:off x="2555137" y="1747196"/>
              <a:ext cx="149" cy="149"/>
            </a:xfrm>
            <a:custGeom>
              <a:rect b="b" l="l" r="r" t="t"/>
              <a:pathLst>
                <a:path extrusionOk="0" h="11" w="11">
                  <a:moveTo>
                    <a:pt x="0" y="11"/>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3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3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3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35"/>
            <p:cNvSpPr/>
            <p:nvPr/>
          </p:nvSpPr>
          <p:spPr>
            <a:xfrm>
              <a:off x="2570398" y="1725716"/>
              <a:ext cx="54" cy="54"/>
            </a:xfrm>
            <a:custGeom>
              <a:rect b="b" l="l" r="r" t="t"/>
              <a:pathLst>
                <a:path extrusionOk="0" h="4" w="4">
                  <a:moveTo>
                    <a:pt x="4" y="0"/>
                  </a:moveTo>
                  <a:lnTo>
                    <a:pt x="0" y="4"/>
                  </a:ln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35"/>
            <p:cNvSpPr/>
            <p:nvPr/>
          </p:nvSpPr>
          <p:spPr>
            <a:xfrm>
              <a:off x="2554662" y="1747712"/>
              <a:ext cx="149" cy="204"/>
            </a:xfrm>
            <a:custGeom>
              <a:rect b="b" l="l" r="r" t="t"/>
              <a:pathLst>
                <a:path extrusionOk="0" h="15" w="11">
                  <a:moveTo>
                    <a:pt x="11" y="1"/>
                  </a:move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35"/>
            <p:cNvSpPr/>
            <p:nvPr/>
          </p:nvSpPr>
          <p:spPr>
            <a:xfrm>
              <a:off x="2572014" y="1722675"/>
              <a:ext cx="109" cy="190"/>
            </a:xfrm>
            <a:custGeom>
              <a:rect b="b" l="l" r="r" t="t"/>
              <a:pathLst>
                <a:path extrusionOk="0" h="14" w="8">
                  <a:moveTo>
                    <a:pt x="0" y="14"/>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35"/>
            <p:cNvSpPr/>
            <p:nvPr/>
          </p:nvSpPr>
          <p:spPr>
            <a:xfrm>
              <a:off x="2572489" y="1721616"/>
              <a:ext cx="54" cy="163"/>
            </a:xfrm>
            <a:custGeom>
              <a:rect b="b" l="l" r="r" t="t"/>
              <a:pathLst>
                <a:path extrusionOk="0" h="12" w="4">
                  <a:moveTo>
                    <a:pt x="0" y="1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35"/>
            <p:cNvSpPr/>
            <p:nvPr/>
          </p:nvSpPr>
          <p:spPr>
            <a:xfrm>
              <a:off x="2572299" y="1722050"/>
              <a:ext cx="54" cy="204"/>
            </a:xfrm>
            <a:custGeom>
              <a:rect b="b" l="l" r="r" t="t"/>
              <a:pathLst>
                <a:path extrusionOk="0" h="15" w="4">
                  <a:moveTo>
                    <a:pt x="0" y="15"/>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35"/>
            <p:cNvSpPr/>
            <p:nvPr/>
          </p:nvSpPr>
          <p:spPr>
            <a:xfrm>
              <a:off x="2571824" y="1723001"/>
              <a:ext cx="109" cy="204"/>
            </a:xfrm>
            <a:custGeom>
              <a:rect b="b" l="l" r="r" t="t"/>
              <a:pathLst>
                <a:path extrusionOk="0" h="15" w="8">
                  <a:moveTo>
                    <a:pt x="0" y="15"/>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35"/>
            <p:cNvSpPr/>
            <p:nvPr/>
          </p:nvSpPr>
          <p:spPr>
            <a:xfrm>
              <a:off x="2572394" y="1721860"/>
              <a:ext cx="54" cy="109"/>
            </a:xfrm>
            <a:custGeom>
              <a:rect b="b" l="l" r="r" t="t"/>
              <a:pathLst>
                <a:path extrusionOk="0" h="8" w="4">
                  <a:moveTo>
                    <a:pt x="0" y="7"/>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35"/>
            <p:cNvSpPr/>
            <p:nvPr/>
          </p:nvSpPr>
          <p:spPr>
            <a:xfrm>
              <a:off x="2572150" y="1722335"/>
              <a:ext cx="109" cy="204"/>
            </a:xfrm>
            <a:custGeom>
              <a:rect b="b" l="l" r="r" t="t"/>
              <a:pathLst>
                <a:path extrusionOk="0" h="15" w="8">
                  <a:moveTo>
                    <a:pt x="1" y="15"/>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35"/>
            <p:cNvSpPr/>
            <p:nvPr/>
          </p:nvSpPr>
          <p:spPr>
            <a:xfrm>
              <a:off x="2570914" y="1724671"/>
              <a:ext cx="109" cy="244"/>
            </a:xfrm>
            <a:custGeom>
              <a:rect b="b" l="l" r="r" t="t"/>
              <a:pathLst>
                <a:path extrusionOk="0" h="18" w="8">
                  <a:moveTo>
                    <a:pt x="1" y="18"/>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35"/>
            <p:cNvSpPr/>
            <p:nvPr/>
          </p:nvSpPr>
          <p:spPr>
            <a:xfrm>
              <a:off x="2570588" y="1725187"/>
              <a:ext cx="149" cy="258"/>
            </a:xfrm>
            <a:custGeom>
              <a:rect b="b" l="l" r="r" t="t"/>
              <a:pathLst>
                <a:path extrusionOk="0" h="19" w="11">
                  <a:moveTo>
                    <a:pt x="0" y="1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35"/>
            <p:cNvSpPr/>
            <p:nvPr/>
          </p:nvSpPr>
          <p:spPr>
            <a:xfrm>
              <a:off x="2571634" y="1723381"/>
              <a:ext cx="149" cy="204"/>
            </a:xfrm>
            <a:custGeom>
              <a:rect b="b" l="l" r="r" t="t"/>
              <a:pathLst>
                <a:path extrusionOk="0" h="15" w="11">
                  <a:moveTo>
                    <a:pt x="0" y="15"/>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35"/>
            <p:cNvSpPr/>
            <p:nvPr/>
          </p:nvSpPr>
          <p:spPr>
            <a:xfrm>
              <a:off x="2571159" y="1724195"/>
              <a:ext cx="149" cy="244"/>
            </a:xfrm>
            <a:custGeom>
              <a:rect b="b" l="l" r="r" t="t"/>
              <a:pathLst>
                <a:path extrusionOk="0" h="18" w="11">
                  <a:moveTo>
                    <a:pt x="0" y="18"/>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35"/>
            <p:cNvSpPr/>
            <p:nvPr/>
          </p:nvSpPr>
          <p:spPr>
            <a:xfrm>
              <a:off x="2571389" y="1723761"/>
              <a:ext cx="163" cy="258"/>
            </a:xfrm>
            <a:custGeom>
              <a:rect b="b" l="l" r="r" t="t"/>
              <a:pathLst>
                <a:path extrusionOk="0" h="19" w="12">
                  <a:moveTo>
                    <a:pt x="1" y="18"/>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35"/>
            <p:cNvSpPr/>
            <p:nvPr/>
          </p:nvSpPr>
          <p:spPr>
            <a:xfrm>
              <a:off x="2572679" y="1721140"/>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35"/>
            <p:cNvSpPr/>
            <p:nvPr/>
          </p:nvSpPr>
          <p:spPr>
            <a:xfrm>
              <a:off x="2572584" y="1721426"/>
              <a:ext cx="14" cy="109"/>
            </a:xfrm>
            <a:custGeom>
              <a:rect b="b" l="l" r="r" t="t"/>
              <a:pathLst>
                <a:path extrusionOk="0" h="8" w="1">
                  <a:moveTo>
                    <a:pt x="0"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35"/>
            <p:cNvSpPr/>
            <p:nvPr/>
          </p:nvSpPr>
          <p:spPr>
            <a:xfrm>
              <a:off x="2572625" y="1721235"/>
              <a:ext cx="14" cy="163"/>
            </a:xfrm>
            <a:custGeom>
              <a:rect b="b" l="l" r="r" t="t"/>
              <a:pathLst>
                <a:path extrusionOk="0" h="12" w="1">
                  <a:moveTo>
                    <a:pt x="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35"/>
            <p:cNvSpPr/>
            <p:nvPr/>
          </p:nvSpPr>
          <p:spPr>
            <a:xfrm>
              <a:off x="2604994" y="1750237"/>
              <a:ext cx="14" cy="149"/>
            </a:xfrm>
            <a:custGeom>
              <a:rect b="b" l="l" r="r" t="t"/>
              <a:pathLst>
                <a:path extrusionOk="0" h="11" w="1">
                  <a:moveTo>
                    <a:pt x="1"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3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35"/>
            <p:cNvSpPr/>
            <p:nvPr/>
          </p:nvSpPr>
          <p:spPr>
            <a:xfrm>
              <a:off x="2605048" y="1750807"/>
              <a:ext cx="54" cy="244"/>
            </a:xfrm>
            <a:custGeom>
              <a:rect b="b" l="l" r="r" t="t"/>
              <a:pathLst>
                <a:path extrusionOk="0" h="18" w="4">
                  <a:moveTo>
                    <a:pt x="0" y="1"/>
                  </a:moveTo>
                  <a:lnTo>
                    <a:pt x="4"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3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3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3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3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3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3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35"/>
            <p:cNvSpPr/>
            <p:nvPr/>
          </p:nvSpPr>
          <p:spPr>
            <a:xfrm>
              <a:off x="2376321" y="1716673"/>
              <a:ext cx="584" cy="68"/>
            </a:xfrm>
            <a:custGeom>
              <a:rect b="b" l="l" r="r" t="t"/>
              <a:pathLst>
                <a:path extrusionOk="0" h="5" w="43">
                  <a:moveTo>
                    <a:pt x="0" y="1"/>
                  </a:moveTo>
                  <a:lnTo>
                    <a:pt x="42"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35"/>
            <p:cNvSpPr/>
            <p:nvPr/>
          </p:nvSpPr>
          <p:spPr>
            <a:xfrm>
              <a:off x="2377122" y="1716728"/>
              <a:ext cx="543" cy="109"/>
            </a:xfrm>
            <a:custGeom>
              <a:rect b="b" l="l" r="r" t="t"/>
              <a:pathLst>
                <a:path extrusionOk="0" h="8" w="40">
                  <a:moveTo>
                    <a:pt x="1" y="0"/>
                  </a:moveTo>
                  <a:lnTo>
                    <a:pt x="39"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35"/>
            <p:cNvSpPr/>
            <p:nvPr/>
          </p:nvSpPr>
          <p:spPr>
            <a:xfrm>
              <a:off x="2378833" y="1717013"/>
              <a:ext cx="543" cy="109"/>
            </a:xfrm>
            <a:custGeom>
              <a:rect b="b" l="l" r="r" t="t"/>
              <a:pathLst>
                <a:path extrusionOk="0" h="8" w="40">
                  <a:moveTo>
                    <a:pt x="1" y="0"/>
                  </a:moveTo>
                  <a:lnTo>
                    <a:pt x="39"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35"/>
            <p:cNvSpPr/>
            <p:nvPr/>
          </p:nvSpPr>
          <p:spPr>
            <a:xfrm>
              <a:off x="2377937" y="1716864"/>
              <a:ext cx="584" cy="68"/>
            </a:xfrm>
            <a:custGeom>
              <a:rect b="b" l="l" r="r" t="t"/>
              <a:pathLst>
                <a:path extrusionOk="0" h="5" w="43">
                  <a:moveTo>
                    <a:pt x="0" y="1"/>
                  </a:moveTo>
                  <a:lnTo>
                    <a:pt x="42"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35"/>
            <p:cNvSpPr/>
            <p:nvPr/>
          </p:nvSpPr>
          <p:spPr>
            <a:xfrm>
              <a:off x="2375561" y="1716633"/>
              <a:ext cx="584" cy="14"/>
            </a:xfrm>
            <a:custGeom>
              <a:rect b="b" l="l" r="r" t="t"/>
              <a:pathLst>
                <a:path extrusionOk="0" h="1" w="43">
                  <a:moveTo>
                    <a:pt x="0" y="0"/>
                  </a:moveTo>
                  <a:lnTo>
                    <a:pt x="4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35"/>
            <p:cNvSpPr/>
            <p:nvPr/>
          </p:nvSpPr>
          <p:spPr>
            <a:xfrm>
              <a:off x="2379784" y="1717203"/>
              <a:ext cx="299" cy="54"/>
            </a:xfrm>
            <a:custGeom>
              <a:rect b="b" l="l" r="r" t="t"/>
              <a:pathLst>
                <a:path extrusionOk="0" h="4" w="22">
                  <a:moveTo>
                    <a:pt x="22"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35"/>
            <p:cNvSpPr/>
            <p:nvPr/>
          </p:nvSpPr>
          <p:spPr>
            <a:xfrm>
              <a:off x="2368134" y="1717773"/>
              <a:ext cx="828" cy="149"/>
            </a:xfrm>
            <a:custGeom>
              <a:rect b="b" l="l" r="r" t="t"/>
              <a:pathLst>
                <a:path extrusionOk="0" h="11" w="61">
                  <a:moveTo>
                    <a:pt x="1" y="11"/>
                  </a:moveTo>
                  <a:lnTo>
                    <a:pt x="6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35"/>
            <p:cNvSpPr/>
            <p:nvPr/>
          </p:nvSpPr>
          <p:spPr>
            <a:xfrm>
              <a:off x="2374896" y="1716633"/>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35"/>
            <p:cNvSpPr/>
            <p:nvPr/>
          </p:nvSpPr>
          <p:spPr>
            <a:xfrm>
              <a:off x="2369234" y="1717488"/>
              <a:ext cx="964" cy="244"/>
            </a:xfrm>
            <a:custGeom>
              <a:rect b="b" l="l" r="r" t="t"/>
              <a:pathLst>
                <a:path extrusionOk="0" h="18" w="71">
                  <a:moveTo>
                    <a:pt x="0" y="18"/>
                  </a:moveTo>
                  <a:lnTo>
                    <a:pt x="7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3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35"/>
            <p:cNvSpPr/>
            <p:nvPr/>
          </p:nvSpPr>
          <p:spPr>
            <a:xfrm>
              <a:off x="2374611" y="1725051"/>
              <a:ext cx="149" cy="109"/>
            </a:xfrm>
            <a:custGeom>
              <a:rect b="b" l="l" r="r" t="t"/>
              <a:pathLst>
                <a:path extrusionOk="0" h="8" w="11">
                  <a:moveTo>
                    <a:pt x="0" y="0"/>
                  </a:moveTo>
                  <a:lnTo>
                    <a:pt x="1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3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35"/>
            <p:cNvSpPr/>
            <p:nvPr/>
          </p:nvSpPr>
          <p:spPr>
            <a:xfrm>
              <a:off x="2374461" y="1724901"/>
              <a:ext cx="163" cy="109"/>
            </a:xfrm>
            <a:custGeom>
              <a:rect b="b" l="l" r="r" t="t"/>
              <a:pathLst>
                <a:path extrusionOk="0" h="8" w="12">
                  <a:moveTo>
                    <a:pt x="11"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35"/>
            <p:cNvSpPr/>
            <p:nvPr/>
          </p:nvSpPr>
          <p:spPr>
            <a:xfrm>
              <a:off x="2374896" y="1725377"/>
              <a:ext cx="149" cy="258"/>
            </a:xfrm>
            <a:custGeom>
              <a:rect b="b" l="l" r="r" t="t"/>
              <a:pathLst>
                <a:path extrusionOk="0" h="19" w="11">
                  <a:moveTo>
                    <a:pt x="11" y="1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35"/>
            <p:cNvSpPr/>
            <p:nvPr/>
          </p:nvSpPr>
          <p:spPr>
            <a:xfrm>
              <a:off x="2374746" y="1725187"/>
              <a:ext cx="163" cy="163"/>
            </a:xfrm>
            <a:custGeom>
              <a:rect b="b" l="l" r="r" t="t"/>
              <a:pathLst>
                <a:path extrusionOk="0" h="12" w="12">
                  <a:moveTo>
                    <a:pt x="11"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3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3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3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3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35"/>
            <p:cNvSpPr/>
            <p:nvPr/>
          </p:nvSpPr>
          <p:spPr>
            <a:xfrm>
              <a:off x="2376702" y="1727617"/>
              <a:ext cx="339" cy="109"/>
            </a:xfrm>
            <a:custGeom>
              <a:rect b="b" l="l" r="r" t="t"/>
              <a:pathLst>
                <a:path extrusionOk="0" h="8" w="25">
                  <a:moveTo>
                    <a:pt x="25"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35"/>
            <p:cNvSpPr/>
            <p:nvPr/>
          </p:nvSpPr>
          <p:spPr>
            <a:xfrm>
              <a:off x="2377177" y="1727753"/>
              <a:ext cx="244" cy="163"/>
            </a:xfrm>
            <a:custGeom>
              <a:rect b="b" l="l" r="r" t="t"/>
              <a:pathLst>
                <a:path extrusionOk="0" h="12" w="18">
                  <a:moveTo>
                    <a:pt x="18" y="1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3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3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35"/>
            <p:cNvSpPr/>
            <p:nvPr/>
          </p:nvSpPr>
          <p:spPr>
            <a:xfrm>
              <a:off x="2377937" y="1728323"/>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3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3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35"/>
            <p:cNvSpPr/>
            <p:nvPr/>
          </p:nvSpPr>
          <p:spPr>
            <a:xfrm>
              <a:off x="2389668" y="1712682"/>
              <a:ext cx="109" cy="109"/>
            </a:xfrm>
            <a:custGeom>
              <a:rect b="b" l="l" r="r" t="t"/>
              <a:pathLst>
                <a:path extrusionOk="0" h="8" w="8">
                  <a:moveTo>
                    <a:pt x="1" y="8"/>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35"/>
            <p:cNvSpPr/>
            <p:nvPr/>
          </p:nvSpPr>
          <p:spPr>
            <a:xfrm>
              <a:off x="2389953" y="1712111"/>
              <a:ext cx="204" cy="258"/>
            </a:xfrm>
            <a:custGeom>
              <a:rect b="b" l="l" r="r" t="t"/>
              <a:pathLst>
                <a:path extrusionOk="0" h="19" w="15">
                  <a:moveTo>
                    <a:pt x="1" y="18"/>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35"/>
            <p:cNvSpPr/>
            <p:nvPr/>
          </p:nvSpPr>
          <p:spPr>
            <a:xfrm>
              <a:off x="2389532" y="1713021"/>
              <a:ext cx="54" cy="54"/>
            </a:xfrm>
            <a:custGeom>
              <a:rect b="b" l="l" r="r" t="t"/>
              <a:pathLst>
                <a:path extrusionOk="0" h="4" w="4">
                  <a:moveTo>
                    <a:pt x="0" y="4"/>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35"/>
            <p:cNvSpPr/>
            <p:nvPr/>
          </p:nvSpPr>
          <p:spPr>
            <a:xfrm>
              <a:off x="2389573" y="1712872"/>
              <a:ext cx="68" cy="109"/>
            </a:xfrm>
            <a:custGeom>
              <a:rect b="b" l="l" r="r" t="t"/>
              <a:pathLst>
                <a:path extrusionOk="0" h="8" w="5">
                  <a:moveTo>
                    <a:pt x="1" y="8"/>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35"/>
            <p:cNvSpPr/>
            <p:nvPr/>
          </p:nvSpPr>
          <p:spPr>
            <a:xfrm>
              <a:off x="2389763" y="1712397"/>
              <a:ext cx="204" cy="258"/>
            </a:xfrm>
            <a:custGeom>
              <a:rect b="b" l="l" r="r" t="t"/>
              <a:pathLst>
                <a:path extrusionOk="0" h="19" w="15">
                  <a:moveTo>
                    <a:pt x="1" y="18"/>
                  </a:moveTo>
                  <a:lnTo>
                    <a:pt x="1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35"/>
            <p:cNvSpPr/>
            <p:nvPr/>
          </p:nvSpPr>
          <p:spPr>
            <a:xfrm>
              <a:off x="2389478" y="1713116"/>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3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35"/>
            <p:cNvSpPr/>
            <p:nvPr/>
          </p:nvSpPr>
          <p:spPr>
            <a:xfrm>
              <a:off x="2381114" y="1715248"/>
              <a:ext cx="109" cy="14"/>
            </a:xfrm>
            <a:custGeom>
              <a:rect b="b" l="l" r="r" t="t"/>
              <a:pathLst>
                <a:path extrusionOk="0" h="1" w="8">
                  <a:moveTo>
                    <a:pt x="1" y="1"/>
                  </a:moveTo>
                  <a:lnTo>
                    <a:pt x="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3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35"/>
            <p:cNvSpPr/>
            <p:nvPr/>
          </p:nvSpPr>
          <p:spPr>
            <a:xfrm>
              <a:off x="2390198" y="1711921"/>
              <a:ext cx="149" cy="163"/>
            </a:xfrm>
            <a:custGeom>
              <a:rect b="b" l="l" r="r" t="t"/>
              <a:pathLst>
                <a:path extrusionOk="0" h="12" w="11">
                  <a:moveTo>
                    <a:pt x="11" y="1"/>
                  </a:moveTo>
                  <a:lnTo>
                    <a:pt x="0" y="11"/>
                  </a:ln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3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3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35"/>
            <p:cNvSpPr/>
            <p:nvPr/>
          </p:nvSpPr>
          <p:spPr>
            <a:xfrm>
              <a:off x="2403748" y="1738262"/>
              <a:ext cx="339" cy="244"/>
            </a:xfrm>
            <a:custGeom>
              <a:rect b="b" l="l" r="r" t="t"/>
              <a:pathLst>
                <a:path extrusionOk="0" h="18" w="25">
                  <a:moveTo>
                    <a:pt x="25" y="18"/>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3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35"/>
            <p:cNvSpPr/>
            <p:nvPr/>
          </p:nvSpPr>
          <p:spPr>
            <a:xfrm>
              <a:off x="2403273" y="1737922"/>
              <a:ext cx="299" cy="204"/>
            </a:xfrm>
            <a:custGeom>
              <a:rect b="b" l="l" r="r" t="t"/>
              <a:pathLst>
                <a:path extrusionOk="0" h="15" w="22">
                  <a:moveTo>
                    <a:pt x="21"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3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35"/>
            <p:cNvSpPr/>
            <p:nvPr/>
          </p:nvSpPr>
          <p:spPr>
            <a:xfrm>
              <a:off x="2405839" y="1739443"/>
              <a:ext cx="394" cy="204"/>
            </a:xfrm>
            <a:custGeom>
              <a:rect b="b" l="l" r="r" t="t"/>
              <a:pathLst>
                <a:path extrusionOk="0" h="15" w="29">
                  <a:moveTo>
                    <a:pt x="28" y="15"/>
                  </a:moveTo>
                  <a:lnTo>
                    <a:pt x="28" y="15"/>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35"/>
            <p:cNvSpPr/>
            <p:nvPr/>
          </p:nvSpPr>
          <p:spPr>
            <a:xfrm>
              <a:off x="2385486" y="1735981"/>
              <a:ext cx="353" cy="14"/>
            </a:xfrm>
            <a:custGeom>
              <a:rect b="b" l="l" r="r" t="t"/>
              <a:pathLst>
                <a:path extrusionOk="0" h="1" w="26">
                  <a:moveTo>
                    <a:pt x="25" y="0"/>
                  </a:moveTo>
                  <a:lnTo>
                    <a:pt x="1" y="0"/>
                  </a:lnTo>
                  <a:lnTo>
                    <a:pt x="25" y="0"/>
                  </a:ln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3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35"/>
            <p:cNvSpPr/>
            <p:nvPr/>
          </p:nvSpPr>
          <p:spPr>
            <a:xfrm>
              <a:off x="2402933" y="1737596"/>
              <a:ext cx="258" cy="204"/>
            </a:xfrm>
            <a:custGeom>
              <a:rect b="b" l="l" r="r" t="t"/>
              <a:pathLst>
                <a:path extrusionOk="0" h="15" w="19">
                  <a:moveTo>
                    <a:pt x="18"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3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35"/>
            <p:cNvSpPr/>
            <p:nvPr/>
          </p:nvSpPr>
          <p:spPr>
            <a:xfrm>
              <a:off x="2380069" y="1732695"/>
              <a:ext cx="204" cy="163"/>
            </a:xfrm>
            <a:custGeom>
              <a:rect b="b" l="l" r="r" t="t"/>
              <a:pathLst>
                <a:path extrusionOk="0" h="12" w="15">
                  <a:moveTo>
                    <a:pt x="15" y="1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3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3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35"/>
            <p:cNvSpPr/>
            <p:nvPr/>
          </p:nvSpPr>
          <p:spPr>
            <a:xfrm>
              <a:off x="2404264" y="1738588"/>
              <a:ext cx="543" cy="353"/>
            </a:xfrm>
            <a:custGeom>
              <a:rect b="b" l="l" r="r" t="t"/>
              <a:pathLst>
                <a:path extrusionOk="0" h="26" w="40">
                  <a:moveTo>
                    <a:pt x="39" y="2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3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35"/>
            <p:cNvSpPr/>
            <p:nvPr/>
          </p:nvSpPr>
          <p:spPr>
            <a:xfrm>
              <a:off x="2405364" y="1714447"/>
              <a:ext cx="244" cy="204"/>
            </a:xfrm>
            <a:custGeom>
              <a:rect b="b" l="l" r="r" t="t"/>
              <a:pathLst>
                <a:path extrusionOk="0" h="15" w="18">
                  <a:moveTo>
                    <a:pt x="0" y="14"/>
                  </a:move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35"/>
            <p:cNvSpPr/>
            <p:nvPr/>
          </p:nvSpPr>
          <p:spPr>
            <a:xfrm>
              <a:off x="2400612" y="1717298"/>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35"/>
            <p:cNvSpPr/>
            <p:nvPr/>
          </p:nvSpPr>
          <p:spPr>
            <a:xfrm>
              <a:off x="2403884" y="1715153"/>
              <a:ext cx="299" cy="109"/>
            </a:xfrm>
            <a:custGeom>
              <a:rect b="b" l="l" r="r" t="t"/>
              <a:pathLst>
                <a:path extrusionOk="0" h="8" w="22">
                  <a:moveTo>
                    <a:pt x="1" y="8"/>
                  </a:moveTo>
                  <a:lnTo>
                    <a:pt x="2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35"/>
            <p:cNvSpPr/>
            <p:nvPr/>
          </p:nvSpPr>
          <p:spPr>
            <a:xfrm>
              <a:off x="2404603" y="1714868"/>
              <a:ext cx="299" cy="109"/>
            </a:xfrm>
            <a:custGeom>
              <a:rect b="b" l="l" r="r" t="t"/>
              <a:pathLst>
                <a:path extrusionOk="0" h="8" w="22">
                  <a:moveTo>
                    <a:pt x="0" y="8"/>
                  </a:moveTo>
                  <a:lnTo>
                    <a:pt x="2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35"/>
            <p:cNvSpPr/>
            <p:nvPr/>
          </p:nvSpPr>
          <p:spPr>
            <a:xfrm>
              <a:off x="2403504" y="1715302"/>
              <a:ext cx="299" cy="109"/>
            </a:xfrm>
            <a:custGeom>
              <a:rect b="b" l="l" r="r" t="t"/>
              <a:pathLst>
                <a:path extrusionOk="0" h="8" w="22">
                  <a:moveTo>
                    <a:pt x="1" y="7"/>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35"/>
            <p:cNvSpPr/>
            <p:nvPr/>
          </p:nvSpPr>
          <p:spPr>
            <a:xfrm>
              <a:off x="2404929" y="1714637"/>
              <a:ext cx="353" cy="204"/>
            </a:xfrm>
            <a:custGeom>
              <a:rect b="b" l="l" r="r" t="t"/>
              <a:pathLst>
                <a:path extrusionOk="0" h="15" w="26">
                  <a:moveTo>
                    <a:pt x="1" y="14"/>
                  </a:move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35"/>
            <p:cNvSpPr/>
            <p:nvPr/>
          </p:nvSpPr>
          <p:spPr>
            <a:xfrm>
              <a:off x="2404223" y="1715017"/>
              <a:ext cx="299" cy="149"/>
            </a:xfrm>
            <a:custGeom>
              <a:rect b="b" l="l" r="r" t="t"/>
              <a:pathLst>
                <a:path extrusionOk="0" h="11" w="22">
                  <a:moveTo>
                    <a:pt x="0" y="11"/>
                  </a:moveTo>
                  <a:lnTo>
                    <a:pt x="2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3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35"/>
            <p:cNvSpPr/>
            <p:nvPr/>
          </p:nvSpPr>
          <p:spPr>
            <a:xfrm>
              <a:off x="2390958" y="1712261"/>
              <a:ext cx="394" cy="149"/>
            </a:xfrm>
            <a:custGeom>
              <a:rect b="b" l="l" r="r" t="t"/>
              <a:pathLst>
                <a:path extrusionOk="0" h="11" w="29">
                  <a:moveTo>
                    <a:pt x="0" y="0"/>
                  </a:moveTo>
                  <a:lnTo>
                    <a:pt x="2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35"/>
            <p:cNvSpPr/>
            <p:nvPr/>
          </p:nvSpPr>
          <p:spPr>
            <a:xfrm>
              <a:off x="2391664" y="1712492"/>
              <a:ext cx="204" cy="68"/>
            </a:xfrm>
            <a:custGeom>
              <a:rect b="b" l="l" r="r" t="t"/>
              <a:pathLst>
                <a:path extrusionOk="0" h="5" w="15">
                  <a:moveTo>
                    <a:pt x="1" y="1"/>
                  </a:moveTo>
                  <a:lnTo>
                    <a:pt x="15"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35"/>
            <p:cNvSpPr/>
            <p:nvPr/>
          </p:nvSpPr>
          <p:spPr>
            <a:xfrm>
              <a:off x="2400136" y="1717244"/>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3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3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35"/>
            <p:cNvSpPr/>
            <p:nvPr/>
          </p:nvSpPr>
          <p:spPr>
            <a:xfrm>
              <a:off x="2399702" y="1717108"/>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3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35"/>
            <p:cNvSpPr/>
            <p:nvPr/>
          </p:nvSpPr>
          <p:spPr>
            <a:xfrm>
              <a:off x="2400747" y="1717244"/>
              <a:ext cx="163" cy="14"/>
            </a:xfrm>
            <a:custGeom>
              <a:rect b="b" l="l" r="r" t="t"/>
              <a:pathLst>
                <a:path extrusionOk="0" h="1" w="12">
                  <a:moveTo>
                    <a:pt x="1" y="1"/>
                  </a:move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35"/>
            <p:cNvSpPr/>
            <p:nvPr/>
          </p:nvSpPr>
          <p:spPr>
            <a:xfrm>
              <a:off x="2399322" y="1716959"/>
              <a:ext cx="109" cy="68"/>
            </a:xfrm>
            <a:custGeom>
              <a:rect b="b" l="l" r="r" t="t"/>
              <a:pathLst>
                <a:path extrusionOk="0" h="5" w="8">
                  <a:moveTo>
                    <a:pt x="1" y="1"/>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3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3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35"/>
            <p:cNvSpPr/>
            <p:nvPr/>
          </p:nvSpPr>
          <p:spPr>
            <a:xfrm>
              <a:off x="2390958" y="1732790"/>
              <a:ext cx="54" cy="204"/>
            </a:xfrm>
            <a:custGeom>
              <a:rect b="b" l="l" r="r" t="t"/>
              <a:pathLst>
                <a:path extrusionOk="0" h="15" w="4">
                  <a:moveTo>
                    <a:pt x="0" y="1"/>
                  </a:moveTo>
                  <a:lnTo>
                    <a:pt x="4"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3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35"/>
            <p:cNvSpPr/>
            <p:nvPr/>
          </p:nvSpPr>
          <p:spPr>
            <a:xfrm>
              <a:off x="2391243" y="1733550"/>
              <a:ext cx="149" cy="353"/>
            </a:xfrm>
            <a:custGeom>
              <a:rect b="b" l="l" r="r" t="t"/>
              <a:pathLst>
                <a:path extrusionOk="0" h="26" w="11">
                  <a:moveTo>
                    <a:pt x="0" y="1"/>
                  </a:moveTo>
                  <a:lnTo>
                    <a:pt x="11"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35"/>
            <p:cNvSpPr/>
            <p:nvPr/>
          </p:nvSpPr>
          <p:spPr>
            <a:xfrm>
              <a:off x="2391813" y="1734691"/>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3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35"/>
            <p:cNvSpPr/>
            <p:nvPr/>
          </p:nvSpPr>
          <p:spPr>
            <a:xfrm>
              <a:off x="2390904" y="1732559"/>
              <a:ext cx="14" cy="149"/>
            </a:xfrm>
            <a:custGeom>
              <a:rect b="b" l="l" r="r" t="t"/>
              <a:pathLst>
                <a:path extrusionOk="0" h="11" w="1">
                  <a:moveTo>
                    <a:pt x="1"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35"/>
            <p:cNvSpPr/>
            <p:nvPr/>
          </p:nvSpPr>
          <p:spPr>
            <a:xfrm>
              <a:off x="2391094" y="1733170"/>
              <a:ext cx="109" cy="258"/>
            </a:xfrm>
            <a:custGeom>
              <a:rect b="b" l="l" r="r" t="t"/>
              <a:pathLst>
                <a:path extrusionOk="0" h="19" w="8">
                  <a:moveTo>
                    <a:pt x="1" y="1"/>
                  </a:moveTo>
                  <a:lnTo>
                    <a:pt x="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35"/>
            <p:cNvSpPr/>
            <p:nvPr/>
          </p:nvSpPr>
          <p:spPr>
            <a:xfrm>
              <a:off x="2384726" y="1733930"/>
              <a:ext cx="109" cy="109"/>
            </a:xfrm>
            <a:custGeom>
              <a:rect b="b" l="l" r="r" t="t"/>
              <a:pathLst>
                <a:path extrusionOk="0" h="8" w="8">
                  <a:moveTo>
                    <a:pt x="8"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35"/>
            <p:cNvSpPr/>
            <p:nvPr/>
          </p:nvSpPr>
          <p:spPr>
            <a:xfrm>
              <a:off x="2379308" y="1731459"/>
              <a:ext cx="299" cy="163"/>
            </a:xfrm>
            <a:custGeom>
              <a:rect b="b" l="l" r="r" t="t"/>
              <a:pathLst>
                <a:path extrusionOk="0" h="12" w="22">
                  <a:moveTo>
                    <a:pt x="1" y="1"/>
                  </a:moveTo>
                  <a:lnTo>
                    <a:pt x="22" y="11"/>
                  </a:ln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35"/>
            <p:cNvSpPr/>
            <p:nvPr/>
          </p:nvSpPr>
          <p:spPr>
            <a:xfrm>
              <a:off x="2385350" y="1734691"/>
              <a:ext cx="14" cy="68"/>
            </a:xfrm>
            <a:custGeom>
              <a:rect b="b" l="l" r="r" t="t"/>
              <a:pathLst>
                <a:path extrusionOk="0" h="5" w="1">
                  <a:moveTo>
                    <a:pt x="0"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35"/>
            <p:cNvSpPr/>
            <p:nvPr/>
          </p:nvSpPr>
          <p:spPr>
            <a:xfrm>
              <a:off x="2379784" y="1731744"/>
              <a:ext cx="543" cy="299"/>
            </a:xfrm>
            <a:custGeom>
              <a:rect b="b" l="l" r="r" t="t"/>
              <a:pathLst>
                <a:path extrusionOk="0" h="22" w="40">
                  <a:moveTo>
                    <a:pt x="39"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35"/>
            <p:cNvSpPr/>
            <p:nvPr/>
          </p:nvSpPr>
          <p:spPr>
            <a:xfrm>
              <a:off x="2385826" y="1735791"/>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35"/>
            <p:cNvSpPr/>
            <p:nvPr/>
          </p:nvSpPr>
          <p:spPr>
            <a:xfrm>
              <a:off x="2385676" y="1735220"/>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3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3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35"/>
            <p:cNvSpPr/>
            <p:nvPr/>
          </p:nvSpPr>
          <p:spPr>
            <a:xfrm>
              <a:off x="2385826" y="1735981"/>
              <a:ext cx="14" cy="14"/>
            </a:xfrm>
            <a:custGeom>
              <a:rect b="b" l="l" r="r" t="t"/>
              <a:pathLst>
                <a:path extrusionOk="0" h="1" w="1">
                  <a:moveTo>
                    <a:pt x="0" y="0"/>
                  </a:moveTo>
                  <a:lnTo>
                    <a:pt x="0" y="0"/>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3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35"/>
            <p:cNvSpPr/>
            <p:nvPr/>
          </p:nvSpPr>
          <p:spPr>
            <a:xfrm>
              <a:off x="2595449" y="1751378"/>
              <a:ext cx="0" cy="14"/>
            </a:xfrm>
            <a:custGeom>
              <a:rect b="b" l="l" r="r" t="t"/>
              <a:pathLst>
                <a:path extrusionOk="0" h="1" w="120000">
                  <a:moveTo>
                    <a:pt x="0"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3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3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35"/>
            <p:cNvSpPr/>
            <p:nvPr/>
          </p:nvSpPr>
          <p:spPr>
            <a:xfrm>
              <a:off x="2550955" y="1754039"/>
              <a:ext cx="394" cy="258"/>
            </a:xfrm>
            <a:custGeom>
              <a:rect b="b" l="l" r="r" t="t"/>
              <a:pathLst>
                <a:path extrusionOk="0" h="19" w="29">
                  <a:moveTo>
                    <a:pt x="0" y="1"/>
                  </a:moveTo>
                  <a:lnTo>
                    <a:pt x="28" y="18"/>
                  </a:lnTo>
                  <a:lnTo>
                    <a:pt x="2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35"/>
            <p:cNvSpPr/>
            <p:nvPr/>
          </p:nvSpPr>
          <p:spPr>
            <a:xfrm>
              <a:off x="2549950" y="1753523"/>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35"/>
            <p:cNvSpPr/>
            <p:nvPr/>
          </p:nvSpPr>
          <p:spPr>
            <a:xfrm>
              <a:off x="2550236" y="1753618"/>
              <a:ext cx="109" cy="54"/>
            </a:xfrm>
            <a:custGeom>
              <a:rect b="b" l="l" r="r" t="t"/>
              <a:pathLst>
                <a:path extrusionOk="0" h="4" w="8">
                  <a:moveTo>
                    <a:pt x="8"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3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35"/>
            <p:cNvSpPr/>
            <p:nvPr/>
          </p:nvSpPr>
          <p:spPr>
            <a:xfrm>
              <a:off x="2550480" y="1753754"/>
              <a:ext cx="149" cy="68"/>
            </a:xfrm>
            <a:custGeom>
              <a:rect b="b" l="l" r="r" t="t"/>
              <a:pathLst>
                <a:path extrusionOk="0" h="5" w="11">
                  <a:moveTo>
                    <a:pt x="11"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35"/>
            <p:cNvSpPr/>
            <p:nvPr/>
          </p:nvSpPr>
          <p:spPr>
            <a:xfrm>
              <a:off x="2550711" y="1753903"/>
              <a:ext cx="204" cy="109"/>
            </a:xfrm>
            <a:custGeom>
              <a:rect b="b" l="l" r="r" t="t"/>
              <a:pathLst>
                <a:path extrusionOk="0" h="8" w="15">
                  <a:moveTo>
                    <a:pt x="15"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35"/>
            <p:cNvSpPr/>
            <p:nvPr/>
          </p:nvSpPr>
          <p:spPr>
            <a:xfrm>
              <a:off x="2549625" y="1753373"/>
              <a:ext cx="109" cy="14"/>
            </a:xfrm>
            <a:custGeom>
              <a:rect b="b" l="l" r="r" t="t"/>
              <a:pathLst>
                <a:path extrusionOk="0" h="1" w="8">
                  <a:moveTo>
                    <a:pt x="7"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3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3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3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35"/>
            <p:cNvSpPr/>
            <p:nvPr/>
          </p:nvSpPr>
          <p:spPr>
            <a:xfrm>
              <a:off x="2511499" y="1770440"/>
              <a:ext cx="489" cy="14"/>
            </a:xfrm>
            <a:custGeom>
              <a:rect b="b" l="l" r="r" t="t"/>
              <a:pathLst>
                <a:path extrusionOk="0" h="1" w="36">
                  <a:moveTo>
                    <a:pt x="15" y="0"/>
                  </a:moveTo>
                  <a:lnTo>
                    <a:pt x="36" y="0"/>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3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3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3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3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3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35"/>
            <p:cNvSpPr/>
            <p:nvPr/>
          </p:nvSpPr>
          <p:spPr>
            <a:xfrm>
              <a:off x="2536780" y="1750047"/>
              <a:ext cx="109" cy="14"/>
            </a:xfrm>
            <a:custGeom>
              <a:rect b="b" l="l" r="r" t="t"/>
              <a:pathLst>
                <a:path extrusionOk="0" h="1" w="8">
                  <a:moveTo>
                    <a:pt x="1" y="0"/>
                  </a:moveTo>
                  <a:lnTo>
                    <a:pt x="1" y="0"/>
                  </a:lnTo>
                  <a:lnTo>
                    <a:pt x="8" y="0"/>
                  </a:ln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3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3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3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3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3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3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3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3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3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35"/>
            <p:cNvSpPr/>
            <p:nvPr/>
          </p:nvSpPr>
          <p:spPr>
            <a:xfrm>
              <a:off x="2579848" y="1757895"/>
              <a:ext cx="68" cy="14"/>
            </a:xfrm>
            <a:custGeom>
              <a:rect b="b" l="l" r="r" t="t"/>
              <a:pathLst>
                <a:path extrusionOk="0" h="1" w="5">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35"/>
            <p:cNvSpPr/>
            <p:nvPr/>
          </p:nvSpPr>
          <p:spPr>
            <a:xfrm>
              <a:off x="2583419" y="1758221"/>
              <a:ext cx="204" cy="68"/>
            </a:xfrm>
            <a:custGeom>
              <a:rect b="b" l="l" r="r" t="t"/>
              <a:pathLst>
                <a:path extrusionOk="0" h="5" w="15">
                  <a:moveTo>
                    <a:pt x="0" y="4"/>
                  </a:moveTo>
                  <a:lnTo>
                    <a:pt x="1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3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35"/>
            <p:cNvSpPr/>
            <p:nvPr/>
          </p:nvSpPr>
          <p:spPr>
            <a:xfrm>
              <a:off x="2582319" y="1758465"/>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35"/>
            <p:cNvSpPr/>
            <p:nvPr/>
          </p:nvSpPr>
          <p:spPr>
            <a:xfrm>
              <a:off x="2584030" y="1758126"/>
              <a:ext cx="68" cy="14"/>
            </a:xfrm>
            <a:custGeom>
              <a:rect b="b" l="l" r="r" t="t"/>
              <a:pathLst>
                <a:path extrusionOk="0" h="1" w="5">
                  <a:moveTo>
                    <a:pt x="4"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35"/>
            <p:cNvSpPr/>
            <p:nvPr/>
          </p:nvSpPr>
          <p:spPr>
            <a:xfrm>
              <a:off x="2551335" y="1754283"/>
              <a:ext cx="394" cy="244"/>
            </a:xfrm>
            <a:custGeom>
              <a:rect b="b" l="l" r="r" t="t"/>
              <a:pathLst>
                <a:path extrusionOk="0" h="18" w="29">
                  <a:moveTo>
                    <a:pt x="0" y="0"/>
                  </a:moveTo>
                  <a:lnTo>
                    <a:pt x="28" y="18"/>
                  </a:lnTo>
                  <a:lnTo>
                    <a:pt x="18" y="11"/>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35"/>
            <p:cNvSpPr/>
            <p:nvPr/>
          </p:nvSpPr>
          <p:spPr>
            <a:xfrm>
              <a:off x="2582890" y="1758370"/>
              <a:ext cx="163" cy="54"/>
            </a:xfrm>
            <a:custGeom>
              <a:rect b="b" l="l" r="r" t="t"/>
              <a:pathLst>
                <a:path extrusionOk="0" h="4" w="12">
                  <a:moveTo>
                    <a:pt x="1"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35"/>
            <p:cNvSpPr/>
            <p:nvPr/>
          </p:nvSpPr>
          <p:spPr>
            <a:xfrm>
              <a:off x="2581803" y="1758506"/>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3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35"/>
            <p:cNvSpPr/>
            <p:nvPr/>
          </p:nvSpPr>
          <p:spPr>
            <a:xfrm>
              <a:off x="2600147" y="1753618"/>
              <a:ext cx="163" cy="14"/>
            </a:xfrm>
            <a:custGeom>
              <a:rect b="b" l="l" r="r" t="t"/>
              <a:pathLst>
                <a:path extrusionOk="0" h="1" w="12">
                  <a:moveTo>
                    <a:pt x="1"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35"/>
            <p:cNvSpPr/>
            <p:nvPr/>
          </p:nvSpPr>
          <p:spPr>
            <a:xfrm>
              <a:off x="2596250" y="1752097"/>
              <a:ext cx="54" cy="54"/>
            </a:xfrm>
            <a:custGeom>
              <a:rect b="b" l="l" r="r" t="t"/>
              <a:pathLst>
                <a:path extrusionOk="0" h="4" w="4">
                  <a:moveTo>
                    <a:pt x="1" y="0"/>
                  </a:moveTo>
                  <a:lnTo>
                    <a:pt x="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35"/>
            <p:cNvSpPr/>
            <p:nvPr/>
          </p:nvSpPr>
          <p:spPr>
            <a:xfrm>
              <a:off x="2599536" y="1753563"/>
              <a:ext cx="244" cy="14"/>
            </a:xfrm>
            <a:custGeom>
              <a:rect b="b" l="l" r="r" t="t"/>
              <a:pathLst>
                <a:path extrusionOk="0" h="1" w="18">
                  <a:moveTo>
                    <a:pt x="0" y="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35"/>
            <p:cNvSpPr/>
            <p:nvPr/>
          </p:nvSpPr>
          <p:spPr>
            <a:xfrm>
              <a:off x="2595639" y="1751473"/>
              <a:ext cx="190" cy="163"/>
            </a:xfrm>
            <a:custGeom>
              <a:rect b="b" l="l" r="r" t="t"/>
              <a:pathLst>
                <a:path extrusionOk="0" h="12" w="14">
                  <a:moveTo>
                    <a:pt x="0" y="1"/>
                  </a:moveTo>
                  <a:lnTo>
                    <a:pt x="14"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35"/>
            <p:cNvSpPr/>
            <p:nvPr/>
          </p:nvSpPr>
          <p:spPr>
            <a:xfrm>
              <a:off x="2595965" y="1751758"/>
              <a:ext cx="149" cy="109"/>
            </a:xfrm>
            <a:custGeom>
              <a:rect b="b" l="l" r="r" t="t"/>
              <a:pathLst>
                <a:path extrusionOk="0" h="8" w="11">
                  <a:moveTo>
                    <a:pt x="1" y="1"/>
                  </a:moveTo>
                  <a:lnTo>
                    <a:pt x="1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35"/>
            <p:cNvSpPr/>
            <p:nvPr/>
          </p:nvSpPr>
          <p:spPr>
            <a:xfrm>
              <a:off x="2600812" y="1753754"/>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3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3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35"/>
            <p:cNvSpPr/>
            <p:nvPr/>
          </p:nvSpPr>
          <p:spPr>
            <a:xfrm>
              <a:off x="2556033" y="1755138"/>
              <a:ext cx="68" cy="54"/>
            </a:xfrm>
            <a:custGeom>
              <a:rect b="b" l="l" r="r" t="t"/>
              <a:pathLst>
                <a:path extrusionOk="0" h="4" w="5">
                  <a:moveTo>
                    <a:pt x="4"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3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35"/>
            <p:cNvSpPr/>
            <p:nvPr/>
          </p:nvSpPr>
          <p:spPr>
            <a:xfrm>
              <a:off x="2552951" y="1755274"/>
              <a:ext cx="204" cy="68"/>
            </a:xfrm>
            <a:custGeom>
              <a:rect b="b" l="l" r="r" t="t"/>
              <a:pathLst>
                <a:path extrusionOk="0" h="5" w="15">
                  <a:moveTo>
                    <a:pt x="0" y="1"/>
                  </a:moveTo>
                  <a:lnTo>
                    <a:pt x="14"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3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3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3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3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3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35"/>
            <p:cNvSpPr/>
            <p:nvPr/>
          </p:nvSpPr>
          <p:spPr>
            <a:xfrm>
              <a:off x="2580663" y="1829951"/>
              <a:ext cx="204" cy="109"/>
            </a:xfrm>
            <a:custGeom>
              <a:rect b="b" l="l" r="r" t="t"/>
              <a:pathLst>
                <a:path extrusionOk="0" h="8" w="15">
                  <a:moveTo>
                    <a:pt x="14"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35"/>
            <p:cNvSpPr/>
            <p:nvPr/>
          </p:nvSpPr>
          <p:spPr>
            <a:xfrm>
              <a:off x="2555273" y="1862360"/>
              <a:ext cx="68" cy="68"/>
            </a:xfrm>
            <a:custGeom>
              <a:rect b="b" l="l" r="r" t="t"/>
              <a:pathLst>
                <a:path extrusionOk="0" h="5" w="5">
                  <a:moveTo>
                    <a:pt x="4" y="1"/>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35"/>
            <p:cNvSpPr/>
            <p:nvPr/>
          </p:nvSpPr>
          <p:spPr>
            <a:xfrm>
              <a:off x="2554798" y="1863080"/>
              <a:ext cx="68" cy="54"/>
            </a:xfrm>
            <a:custGeom>
              <a:rect b="b" l="l" r="r" t="t"/>
              <a:pathLst>
                <a:path extrusionOk="0" h="4" w="5">
                  <a:moveTo>
                    <a:pt x="1" y="4"/>
                  </a:moveTo>
                  <a:lnTo>
                    <a:pt x="4" y="1"/>
                  </a:ln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3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35"/>
            <p:cNvSpPr/>
            <p:nvPr/>
          </p:nvSpPr>
          <p:spPr>
            <a:xfrm>
              <a:off x="2620255" y="1767725"/>
              <a:ext cx="530" cy="258"/>
            </a:xfrm>
            <a:custGeom>
              <a:rect b="b" l="l" r="r" t="t"/>
              <a:pathLst>
                <a:path extrusionOk="0" h="19" w="39">
                  <a:moveTo>
                    <a:pt x="0" y="1"/>
                  </a:moveTo>
                  <a:lnTo>
                    <a:pt x="39"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35"/>
            <p:cNvSpPr/>
            <p:nvPr/>
          </p:nvSpPr>
          <p:spPr>
            <a:xfrm>
              <a:off x="2619589" y="1767345"/>
              <a:ext cx="434" cy="258"/>
            </a:xfrm>
            <a:custGeom>
              <a:rect b="b" l="l" r="r" t="t"/>
              <a:pathLst>
                <a:path extrusionOk="0" h="19" w="32">
                  <a:moveTo>
                    <a:pt x="0" y="1"/>
                  </a:moveTo>
                  <a:lnTo>
                    <a:pt x="32"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3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35"/>
            <p:cNvSpPr/>
            <p:nvPr/>
          </p:nvSpPr>
          <p:spPr>
            <a:xfrm>
              <a:off x="2620920" y="1768064"/>
              <a:ext cx="530" cy="339"/>
            </a:xfrm>
            <a:custGeom>
              <a:rect b="b" l="l" r="r" t="t"/>
              <a:pathLst>
                <a:path extrusionOk="0" h="25" w="39">
                  <a:moveTo>
                    <a:pt x="39" y="25"/>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35"/>
            <p:cNvSpPr/>
            <p:nvPr/>
          </p:nvSpPr>
          <p:spPr>
            <a:xfrm>
              <a:off x="2618870" y="1766964"/>
              <a:ext cx="448" cy="258"/>
            </a:xfrm>
            <a:custGeom>
              <a:rect b="b" l="l" r="r" t="t"/>
              <a:pathLst>
                <a:path extrusionOk="0" h="19" w="33">
                  <a:moveTo>
                    <a:pt x="1" y="1"/>
                  </a:moveTo>
                  <a:lnTo>
                    <a:pt x="32"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3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3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35"/>
            <p:cNvSpPr/>
            <p:nvPr/>
          </p:nvSpPr>
          <p:spPr>
            <a:xfrm>
              <a:off x="2616358" y="1765783"/>
              <a:ext cx="720" cy="339"/>
            </a:xfrm>
            <a:custGeom>
              <a:rect b="b" l="l" r="r" t="t"/>
              <a:pathLst>
                <a:path extrusionOk="0" h="25" w="53">
                  <a:moveTo>
                    <a:pt x="0" y="0"/>
                  </a:moveTo>
                  <a:lnTo>
                    <a:pt x="53"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35"/>
            <p:cNvSpPr/>
            <p:nvPr/>
          </p:nvSpPr>
          <p:spPr>
            <a:xfrm>
              <a:off x="2618164" y="1766639"/>
              <a:ext cx="394" cy="204"/>
            </a:xfrm>
            <a:custGeom>
              <a:rect b="b" l="l" r="r" t="t"/>
              <a:pathLst>
                <a:path extrusionOk="0" h="15" w="29">
                  <a:moveTo>
                    <a:pt x="0" y="0"/>
                  </a:moveTo>
                  <a:lnTo>
                    <a:pt x="28"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35"/>
            <p:cNvSpPr/>
            <p:nvPr/>
          </p:nvSpPr>
          <p:spPr>
            <a:xfrm>
              <a:off x="2607465" y="1755940"/>
              <a:ext cx="1208" cy="828"/>
            </a:xfrm>
            <a:custGeom>
              <a:rect b="b" l="l" r="r" t="t"/>
              <a:pathLst>
                <a:path extrusionOk="0" h="61" w="89">
                  <a:moveTo>
                    <a:pt x="1" y="1"/>
                  </a:moveTo>
                  <a:lnTo>
                    <a:pt x="88" y="6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35"/>
            <p:cNvSpPr/>
            <p:nvPr/>
          </p:nvSpPr>
          <p:spPr>
            <a:xfrm>
              <a:off x="2617349" y="1766258"/>
              <a:ext cx="489" cy="204"/>
            </a:xfrm>
            <a:custGeom>
              <a:rect b="b" l="l" r="r" t="t"/>
              <a:pathLst>
                <a:path extrusionOk="0" h="15" w="36">
                  <a:moveTo>
                    <a:pt x="1" y="0"/>
                  </a:moveTo>
                  <a:lnTo>
                    <a:pt x="36"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35"/>
            <p:cNvSpPr/>
            <p:nvPr/>
          </p:nvSpPr>
          <p:spPr>
            <a:xfrm>
              <a:off x="2514350" y="1832802"/>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3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3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35"/>
            <p:cNvSpPr/>
            <p:nvPr/>
          </p:nvSpPr>
          <p:spPr>
            <a:xfrm>
              <a:off x="2517772" y="1837839"/>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3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3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3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35"/>
            <p:cNvSpPr/>
            <p:nvPr/>
          </p:nvSpPr>
          <p:spPr>
            <a:xfrm>
              <a:off x="2514500" y="1833603"/>
              <a:ext cx="54" cy="109"/>
            </a:xfrm>
            <a:custGeom>
              <a:rect b="b" l="l" r="r" t="t"/>
              <a:pathLst>
                <a:path extrusionOk="0" h="8" w="4">
                  <a:moveTo>
                    <a:pt x="0" y="1"/>
                  </a:moveTo>
                  <a:lnTo>
                    <a:pt x="4" y="8"/>
                  </a:lnTo>
                  <a:cubicBezTo>
                    <a:pt x="4" y="4"/>
                    <a:pt x="4" y="4"/>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35"/>
            <p:cNvSpPr/>
            <p:nvPr/>
          </p:nvSpPr>
          <p:spPr>
            <a:xfrm>
              <a:off x="2514500" y="1833372"/>
              <a:ext cx="14" cy="109"/>
            </a:xfrm>
            <a:custGeom>
              <a:rect b="b" l="l" r="r" t="t"/>
              <a:pathLst>
                <a:path extrusionOk="0" h="8" w="1">
                  <a:moveTo>
                    <a:pt x="0"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35"/>
            <p:cNvSpPr/>
            <p:nvPr/>
          </p:nvSpPr>
          <p:spPr>
            <a:xfrm>
              <a:off x="2503556" y="1818831"/>
              <a:ext cx="14" cy="54"/>
            </a:xfrm>
            <a:custGeom>
              <a:rect b="b" l="l" r="r" t="t"/>
              <a:pathLst>
                <a:path extrusionOk="0" h="4" w="1">
                  <a:moveTo>
                    <a:pt x="1"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35"/>
            <p:cNvSpPr/>
            <p:nvPr/>
          </p:nvSpPr>
          <p:spPr>
            <a:xfrm>
              <a:off x="2514310" y="1832422"/>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35"/>
            <p:cNvSpPr/>
            <p:nvPr/>
          </p:nvSpPr>
          <p:spPr>
            <a:xfrm>
              <a:off x="2505606" y="1850439"/>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35"/>
            <p:cNvSpPr/>
            <p:nvPr/>
          </p:nvSpPr>
          <p:spPr>
            <a:xfrm>
              <a:off x="2503801" y="1819251"/>
              <a:ext cx="54" cy="109"/>
            </a:xfrm>
            <a:custGeom>
              <a:rect b="b" l="l" r="r" t="t"/>
              <a:pathLst>
                <a:path extrusionOk="0" h="8" w="4">
                  <a:moveTo>
                    <a:pt x="4"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3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35"/>
            <p:cNvSpPr/>
            <p:nvPr/>
          </p:nvSpPr>
          <p:spPr>
            <a:xfrm>
              <a:off x="2514405" y="1833087"/>
              <a:ext cx="14" cy="109"/>
            </a:xfrm>
            <a:custGeom>
              <a:rect b="b" l="l" r="r" t="t"/>
              <a:pathLst>
                <a:path extrusionOk="0" h="8" w="1">
                  <a:moveTo>
                    <a:pt x="0"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35"/>
            <p:cNvSpPr/>
            <p:nvPr/>
          </p:nvSpPr>
          <p:spPr>
            <a:xfrm>
              <a:off x="2514255" y="1832136"/>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3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3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35"/>
            <p:cNvSpPr/>
            <p:nvPr/>
          </p:nvSpPr>
          <p:spPr>
            <a:xfrm>
              <a:off x="2605564" y="1754799"/>
              <a:ext cx="394" cy="109"/>
            </a:xfrm>
            <a:custGeom>
              <a:rect b="b" l="l" r="r" t="t"/>
              <a:pathLst>
                <a:path extrusionOk="0" h="8" w="29">
                  <a:moveTo>
                    <a:pt x="1" y="8"/>
                  </a:moveTo>
                  <a:lnTo>
                    <a:pt x="29" y="1"/>
                  </a:lnTo>
                  <a:lnTo>
                    <a:pt x="29"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3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35"/>
            <p:cNvSpPr/>
            <p:nvPr/>
          </p:nvSpPr>
          <p:spPr>
            <a:xfrm>
              <a:off x="2599196" y="1756374"/>
              <a:ext cx="299" cy="109"/>
            </a:xfrm>
            <a:custGeom>
              <a:rect b="b" l="l" r="r" t="t"/>
              <a:pathLst>
                <a:path extrusionOk="0" h="8" w="22">
                  <a:moveTo>
                    <a:pt x="22"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35"/>
            <p:cNvSpPr/>
            <p:nvPr/>
          </p:nvSpPr>
          <p:spPr>
            <a:xfrm>
              <a:off x="2502796" y="1817215"/>
              <a:ext cx="964" cy="109"/>
            </a:xfrm>
            <a:custGeom>
              <a:rect b="b" l="l" r="r" t="t"/>
              <a:pathLst>
                <a:path extrusionOk="0" h="8" w="71">
                  <a:moveTo>
                    <a:pt x="71"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35"/>
            <p:cNvSpPr/>
            <p:nvPr/>
          </p:nvSpPr>
          <p:spPr>
            <a:xfrm>
              <a:off x="2513264" y="1818396"/>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35"/>
            <p:cNvSpPr/>
            <p:nvPr/>
          </p:nvSpPr>
          <p:spPr>
            <a:xfrm>
              <a:off x="2516020" y="1818301"/>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35"/>
            <p:cNvSpPr/>
            <p:nvPr/>
          </p:nvSpPr>
          <p:spPr>
            <a:xfrm>
              <a:off x="2514119" y="1818396"/>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35"/>
            <p:cNvSpPr/>
            <p:nvPr/>
          </p:nvSpPr>
          <p:spPr>
            <a:xfrm>
              <a:off x="2596725" y="1756849"/>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35"/>
            <p:cNvSpPr/>
            <p:nvPr/>
          </p:nvSpPr>
          <p:spPr>
            <a:xfrm>
              <a:off x="2599766" y="1756184"/>
              <a:ext cx="299" cy="109"/>
            </a:xfrm>
            <a:custGeom>
              <a:rect b="b" l="l" r="r" t="t"/>
              <a:pathLst>
                <a:path extrusionOk="0" h="8" w="22">
                  <a:moveTo>
                    <a:pt x="22"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35"/>
            <p:cNvSpPr/>
            <p:nvPr/>
          </p:nvSpPr>
          <p:spPr>
            <a:xfrm>
              <a:off x="2502131" y="1817161"/>
              <a:ext cx="258" cy="14"/>
            </a:xfrm>
            <a:custGeom>
              <a:rect b="b" l="l" r="r" t="t"/>
              <a:pathLst>
                <a:path extrusionOk="0" h="1" w="19">
                  <a:moveTo>
                    <a:pt x="1" y="1"/>
                  </a:moveTo>
                  <a:lnTo>
                    <a:pt x="18"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35"/>
            <p:cNvSpPr/>
            <p:nvPr/>
          </p:nvSpPr>
          <p:spPr>
            <a:xfrm>
              <a:off x="2595109" y="1756659"/>
              <a:ext cx="149" cy="54"/>
            </a:xfrm>
            <a:custGeom>
              <a:rect b="b" l="l" r="r" t="t"/>
              <a:pathLst>
                <a:path extrusionOk="0" h="4" w="11">
                  <a:moveTo>
                    <a:pt x="11"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35"/>
            <p:cNvSpPr/>
            <p:nvPr/>
          </p:nvSpPr>
          <p:spPr>
            <a:xfrm>
              <a:off x="2602672" y="1754568"/>
              <a:ext cx="109" cy="54"/>
            </a:xfrm>
            <a:custGeom>
              <a:rect b="b" l="l" r="r" t="t"/>
              <a:pathLst>
                <a:path extrusionOk="0" h="4" w="8">
                  <a:moveTo>
                    <a:pt x="7" y="0"/>
                  </a:moveTo>
                  <a:lnTo>
                    <a:pt x="0"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35"/>
            <p:cNvSpPr/>
            <p:nvPr/>
          </p:nvSpPr>
          <p:spPr>
            <a:xfrm>
              <a:off x="2595544" y="1756795"/>
              <a:ext cx="190" cy="14"/>
            </a:xfrm>
            <a:custGeom>
              <a:rect b="b" l="l" r="r" t="t"/>
              <a:pathLst>
                <a:path extrusionOk="0" h="1" w="14">
                  <a:moveTo>
                    <a:pt x="14"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35"/>
            <p:cNvSpPr/>
            <p:nvPr/>
          </p:nvSpPr>
          <p:spPr>
            <a:xfrm>
              <a:off x="2595965" y="1756849"/>
              <a:ext cx="244" cy="14"/>
            </a:xfrm>
            <a:custGeom>
              <a:rect b="b" l="l" r="r" t="t"/>
              <a:pathLst>
                <a:path extrusionOk="0" h="1" w="18">
                  <a:moveTo>
                    <a:pt x="18"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35"/>
            <p:cNvSpPr/>
            <p:nvPr/>
          </p:nvSpPr>
          <p:spPr>
            <a:xfrm>
              <a:off x="2602047" y="1754948"/>
              <a:ext cx="204" cy="149"/>
            </a:xfrm>
            <a:custGeom>
              <a:rect b="b" l="l" r="r" t="t"/>
              <a:pathLst>
                <a:path extrusionOk="0" h="11" w="15">
                  <a:moveTo>
                    <a:pt x="15"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35"/>
            <p:cNvSpPr/>
            <p:nvPr/>
          </p:nvSpPr>
          <p:spPr>
            <a:xfrm>
              <a:off x="2507127" y="1817690"/>
              <a:ext cx="1005" cy="109"/>
            </a:xfrm>
            <a:custGeom>
              <a:rect b="b" l="l" r="r" t="t"/>
              <a:pathLst>
                <a:path extrusionOk="0" h="8" w="74">
                  <a:moveTo>
                    <a:pt x="74"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35"/>
            <p:cNvSpPr/>
            <p:nvPr/>
          </p:nvSpPr>
          <p:spPr>
            <a:xfrm>
              <a:off x="2526665" y="181721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35"/>
            <p:cNvSpPr/>
            <p:nvPr/>
          </p:nvSpPr>
          <p:spPr>
            <a:xfrm>
              <a:off x="2597010" y="1756795"/>
              <a:ext cx="258" cy="14"/>
            </a:xfrm>
            <a:custGeom>
              <a:rect b="b" l="l" r="r" t="t"/>
              <a:pathLst>
                <a:path extrusionOk="0" h="1" w="19">
                  <a:moveTo>
                    <a:pt x="18" y="1"/>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35"/>
            <p:cNvSpPr/>
            <p:nvPr/>
          </p:nvSpPr>
          <p:spPr>
            <a:xfrm>
              <a:off x="2527330" y="1817120"/>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35"/>
            <p:cNvSpPr/>
            <p:nvPr/>
          </p:nvSpPr>
          <p:spPr>
            <a:xfrm>
              <a:off x="2598626" y="1756564"/>
              <a:ext cx="299" cy="54"/>
            </a:xfrm>
            <a:custGeom>
              <a:rect b="b" l="l" r="r" t="t"/>
              <a:pathLst>
                <a:path extrusionOk="0" h="4" w="22">
                  <a:moveTo>
                    <a:pt x="22"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p35"/>
            <p:cNvSpPr/>
            <p:nvPr/>
          </p:nvSpPr>
          <p:spPr>
            <a:xfrm>
              <a:off x="2600337" y="1755940"/>
              <a:ext cx="299" cy="109"/>
            </a:xfrm>
            <a:custGeom>
              <a:rect b="b" l="l" r="r" t="t"/>
              <a:pathLst>
                <a:path extrusionOk="0" h="8" w="22">
                  <a:moveTo>
                    <a:pt x="22"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35"/>
            <p:cNvSpPr/>
            <p:nvPr/>
          </p:nvSpPr>
          <p:spPr>
            <a:xfrm>
              <a:off x="2598056" y="1756659"/>
              <a:ext cx="299" cy="54"/>
            </a:xfrm>
            <a:custGeom>
              <a:rect b="b" l="l" r="r" t="t"/>
              <a:pathLst>
                <a:path extrusionOk="0" h="4" w="22">
                  <a:moveTo>
                    <a:pt x="22"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35"/>
            <p:cNvSpPr/>
            <p:nvPr/>
          </p:nvSpPr>
          <p:spPr>
            <a:xfrm>
              <a:off x="2597485" y="1756754"/>
              <a:ext cx="299" cy="54"/>
            </a:xfrm>
            <a:custGeom>
              <a:rect b="b" l="l" r="r" t="t"/>
              <a:pathLst>
                <a:path extrusionOk="0" h="4" w="22">
                  <a:moveTo>
                    <a:pt x="22" y="0"/>
                  </a:moveTo>
                  <a:lnTo>
                    <a:pt x="1"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35"/>
            <p:cNvSpPr/>
            <p:nvPr/>
          </p:nvSpPr>
          <p:spPr>
            <a:xfrm>
              <a:off x="2601477" y="1755329"/>
              <a:ext cx="258" cy="149"/>
            </a:xfrm>
            <a:custGeom>
              <a:rect b="b" l="l" r="r" t="t"/>
              <a:pathLst>
                <a:path extrusionOk="0" h="11" w="19">
                  <a:moveTo>
                    <a:pt x="18" y="0"/>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35"/>
            <p:cNvSpPr/>
            <p:nvPr/>
          </p:nvSpPr>
          <p:spPr>
            <a:xfrm>
              <a:off x="2508498" y="1817880"/>
              <a:ext cx="923" cy="109"/>
            </a:xfrm>
            <a:custGeom>
              <a:rect b="b" l="l" r="r" t="t"/>
              <a:pathLst>
                <a:path extrusionOk="0" h="8" w="68">
                  <a:moveTo>
                    <a:pt x="67"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35"/>
            <p:cNvSpPr/>
            <p:nvPr/>
          </p:nvSpPr>
          <p:spPr>
            <a:xfrm>
              <a:off x="2600907" y="1755654"/>
              <a:ext cx="258" cy="163"/>
            </a:xfrm>
            <a:custGeom>
              <a:rect b="b" l="l" r="r" t="t"/>
              <a:pathLst>
                <a:path extrusionOk="0" h="12" w="19">
                  <a:moveTo>
                    <a:pt x="18"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35"/>
            <p:cNvSpPr/>
            <p:nvPr/>
          </p:nvSpPr>
          <p:spPr>
            <a:xfrm>
              <a:off x="2504181" y="1817310"/>
              <a:ext cx="1195" cy="149"/>
            </a:xfrm>
            <a:custGeom>
              <a:rect b="b" l="l" r="r" t="t"/>
              <a:pathLst>
                <a:path extrusionOk="0" h="11" w="88">
                  <a:moveTo>
                    <a:pt x="88"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35"/>
            <p:cNvSpPr/>
            <p:nvPr/>
          </p:nvSpPr>
          <p:spPr>
            <a:xfrm>
              <a:off x="2512640" y="1818396"/>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35"/>
            <p:cNvSpPr/>
            <p:nvPr/>
          </p:nvSpPr>
          <p:spPr>
            <a:xfrm>
              <a:off x="2505457" y="1817446"/>
              <a:ext cx="1344" cy="204"/>
            </a:xfrm>
            <a:custGeom>
              <a:rect b="b" l="l" r="r" t="t"/>
              <a:pathLst>
                <a:path extrusionOk="0" h="15" w="99">
                  <a:moveTo>
                    <a:pt x="99" y="1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35"/>
            <p:cNvSpPr/>
            <p:nvPr/>
          </p:nvSpPr>
          <p:spPr>
            <a:xfrm>
              <a:off x="2509788" y="1818070"/>
              <a:ext cx="1195" cy="204"/>
            </a:xfrm>
            <a:custGeom>
              <a:rect b="b" l="l" r="r" t="t"/>
              <a:pathLst>
                <a:path extrusionOk="0" h="15" w="88">
                  <a:moveTo>
                    <a:pt x="88" y="1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35"/>
            <p:cNvSpPr/>
            <p:nvPr/>
          </p:nvSpPr>
          <p:spPr>
            <a:xfrm>
              <a:off x="2511404" y="1818355"/>
              <a:ext cx="149" cy="14"/>
            </a:xfrm>
            <a:custGeom>
              <a:rect b="b" l="l" r="r" t="t"/>
              <a:pathLst>
                <a:path extrusionOk="0" h="1" w="11">
                  <a:moveTo>
                    <a:pt x="1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35"/>
            <p:cNvSpPr/>
            <p:nvPr/>
          </p:nvSpPr>
          <p:spPr>
            <a:xfrm>
              <a:off x="2512029" y="181835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3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3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3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3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3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3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3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3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3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3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35"/>
            <p:cNvSpPr/>
            <p:nvPr/>
          </p:nvSpPr>
          <p:spPr>
            <a:xfrm>
              <a:off x="2759899" y="2034536"/>
              <a:ext cx="923" cy="204"/>
            </a:xfrm>
            <a:custGeom>
              <a:rect b="b" l="l" r="r" t="t"/>
              <a:pathLst>
                <a:path extrusionOk="0" h="15" w="68">
                  <a:moveTo>
                    <a:pt x="67" y="14"/>
                  </a:moveTo>
                  <a:lnTo>
                    <a:pt x="1" y="0"/>
                  </a:lnTo>
                  <a:lnTo>
                    <a:pt x="1" y="0"/>
                  </a:lnTo>
                  <a:lnTo>
                    <a:pt x="67"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3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3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3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3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3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35"/>
            <p:cNvSpPr/>
            <p:nvPr/>
          </p:nvSpPr>
          <p:spPr>
            <a:xfrm>
              <a:off x="2859015" y="2039003"/>
              <a:ext cx="109" cy="14"/>
            </a:xfrm>
            <a:custGeom>
              <a:rect b="b" l="l" r="r" t="t"/>
              <a:pathLst>
                <a:path extrusionOk="0" h="1" w="8">
                  <a:moveTo>
                    <a:pt x="0" y="0"/>
                  </a:moveTo>
                  <a:lnTo>
                    <a:pt x="7"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35"/>
            <p:cNvSpPr/>
            <p:nvPr/>
          </p:nvSpPr>
          <p:spPr>
            <a:xfrm>
              <a:off x="2860481" y="2039098"/>
              <a:ext cx="163" cy="54"/>
            </a:xfrm>
            <a:custGeom>
              <a:rect b="b" l="l" r="r" t="t"/>
              <a:pathLst>
                <a:path extrusionOk="0" h="4" w="12">
                  <a:moveTo>
                    <a:pt x="1" y="4"/>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35"/>
            <p:cNvSpPr/>
            <p:nvPr/>
          </p:nvSpPr>
          <p:spPr>
            <a:xfrm>
              <a:off x="2860156" y="2039193"/>
              <a:ext cx="149" cy="14"/>
            </a:xfrm>
            <a:custGeom>
              <a:rect b="b" l="l" r="r" t="t"/>
              <a:pathLst>
                <a:path extrusionOk="0" h="1" w="11">
                  <a:moveTo>
                    <a:pt x="0" y="0"/>
                  </a:moveTo>
                  <a:lnTo>
                    <a:pt x="1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35"/>
            <p:cNvSpPr/>
            <p:nvPr/>
          </p:nvSpPr>
          <p:spPr>
            <a:xfrm>
              <a:off x="2858160" y="2038569"/>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35"/>
            <p:cNvSpPr/>
            <p:nvPr/>
          </p:nvSpPr>
          <p:spPr>
            <a:xfrm>
              <a:off x="2858581" y="2038759"/>
              <a:ext cx="109" cy="109"/>
            </a:xfrm>
            <a:custGeom>
              <a:rect b="b" l="l" r="r" t="t"/>
              <a:pathLst>
                <a:path extrusionOk="0" h="8" w="8">
                  <a:moveTo>
                    <a:pt x="1" y="1"/>
                  </a:moveTo>
                  <a:lnTo>
                    <a:pt x="8"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35"/>
            <p:cNvSpPr/>
            <p:nvPr/>
          </p:nvSpPr>
          <p:spPr>
            <a:xfrm>
              <a:off x="2860821" y="2038949"/>
              <a:ext cx="109" cy="68"/>
            </a:xfrm>
            <a:custGeom>
              <a:rect b="b" l="l" r="r" t="t"/>
              <a:pathLst>
                <a:path extrusionOk="0" h="5" w="8">
                  <a:moveTo>
                    <a:pt x="0" y="4"/>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35"/>
            <p:cNvSpPr/>
            <p:nvPr/>
          </p:nvSpPr>
          <p:spPr>
            <a:xfrm>
              <a:off x="2852457" y="2033776"/>
              <a:ext cx="109" cy="204"/>
            </a:xfrm>
            <a:custGeom>
              <a:rect b="b" l="l" r="r" t="t"/>
              <a:pathLst>
                <a:path extrusionOk="0" h="15" w="8">
                  <a:moveTo>
                    <a:pt x="0" y="0"/>
                  </a:moveTo>
                  <a:lnTo>
                    <a:pt x="7"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35"/>
            <p:cNvSpPr/>
            <p:nvPr/>
          </p:nvSpPr>
          <p:spPr>
            <a:xfrm>
              <a:off x="2852267" y="2033301"/>
              <a:ext cx="109" cy="244"/>
            </a:xfrm>
            <a:custGeom>
              <a:rect b="b" l="l" r="r" t="t"/>
              <a:pathLst>
                <a:path extrusionOk="0" h="18" w="8">
                  <a:moveTo>
                    <a:pt x="0" y="0"/>
                  </a:moveTo>
                  <a:lnTo>
                    <a:pt x="7"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35"/>
            <p:cNvSpPr/>
            <p:nvPr/>
          </p:nvSpPr>
          <p:spPr>
            <a:xfrm>
              <a:off x="2852647" y="2034156"/>
              <a:ext cx="109" cy="204"/>
            </a:xfrm>
            <a:custGeom>
              <a:rect b="b" l="l" r="r" t="t"/>
              <a:pathLst>
                <a:path extrusionOk="0" h="15" w="8">
                  <a:moveTo>
                    <a:pt x="0" y="0"/>
                  </a:moveTo>
                  <a:lnTo>
                    <a:pt x="7" y="1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35"/>
            <p:cNvSpPr/>
            <p:nvPr/>
          </p:nvSpPr>
          <p:spPr>
            <a:xfrm>
              <a:off x="2852118" y="2032826"/>
              <a:ext cx="109" cy="244"/>
            </a:xfrm>
            <a:custGeom>
              <a:rect b="b" l="l" r="r" t="t"/>
              <a:pathLst>
                <a:path extrusionOk="0" h="18" w="8">
                  <a:moveTo>
                    <a:pt x="1" y="0"/>
                  </a:moveTo>
                  <a:lnTo>
                    <a:pt x="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35"/>
            <p:cNvSpPr/>
            <p:nvPr/>
          </p:nvSpPr>
          <p:spPr>
            <a:xfrm>
              <a:off x="2851602" y="2031060"/>
              <a:ext cx="109" cy="339"/>
            </a:xfrm>
            <a:custGeom>
              <a:rect b="b" l="l" r="r" t="t"/>
              <a:pathLst>
                <a:path extrusionOk="0" h="25" w="8">
                  <a:moveTo>
                    <a:pt x="0" y="0"/>
                  </a:moveTo>
                  <a:lnTo>
                    <a:pt x="7" y="2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35"/>
            <p:cNvSpPr/>
            <p:nvPr/>
          </p:nvSpPr>
          <p:spPr>
            <a:xfrm>
              <a:off x="2851928" y="2032296"/>
              <a:ext cx="109" cy="244"/>
            </a:xfrm>
            <a:custGeom>
              <a:rect b="b" l="l" r="r" t="t"/>
              <a:pathLst>
                <a:path extrusionOk="0" h="18" w="8">
                  <a:moveTo>
                    <a:pt x="1" y="1"/>
                  </a:moveTo>
                  <a:lnTo>
                    <a:pt x="8"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35"/>
            <p:cNvSpPr/>
            <p:nvPr/>
          </p:nvSpPr>
          <p:spPr>
            <a:xfrm>
              <a:off x="2857725" y="2038189"/>
              <a:ext cx="109" cy="109"/>
            </a:xfrm>
            <a:custGeom>
              <a:rect b="b" l="l" r="r" t="t"/>
              <a:pathLst>
                <a:path extrusionOk="0" h="8" w="8">
                  <a:moveTo>
                    <a:pt x="1" y="1"/>
                  </a:moveTo>
                  <a:lnTo>
                    <a:pt x="8"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35"/>
            <p:cNvSpPr/>
            <p:nvPr/>
          </p:nvSpPr>
          <p:spPr>
            <a:xfrm>
              <a:off x="2851792" y="2031671"/>
              <a:ext cx="109" cy="299"/>
            </a:xfrm>
            <a:custGeom>
              <a:rect b="b" l="l" r="r" t="t"/>
              <a:pathLst>
                <a:path extrusionOk="0" h="22" w="8">
                  <a:moveTo>
                    <a:pt x="0" y="1"/>
                  </a:moveTo>
                  <a:lnTo>
                    <a:pt x="7" y="22"/>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35"/>
            <p:cNvSpPr/>
            <p:nvPr/>
          </p:nvSpPr>
          <p:spPr>
            <a:xfrm>
              <a:off x="2852837" y="2034482"/>
              <a:ext cx="54" cy="204"/>
            </a:xfrm>
            <a:custGeom>
              <a:rect b="b" l="l" r="r" t="t"/>
              <a:pathLst>
                <a:path extrusionOk="0" h="15" w="4">
                  <a:moveTo>
                    <a:pt x="0" y="1"/>
                  </a:moveTo>
                  <a:lnTo>
                    <a:pt x="4"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35"/>
            <p:cNvSpPr/>
            <p:nvPr/>
          </p:nvSpPr>
          <p:spPr>
            <a:xfrm>
              <a:off x="2856870" y="2037523"/>
              <a:ext cx="109" cy="109"/>
            </a:xfrm>
            <a:custGeom>
              <a:rect b="b" l="l" r="r" t="t"/>
              <a:pathLst>
                <a:path extrusionOk="0" h="8" w="8">
                  <a:moveTo>
                    <a:pt x="1" y="1"/>
                  </a:moveTo>
                  <a:lnTo>
                    <a:pt x="8"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35"/>
            <p:cNvSpPr/>
            <p:nvPr/>
          </p:nvSpPr>
          <p:spPr>
            <a:xfrm>
              <a:off x="2852973" y="2034821"/>
              <a:ext cx="109" cy="149"/>
            </a:xfrm>
            <a:custGeom>
              <a:rect b="b" l="l" r="r" t="t"/>
              <a:pathLst>
                <a:path extrusionOk="0" h="11" w="8">
                  <a:moveTo>
                    <a:pt x="1" y="0"/>
                  </a:moveTo>
                  <a:lnTo>
                    <a:pt x="8"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35"/>
            <p:cNvSpPr/>
            <p:nvPr/>
          </p:nvSpPr>
          <p:spPr>
            <a:xfrm>
              <a:off x="2854019" y="2035772"/>
              <a:ext cx="109" cy="54"/>
            </a:xfrm>
            <a:custGeom>
              <a:rect b="b" l="l" r="r" t="t"/>
              <a:pathLst>
                <a:path extrusionOk="0" h="4" w="8">
                  <a:moveTo>
                    <a:pt x="1" y="0"/>
                  </a:moveTo>
                  <a:lnTo>
                    <a:pt x="8" y="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35"/>
            <p:cNvSpPr/>
            <p:nvPr/>
          </p:nvSpPr>
          <p:spPr>
            <a:xfrm>
              <a:off x="2857304" y="2037903"/>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35"/>
            <p:cNvSpPr/>
            <p:nvPr/>
          </p:nvSpPr>
          <p:spPr>
            <a:xfrm>
              <a:off x="2854263" y="2035813"/>
              <a:ext cx="54" cy="14"/>
            </a:xfrm>
            <a:custGeom>
              <a:rect b="b" l="l" r="r" t="t"/>
              <a:pathLst>
                <a:path extrusionOk="0" h="1" w="4">
                  <a:moveTo>
                    <a:pt x="0" y="1"/>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35"/>
            <p:cNvSpPr/>
            <p:nvPr/>
          </p:nvSpPr>
          <p:spPr>
            <a:xfrm>
              <a:off x="2853163" y="2035107"/>
              <a:ext cx="109" cy="109"/>
            </a:xfrm>
            <a:custGeom>
              <a:rect b="b" l="l" r="r" t="t"/>
              <a:pathLst>
                <a:path extrusionOk="0" h="8" w="8">
                  <a:moveTo>
                    <a:pt x="1" y="0"/>
                  </a:moveTo>
                  <a:lnTo>
                    <a:pt x="8"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35"/>
            <p:cNvSpPr/>
            <p:nvPr/>
          </p:nvSpPr>
          <p:spPr>
            <a:xfrm>
              <a:off x="2853598" y="2035487"/>
              <a:ext cx="109" cy="109"/>
            </a:xfrm>
            <a:custGeom>
              <a:rect b="b" l="l" r="r" t="t"/>
              <a:pathLst>
                <a:path extrusionOk="0" h="8" w="8">
                  <a:moveTo>
                    <a:pt x="0" y="0"/>
                  </a:moveTo>
                  <a:lnTo>
                    <a:pt x="7"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35"/>
            <p:cNvSpPr/>
            <p:nvPr/>
          </p:nvSpPr>
          <p:spPr>
            <a:xfrm>
              <a:off x="2853788" y="2035622"/>
              <a:ext cx="109" cy="109"/>
            </a:xfrm>
            <a:custGeom>
              <a:rect b="b" l="l" r="r" t="t"/>
              <a:pathLst>
                <a:path extrusionOk="0" h="8" w="8">
                  <a:moveTo>
                    <a:pt x="0" y="1"/>
                  </a:moveTo>
                  <a:lnTo>
                    <a:pt x="7"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35"/>
            <p:cNvSpPr/>
            <p:nvPr/>
          </p:nvSpPr>
          <p:spPr>
            <a:xfrm>
              <a:off x="2859490" y="2039139"/>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3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3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35"/>
            <p:cNvSpPr/>
            <p:nvPr/>
          </p:nvSpPr>
          <p:spPr>
            <a:xfrm>
              <a:off x="2910922" y="2013858"/>
              <a:ext cx="54" cy="14"/>
            </a:xfrm>
            <a:custGeom>
              <a:rect b="b" l="l" r="r" t="t"/>
              <a:pathLst>
                <a:path extrusionOk="0" h="1" w="4">
                  <a:moveTo>
                    <a:pt x="4" y="0"/>
                  </a:moveTo>
                  <a:lnTo>
                    <a:pt x="0" y="0"/>
                  </a:ln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35"/>
            <p:cNvSpPr/>
            <p:nvPr/>
          </p:nvSpPr>
          <p:spPr>
            <a:xfrm>
              <a:off x="2853353" y="2035297"/>
              <a:ext cx="109" cy="109"/>
            </a:xfrm>
            <a:custGeom>
              <a:rect b="b" l="l" r="r" t="t"/>
              <a:pathLst>
                <a:path extrusionOk="0" h="8" w="8">
                  <a:moveTo>
                    <a:pt x="8"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35"/>
            <p:cNvSpPr/>
            <p:nvPr/>
          </p:nvSpPr>
          <p:spPr>
            <a:xfrm>
              <a:off x="2860006" y="2039193"/>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3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35"/>
            <p:cNvSpPr/>
            <p:nvPr/>
          </p:nvSpPr>
          <p:spPr>
            <a:xfrm>
              <a:off x="2909971" y="2013518"/>
              <a:ext cx="109" cy="14"/>
            </a:xfrm>
            <a:custGeom>
              <a:rect b="b" l="l" r="r" t="t"/>
              <a:pathLst>
                <a:path extrusionOk="0" h="1" w="8">
                  <a:moveTo>
                    <a:pt x="0" y="1"/>
                  </a:moveTo>
                  <a:lnTo>
                    <a:pt x="7"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35"/>
            <p:cNvSpPr/>
            <p:nvPr/>
          </p:nvSpPr>
          <p:spPr>
            <a:xfrm>
              <a:off x="2909632" y="2013478"/>
              <a:ext cx="109" cy="14"/>
            </a:xfrm>
            <a:custGeom>
              <a:rect b="b" l="l" r="r" t="t"/>
              <a:pathLst>
                <a:path extrusionOk="0" h="1" w="8">
                  <a:moveTo>
                    <a:pt x="1" y="0"/>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35"/>
            <p:cNvSpPr/>
            <p:nvPr/>
          </p:nvSpPr>
          <p:spPr>
            <a:xfrm>
              <a:off x="2910392" y="2013668"/>
              <a:ext cx="68" cy="14"/>
            </a:xfrm>
            <a:custGeom>
              <a:rect b="b" l="l" r="r" t="t"/>
              <a:pathLst>
                <a:path extrusionOk="0" h="1" w="5">
                  <a:moveTo>
                    <a:pt x="1" y="0"/>
                  </a:moveTo>
                  <a:lnTo>
                    <a:pt x="4"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3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3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35"/>
            <p:cNvSpPr/>
            <p:nvPr/>
          </p:nvSpPr>
          <p:spPr>
            <a:xfrm>
              <a:off x="2962679" y="2114861"/>
              <a:ext cx="54" cy="14"/>
            </a:xfrm>
            <a:custGeom>
              <a:rect b="b" l="l" r="r" t="t"/>
              <a:pathLst>
                <a:path extrusionOk="0" h="1" w="4">
                  <a:moveTo>
                    <a:pt x="4"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3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35"/>
            <p:cNvSpPr/>
            <p:nvPr/>
          </p:nvSpPr>
          <p:spPr>
            <a:xfrm>
              <a:off x="2962544" y="2114806"/>
              <a:ext cx="0" cy="14"/>
            </a:xfrm>
            <a:custGeom>
              <a:rect b="b" l="l" r="r" t="t"/>
              <a:pathLst>
                <a:path extrusionOk="0" h="1" w="120000">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35"/>
            <p:cNvSpPr/>
            <p:nvPr/>
          </p:nvSpPr>
          <p:spPr>
            <a:xfrm>
              <a:off x="2962924" y="2114711"/>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3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3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3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3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3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35"/>
            <p:cNvSpPr/>
            <p:nvPr/>
          </p:nvSpPr>
          <p:spPr>
            <a:xfrm>
              <a:off x="2128057" y="1665391"/>
              <a:ext cx="299" cy="204"/>
            </a:xfrm>
            <a:custGeom>
              <a:rect b="b" l="l" r="r" t="t"/>
              <a:pathLst>
                <a:path extrusionOk="0" h="15" w="22">
                  <a:moveTo>
                    <a:pt x="21" y="14"/>
                  </a:moveTo>
                  <a:lnTo>
                    <a:pt x="0" y="0"/>
                  </a:ln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35"/>
            <p:cNvSpPr/>
            <p:nvPr/>
          </p:nvSpPr>
          <p:spPr>
            <a:xfrm>
              <a:off x="2142734" y="1667061"/>
              <a:ext cx="923" cy="149"/>
            </a:xfrm>
            <a:custGeom>
              <a:rect b="b" l="l" r="r" t="t"/>
              <a:pathLst>
                <a:path extrusionOk="0" h="11" w="68">
                  <a:moveTo>
                    <a:pt x="67" y="11"/>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35"/>
            <p:cNvSpPr/>
            <p:nvPr/>
          </p:nvSpPr>
          <p:spPr>
            <a:xfrm>
              <a:off x="2105477" y="1674515"/>
              <a:ext cx="299" cy="14"/>
            </a:xfrm>
            <a:custGeom>
              <a:rect b="b" l="l" r="r" t="t"/>
              <a:pathLst>
                <a:path extrusionOk="0" h="1" w="22">
                  <a:moveTo>
                    <a:pt x="21"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35"/>
            <p:cNvSpPr/>
            <p:nvPr/>
          </p:nvSpPr>
          <p:spPr>
            <a:xfrm>
              <a:off x="2105097" y="1674570"/>
              <a:ext cx="299" cy="14"/>
            </a:xfrm>
            <a:custGeom>
              <a:rect b="b" l="l" r="r" t="t"/>
              <a:pathLst>
                <a:path extrusionOk="0" h="1" w="22">
                  <a:moveTo>
                    <a:pt x="21"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35"/>
            <p:cNvSpPr/>
            <p:nvPr/>
          </p:nvSpPr>
          <p:spPr>
            <a:xfrm>
              <a:off x="2101866" y="1674610"/>
              <a:ext cx="2770" cy="204"/>
            </a:xfrm>
            <a:custGeom>
              <a:rect b="b" l="l" r="r" t="t"/>
              <a:pathLst>
                <a:path extrusionOk="0" h="15" w="204">
                  <a:moveTo>
                    <a:pt x="203" y="1"/>
                  </a:moveTo>
                  <a:lnTo>
                    <a:pt x="0" y="1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35"/>
            <p:cNvSpPr/>
            <p:nvPr/>
          </p:nvSpPr>
          <p:spPr>
            <a:xfrm>
              <a:off x="2104622" y="1674570"/>
              <a:ext cx="394" cy="14"/>
            </a:xfrm>
            <a:custGeom>
              <a:rect b="b" l="l" r="r" t="t"/>
              <a:pathLst>
                <a:path extrusionOk="0" h="1" w="29">
                  <a:moveTo>
                    <a:pt x="28" y="0"/>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35"/>
            <p:cNvSpPr/>
            <p:nvPr/>
          </p:nvSpPr>
          <p:spPr>
            <a:xfrm>
              <a:off x="2101526" y="1674855"/>
              <a:ext cx="299" cy="14"/>
            </a:xfrm>
            <a:custGeom>
              <a:rect b="b" l="l" r="r" t="t"/>
              <a:pathLst>
                <a:path extrusionOk="0" h="1" w="22">
                  <a:moveTo>
                    <a:pt x="1" y="0"/>
                  </a:moveTo>
                  <a:lnTo>
                    <a:pt x="22"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35"/>
            <p:cNvSpPr/>
            <p:nvPr/>
          </p:nvSpPr>
          <p:spPr>
            <a:xfrm>
              <a:off x="2127296" y="1665391"/>
              <a:ext cx="774" cy="720"/>
            </a:xfrm>
            <a:custGeom>
              <a:rect b="b" l="l" r="r" t="t"/>
              <a:pathLst>
                <a:path extrusionOk="0" h="53" w="57">
                  <a:moveTo>
                    <a:pt x="0" y="53"/>
                  </a:moveTo>
                  <a:lnTo>
                    <a:pt x="56" y="0"/>
                  </a:lnTo>
                  <a:lnTo>
                    <a:pt x="56"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35"/>
            <p:cNvSpPr/>
            <p:nvPr/>
          </p:nvSpPr>
          <p:spPr>
            <a:xfrm>
              <a:off x="2106903" y="1674475"/>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35"/>
            <p:cNvSpPr/>
            <p:nvPr/>
          </p:nvSpPr>
          <p:spPr>
            <a:xfrm>
              <a:off x="2106659" y="167447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35"/>
            <p:cNvSpPr/>
            <p:nvPr/>
          </p:nvSpPr>
          <p:spPr>
            <a:xfrm>
              <a:off x="2105858" y="1674515"/>
              <a:ext cx="244" cy="14"/>
            </a:xfrm>
            <a:custGeom>
              <a:rect b="b" l="l" r="r" t="t"/>
              <a:pathLst>
                <a:path extrusionOk="0" h="1" w="18">
                  <a:moveTo>
                    <a:pt x="18" y="1"/>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35"/>
            <p:cNvSpPr/>
            <p:nvPr/>
          </p:nvSpPr>
          <p:spPr>
            <a:xfrm>
              <a:off x="2107134" y="1674475"/>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35"/>
            <p:cNvSpPr/>
            <p:nvPr/>
          </p:nvSpPr>
          <p:spPr>
            <a:xfrm>
              <a:off x="2106183" y="1674475"/>
              <a:ext cx="204" cy="14"/>
            </a:xfrm>
            <a:custGeom>
              <a:rect b="b" l="l" r="r" t="t"/>
              <a:pathLst>
                <a:path extrusionOk="0" h="1" w="15">
                  <a:moveTo>
                    <a:pt x="15"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3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35"/>
            <p:cNvSpPr/>
            <p:nvPr/>
          </p:nvSpPr>
          <p:spPr>
            <a:xfrm>
              <a:off x="2101771" y="1676416"/>
              <a:ext cx="54" cy="109"/>
            </a:xfrm>
            <a:custGeom>
              <a:rect b="b" l="l" r="r" t="t"/>
              <a:pathLst>
                <a:path extrusionOk="0" h="8" w="4">
                  <a:moveTo>
                    <a:pt x="4"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3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35"/>
            <p:cNvSpPr/>
            <p:nvPr/>
          </p:nvSpPr>
          <p:spPr>
            <a:xfrm>
              <a:off x="2106374" y="1691813"/>
              <a:ext cx="163" cy="353"/>
            </a:xfrm>
            <a:custGeom>
              <a:rect b="b" l="l" r="r" t="t"/>
              <a:pathLst>
                <a:path extrusionOk="0" h="26" w="12">
                  <a:moveTo>
                    <a:pt x="1" y="25"/>
                  </a:moveTo>
                  <a:lnTo>
                    <a:pt x="1" y="25"/>
                  </a:lnTo>
                  <a:lnTo>
                    <a:pt x="1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35"/>
            <p:cNvSpPr/>
            <p:nvPr/>
          </p:nvSpPr>
          <p:spPr>
            <a:xfrm>
              <a:off x="2101676" y="1676280"/>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3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3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35"/>
            <p:cNvSpPr/>
            <p:nvPr/>
          </p:nvSpPr>
          <p:spPr>
            <a:xfrm>
              <a:off x="2143304" y="1674760"/>
              <a:ext cx="14" cy="489"/>
            </a:xfrm>
            <a:custGeom>
              <a:rect b="b" l="l" r="r" t="t"/>
              <a:pathLst>
                <a:path extrusionOk="0" h="36" w="1">
                  <a:moveTo>
                    <a:pt x="1" y="0"/>
                  </a:moveTo>
                  <a:lnTo>
                    <a:pt x="1" y="3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3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35"/>
            <p:cNvSpPr/>
            <p:nvPr/>
          </p:nvSpPr>
          <p:spPr>
            <a:xfrm>
              <a:off x="2143304" y="1672044"/>
              <a:ext cx="14" cy="258"/>
            </a:xfrm>
            <a:custGeom>
              <a:rect b="b" l="l" r="r" t="t"/>
              <a:pathLst>
                <a:path extrusionOk="0" h="19" w="1">
                  <a:moveTo>
                    <a:pt x="1" y="1"/>
                  </a:moveTo>
                  <a:lnTo>
                    <a:pt x="1" y="1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35"/>
            <p:cNvSpPr/>
            <p:nvPr/>
          </p:nvSpPr>
          <p:spPr>
            <a:xfrm>
              <a:off x="2143304" y="1673524"/>
              <a:ext cx="14" cy="394"/>
            </a:xfrm>
            <a:custGeom>
              <a:rect b="b" l="l" r="r" t="t"/>
              <a:pathLst>
                <a:path extrusionOk="0" h="29" w="1">
                  <a:moveTo>
                    <a:pt x="1" y="2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3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35"/>
            <p:cNvSpPr/>
            <p:nvPr/>
          </p:nvSpPr>
          <p:spPr>
            <a:xfrm>
              <a:off x="2143589" y="1667251"/>
              <a:ext cx="68" cy="394"/>
            </a:xfrm>
            <a:custGeom>
              <a:rect b="b" l="l" r="r" t="t"/>
              <a:pathLst>
                <a:path extrusionOk="0" h="29" w="5">
                  <a:moveTo>
                    <a:pt x="4" y="0"/>
                  </a:moveTo>
                  <a:lnTo>
                    <a:pt x="1" y="2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3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35"/>
            <p:cNvSpPr/>
            <p:nvPr/>
          </p:nvSpPr>
          <p:spPr>
            <a:xfrm>
              <a:off x="2184336" y="1702281"/>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35"/>
            <p:cNvSpPr/>
            <p:nvPr/>
          </p:nvSpPr>
          <p:spPr>
            <a:xfrm>
              <a:off x="2184376" y="1702661"/>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35"/>
            <p:cNvSpPr/>
            <p:nvPr/>
          </p:nvSpPr>
          <p:spPr>
            <a:xfrm>
              <a:off x="2184376" y="1702417"/>
              <a:ext cx="14" cy="14"/>
            </a:xfrm>
            <a:custGeom>
              <a:rect b="b" l="l" r="r" t="t"/>
              <a:pathLst>
                <a:path extrusionOk="0" h="1" w="1">
                  <a:moveTo>
                    <a:pt x="1"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35"/>
            <p:cNvSpPr/>
            <p:nvPr/>
          </p:nvSpPr>
          <p:spPr>
            <a:xfrm>
              <a:off x="2184336" y="1702132"/>
              <a:ext cx="14" cy="68"/>
            </a:xfrm>
            <a:custGeom>
              <a:rect b="b" l="l" r="r" t="t"/>
              <a:pathLst>
                <a:path extrusionOk="0" h="5" w="1">
                  <a:moveTo>
                    <a:pt x="0" y="1"/>
                  </a:moveTo>
                  <a:lnTo>
                    <a:pt x="0" y="4"/>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3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35"/>
            <p:cNvSpPr/>
            <p:nvPr/>
          </p:nvSpPr>
          <p:spPr>
            <a:xfrm>
              <a:off x="2184241" y="1703558"/>
              <a:ext cx="14" cy="204"/>
            </a:xfrm>
            <a:custGeom>
              <a:rect b="b" l="l" r="r" t="t"/>
              <a:pathLst>
                <a:path extrusionOk="0" h="15" w="1">
                  <a:moveTo>
                    <a:pt x="0"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35"/>
            <p:cNvSpPr/>
            <p:nvPr/>
          </p:nvSpPr>
          <p:spPr>
            <a:xfrm>
              <a:off x="2184145" y="1704033"/>
              <a:ext cx="54" cy="204"/>
            </a:xfrm>
            <a:custGeom>
              <a:rect b="b" l="l" r="r" t="t"/>
              <a:pathLst>
                <a:path extrusionOk="0" h="15" w="4">
                  <a:moveTo>
                    <a:pt x="0" y="15"/>
                  </a:moveTo>
                  <a:lnTo>
                    <a:pt x="4"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35"/>
            <p:cNvSpPr/>
            <p:nvPr/>
          </p:nvSpPr>
          <p:spPr>
            <a:xfrm>
              <a:off x="2185422" y="1699525"/>
              <a:ext cx="109" cy="149"/>
            </a:xfrm>
            <a:custGeom>
              <a:rect b="b" l="l" r="r" t="t"/>
              <a:pathLst>
                <a:path extrusionOk="0" h="11" w="8">
                  <a:moveTo>
                    <a:pt x="1" y="11"/>
                  </a:moveTo>
                  <a:lnTo>
                    <a:pt x="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35"/>
            <p:cNvSpPr/>
            <p:nvPr/>
          </p:nvSpPr>
          <p:spPr>
            <a:xfrm>
              <a:off x="2184336" y="1702987"/>
              <a:ext cx="14" cy="14"/>
            </a:xfrm>
            <a:custGeom>
              <a:rect b="b" l="l" r="r" t="t"/>
              <a:pathLst>
                <a:path extrusionOk="0" h="1" w="1">
                  <a:moveTo>
                    <a:pt x="0" y="1"/>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35"/>
            <p:cNvSpPr/>
            <p:nvPr/>
          </p:nvSpPr>
          <p:spPr>
            <a:xfrm>
              <a:off x="2184336" y="1703232"/>
              <a:ext cx="14" cy="109"/>
            </a:xfrm>
            <a:custGeom>
              <a:rect b="b" l="l" r="r" t="t"/>
              <a:pathLst>
                <a:path extrusionOk="0" h="8" w="1">
                  <a:moveTo>
                    <a:pt x="0" y="7"/>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3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3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3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3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3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3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35"/>
            <p:cNvSpPr/>
            <p:nvPr/>
          </p:nvSpPr>
          <p:spPr>
            <a:xfrm>
              <a:off x="2190649" y="1692628"/>
              <a:ext cx="14" cy="14"/>
            </a:xfrm>
            <a:custGeom>
              <a:rect b="b" l="l" r="r" t="t"/>
              <a:pathLst>
                <a:path extrusionOk="0" h="1" w="1">
                  <a:moveTo>
                    <a:pt x="1"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3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3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35"/>
            <p:cNvSpPr/>
            <p:nvPr/>
          </p:nvSpPr>
          <p:spPr>
            <a:xfrm>
              <a:off x="2186331" y="1673334"/>
              <a:ext cx="14" cy="109"/>
            </a:xfrm>
            <a:custGeom>
              <a:rect b="b" l="l" r="r" t="t"/>
              <a:pathLst>
                <a:path extrusionOk="0" h="8" w="1">
                  <a:moveTo>
                    <a:pt x="0" y="0"/>
                  </a:moveTo>
                  <a:lnTo>
                    <a:pt x="0"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3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3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3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3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3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3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3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35"/>
            <p:cNvSpPr/>
            <p:nvPr/>
          </p:nvSpPr>
          <p:spPr>
            <a:xfrm>
              <a:off x="2190989" y="1685119"/>
              <a:ext cx="14" cy="14"/>
            </a:xfrm>
            <a:custGeom>
              <a:rect b="b" l="l" r="r" t="t"/>
              <a:pathLst>
                <a:path extrusionOk="0" h="1" w="1">
                  <a:moveTo>
                    <a:pt x="0" y="0"/>
                  </a:move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3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3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35"/>
            <p:cNvSpPr/>
            <p:nvPr/>
          </p:nvSpPr>
          <p:spPr>
            <a:xfrm>
              <a:off x="2192740" y="1702512"/>
              <a:ext cx="163" cy="68"/>
            </a:xfrm>
            <a:custGeom>
              <a:rect b="b" l="l" r="r" t="t"/>
              <a:pathLst>
                <a:path extrusionOk="0" h="5" w="12">
                  <a:moveTo>
                    <a:pt x="1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35"/>
            <p:cNvSpPr/>
            <p:nvPr/>
          </p:nvSpPr>
          <p:spPr>
            <a:xfrm>
              <a:off x="2194546" y="1703272"/>
              <a:ext cx="679" cy="353"/>
            </a:xfrm>
            <a:custGeom>
              <a:rect b="b" l="l" r="r" t="t"/>
              <a:pathLst>
                <a:path extrusionOk="0" h="26" w="50">
                  <a:moveTo>
                    <a:pt x="50" y="2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35"/>
            <p:cNvSpPr/>
            <p:nvPr/>
          </p:nvSpPr>
          <p:spPr>
            <a:xfrm>
              <a:off x="2193270" y="1702661"/>
              <a:ext cx="299" cy="149"/>
            </a:xfrm>
            <a:custGeom>
              <a:rect b="b" l="l" r="r" t="t"/>
              <a:pathLst>
                <a:path extrusionOk="0" h="11" w="22">
                  <a:moveTo>
                    <a:pt x="21" y="11"/>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35"/>
            <p:cNvSpPr/>
            <p:nvPr/>
          </p:nvSpPr>
          <p:spPr>
            <a:xfrm>
              <a:off x="2195646" y="1703843"/>
              <a:ext cx="299" cy="204"/>
            </a:xfrm>
            <a:custGeom>
              <a:rect b="b" l="l" r="r" t="t"/>
              <a:pathLst>
                <a:path extrusionOk="0" h="15" w="22">
                  <a:moveTo>
                    <a:pt x="21" y="15"/>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35"/>
            <p:cNvSpPr/>
            <p:nvPr/>
          </p:nvSpPr>
          <p:spPr>
            <a:xfrm>
              <a:off x="2196067" y="1672098"/>
              <a:ext cx="204" cy="54"/>
            </a:xfrm>
            <a:custGeom>
              <a:rect b="b" l="l" r="r" t="t"/>
              <a:pathLst>
                <a:path extrusionOk="0" h="4" w="15">
                  <a:moveTo>
                    <a:pt x="15" y="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35"/>
            <p:cNvSpPr/>
            <p:nvPr/>
          </p:nvSpPr>
          <p:spPr>
            <a:xfrm>
              <a:off x="2197017" y="1672289"/>
              <a:ext cx="163" cy="14"/>
            </a:xfrm>
            <a:custGeom>
              <a:rect b="b" l="l" r="r" t="t"/>
              <a:pathLst>
                <a:path extrusionOk="0" h="1" w="12">
                  <a:moveTo>
                    <a:pt x="11" y="0"/>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35"/>
            <p:cNvSpPr/>
            <p:nvPr/>
          </p:nvSpPr>
          <p:spPr>
            <a:xfrm>
              <a:off x="2196596" y="1672194"/>
              <a:ext cx="244" cy="54"/>
            </a:xfrm>
            <a:custGeom>
              <a:rect b="b" l="l" r="r" t="t"/>
              <a:pathLst>
                <a:path extrusionOk="0" h="4" w="18">
                  <a:moveTo>
                    <a:pt x="18" y="4"/>
                  </a:moveTo>
                  <a:lnTo>
                    <a:pt x="0"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3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35"/>
            <p:cNvSpPr/>
            <p:nvPr/>
          </p:nvSpPr>
          <p:spPr>
            <a:xfrm>
              <a:off x="2196311" y="1672139"/>
              <a:ext cx="204" cy="68"/>
            </a:xfrm>
            <a:custGeom>
              <a:rect b="b" l="l" r="r" t="t"/>
              <a:pathLst>
                <a:path extrusionOk="0" h="5" w="15">
                  <a:moveTo>
                    <a:pt x="14" y="4"/>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35"/>
            <p:cNvSpPr/>
            <p:nvPr/>
          </p:nvSpPr>
          <p:spPr>
            <a:xfrm>
              <a:off x="2197397" y="1672614"/>
              <a:ext cx="68" cy="109"/>
            </a:xfrm>
            <a:custGeom>
              <a:rect b="b" l="l" r="r" t="t"/>
              <a:pathLst>
                <a:path extrusionOk="0" h="8" w="5">
                  <a:moveTo>
                    <a:pt x="4" y="8"/>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35"/>
            <p:cNvSpPr/>
            <p:nvPr/>
          </p:nvSpPr>
          <p:spPr>
            <a:xfrm>
              <a:off x="2197546" y="1672900"/>
              <a:ext cx="54" cy="109"/>
            </a:xfrm>
            <a:custGeom>
              <a:rect b="b" l="l" r="r" t="t"/>
              <a:pathLst>
                <a:path extrusionOk="0" h="8" w="4">
                  <a:moveTo>
                    <a:pt x="4"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35"/>
            <p:cNvSpPr/>
            <p:nvPr/>
          </p:nvSpPr>
          <p:spPr>
            <a:xfrm>
              <a:off x="2197302" y="1672329"/>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3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35"/>
            <p:cNvSpPr/>
            <p:nvPr/>
          </p:nvSpPr>
          <p:spPr>
            <a:xfrm>
              <a:off x="2198253" y="1673904"/>
              <a:ext cx="109" cy="109"/>
            </a:xfrm>
            <a:custGeom>
              <a:rect b="b" l="l" r="r" t="t"/>
              <a:pathLst>
                <a:path extrusionOk="0" h="8" w="8">
                  <a:moveTo>
                    <a:pt x="8" y="7"/>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35"/>
            <p:cNvSpPr/>
            <p:nvPr/>
          </p:nvSpPr>
          <p:spPr>
            <a:xfrm>
              <a:off x="2198022" y="1673565"/>
              <a:ext cx="54" cy="109"/>
            </a:xfrm>
            <a:custGeom>
              <a:rect b="b" l="l" r="r" t="t"/>
              <a:pathLst>
                <a:path extrusionOk="0" h="8" w="4">
                  <a:moveTo>
                    <a:pt x="4" y="8"/>
                  </a:moveTo>
                  <a:lnTo>
                    <a:pt x="0"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35"/>
            <p:cNvSpPr/>
            <p:nvPr/>
          </p:nvSpPr>
          <p:spPr>
            <a:xfrm>
              <a:off x="2197777" y="1673280"/>
              <a:ext cx="14" cy="68"/>
            </a:xfrm>
            <a:custGeom>
              <a:rect b="b" l="l" r="r" t="t"/>
              <a:pathLst>
                <a:path extrusionOk="0" h="5" w="1">
                  <a:moveTo>
                    <a:pt x="1" y="4"/>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3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3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3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3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3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35"/>
            <p:cNvSpPr/>
            <p:nvPr/>
          </p:nvSpPr>
          <p:spPr>
            <a:xfrm>
              <a:off x="2200208" y="1705703"/>
              <a:ext cx="2444" cy="489"/>
            </a:xfrm>
            <a:custGeom>
              <a:rect b="b" l="l" r="r" t="t"/>
              <a:pathLst>
                <a:path extrusionOk="0" h="36" w="180">
                  <a:moveTo>
                    <a:pt x="179" y="0"/>
                  </a:moveTo>
                  <a:lnTo>
                    <a:pt x="0" y="35"/>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35"/>
            <p:cNvSpPr/>
            <p:nvPr/>
          </p:nvSpPr>
          <p:spPr>
            <a:xfrm>
              <a:off x="2207906" y="1704657"/>
              <a:ext cx="584" cy="109"/>
            </a:xfrm>
            <a:custGeom>
              <a:rect b="b" l="l" r="r" t="t"/>
              <a:pathLst>
                <a:path extrusionOk="0" h="8" w="43">
                  <a:moveTo>
                    <a:pt x="43"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35"/>
            <p:cNvSpPr/>
            <p:nvPr/>
          </p:nvSpPr>
          <p:spPr>
            <a:xfrm>
              <a:off x="2208857" y="1704467"/>
              <a:ext cx="543" cy="109"/>
            </a:xfrm>
            <a:custGeom>
              <a:rect b="b" l="l" r="r" t="t"/>
              <a:pathLst>
                <a:path extrusionOk="0" h="8" w="40">
                  <a:moveTo>
                    <a:pt x="39"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35"/>
            <p:cNvSpPr/>
            <p:nvPr/>
          </p:nvSpPr>
          <p:spPr>
            <a:xfrm>
              <a:off x="2206100" y="1704942"/>
              <a:ext cx="584" cy="109"/>
            </a:xfrm>
            <a:custGeom>
              <a:rect b="b" l="l" r="r" t="t"/>
              <a:pathLst>
                <a:path extrusionOk="0" h="8" w="43">
                  <a:moveTo>
                    <a:pt x="43"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35"/>
            <p:cNvSpPr/>
            <p:nvPr/>
          </p:nvSpPr>
          <p:spPr>
            <a:xfrm>
              <a:off x="2209766" y="1704318"/>
              <a:ext cx="489" cy="109"/>
            </a:xfrm>
            <a:custGeom>
              <a:rect b="b" l="l" r="r" t="t"/>
              <a:pathLst>
                <a:path extrusionOk="0" h="8" w="36">
                  <a:moveTo>
                    <a:pt x="35"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35"/>
            <p:cNvSpPr/>
            <p:nvPr/>
          </p:nvSpPr>
          <p:spPr>
            <a:xfrm>
              <a:off x="2203493" y="1705418"/>
              <a:ext cx="625" cy="149"/>
            </a:xfrm>
            <a:custGeom>
              <a:rect b="b" l="l" r="r" t="t"/>
              <a:pathLst>
                <a:path extrusionOk="0" h="11" w="46">
                  <a:moveTo>
                    <a:pt x="46" y="0"/>
                  </a:moveTo>
                  <a:lnTo>
                    <a:pt x="0"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35"/>
            <p:cNvSpPr/>
            <p:nvPr/>
          </p:nvSpPr>
          <p:spPr>
            <a:xfrm>
              <a:off x="2210662" y="1704182"/>
              <a:ext cx="489" cy="109"/>
            </a:xfrm>
            <a:custGeom>
              <a:rect b="b" l="l" r="r" t="t"/>
              <a:pathLst>
                <a:path extrusionOk="0" h="8" w="36">
                  <a:moveTo>
                    <a:pt x="36" y="0"/>
                  </a:moveTo>
                  <a:lnTo>
                    <a:pt x="1" y="7"/>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35"/>
            <p:cNvSpPr/>
            <p:nvPr/>
          </p:nvSpPr>
          <p:spPr>
            <a:xfrm>
              <a:off x="2205150" y="1705078"/>
              <a:ext cx="679" cy="163"/>
            </a:xfrm>
            <a:custGeom>
              <a:rect b="b" l="l" r="r" t="t"/>
              <a:pathLst>
                <a:path extrusionOk="0" h="12" w="50">
                  <a:moveTo>
                    <a:pt x="50"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35"/>
            <p:cNvSpPr/>
            <p:nvPr/>
          </p:nvSpPr>
          <p:spPr>
            <a:xfrm>
              <a:off x="2202679" y="1705553"/>
              <a:ext cx="679" cy="163"/>
            </a:xfrm>
            <a:custGeom>
              <a:rect b="b" l="l" r="r" t="t"/>
              <a:pathLst>
                <a:path extrusionOk="0" h="12" w="50">
                  <a:moveTo>
                    <a:pt x="50" y="1"/>
                  </a:moveTo>
                  <a:lnTo>
                    <a:pt x="1" y="1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35"/>
            <p:cNvSpPr/>
            <p:nvPr/>
          </p:nvSpPr>
          <p:spPr>
            <a:xfrm>
              <a:off x="2204295" y="1705268"/>
              <a:ext cx="679" cy="109"/>
            </a:xfrm>
            <a:custGeom>
              <a:rect b="b" l="l" r="r" t="t"/>
              <a:pathLst>
                <a:path extrusionOk="0" h="8" w="50">
                  <a:moveTo>
                    <a:pt x="50" y="1"/>
                  </a:moveTo>
                  <a:lnTo>
                    <a:pt x="1"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35"/>
            <p:cNvSpPr/>
            <p:nvPr/>
          </p:nvSpPr>
          <p:spPr>
            <a:xfrm>
              <a:off x="2207010" y="1704793"/>
              <a:ext cx="584" cy="109"/>
            </a:xfrm>
            <a:custGeom>
              <a:rect b="b" l="l" r="r" t="t"/>
              <a:pathLst>
                <a:path extrusionOk="0" h="8" w="43">
                  <a:moveTo>
                    <a:pt x="42" y="1"/>
                  </a:moveTo>
                  <a:lnTo>
                    <a:pt x="0" y="8"/>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35"/>
            <p:cNvSpPr/>
            <p:nvPr/>
          </p:nvSpPr>
          <p:spPr>
            <a:xfrm>
              <a:off x="2189604" y="1699050"/>
              <a:ext cx="299" cy="339"/>
            </a:xfrm>
            <a:custGeom>
              <a:rect b="b" l="l" r="r" t="t"/>
              <a:pathLst>
                <a:path extrusionOk="0" h="25" w="22">
                  <a:moveTo>
                    <a:pt x="22" y="25"/>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35"/>
            <p:cNvSpPr/>
            <p:nvPr/>
          </p:nvSpPr>
          <p:spPr>
            <a:xfrm>
              <a:off x="2190364" y="1699946"/>
              <a:ext cx="353" cy="394"/>
            </a:xfrm>
            <a:custGeom>
              <a:rect b="b" l="l" r="r" t="t"/>
              <a:pathLst>
                <a:path extrusionOk="0" h="29" w="26">
                  <a:moveTo>
                    <a:pt x="25" y="29"/>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35"/>
            <p:cNvSpPr/>
            <p:nvPr/>
          </p:nvSpPr>
          <p:spPr>
            <a:xfrm>
              <a:off x="2191314" y="1701046"/>
              <a:ext cx="299" cy="394"/>
            </a:xfrm>
            <a:custGeom>
              <a:rect b="b" l="l" r="r" t="t"/>
              <a:pathLst>
                <a:path extrusionOk="0" h="29" w="22">
                  <a:moveTo>
                    <a:pt x="22" y="2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35"/>
            <p:cNvSpPr/>
            <p:nvPr/>
          </p:nvSpPr>
          <p:spPr>
            <a:xfrm>
              <a:off x="2188178" y="1697475"/>
              <a:ext cx="258" cy="299"/>
            </a:xfrm>
            <a:custGeom>
              <a:rect b="b" l="l" r="r" t="t"/>
              <a:pathLst>
                <a:path extrusionOk="0" h="22" w="19">
                  <a:moveTo>
                    <a:pt x="18" y="22"/>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35"/>
            <p:cNvSpPr/>
            <p:nvPr/>
          </p:nvSpPr>
          <p:spPr>
            <a:xfrm>
              <a:off x="2188843" y="1698235"/>
              <a:ext cx="299" cy="353"/>
            </a:xfrm>
            <a:custGeom>
              <a:rect b="b" l="l" r="r" t="t"/>
              <a:pathLst>
                <a:path extrusionOk="0" h="26" w="22">
                  <a:moveTo>
                    <a:pt x="22" y="25"/>
                  </a:moveTo>
                  <a:lnTo>
                    <a:pt x="1" y="1"/>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35"/>
            <p:cNvSpPr/>
            <p:nvPr/>
          </p:nvSpPr>
          <p:spPr>
            <a:xfrm>
              <a:off x="2191980" y="1701901"/>
              <a:ext cx="299" cy="394"/>
            </a:xfrm>
            <a:custGeom>
              <a:rect b="b" l="l" r="r" t="t"/>
              <a:pathLst>
                <a:path extrusionOk="0" h="29" w="22">
                  <a:moveTo>
                    <a:pt x="22" y="28"/>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35"/>
            <p:cNvSpPr/>
            <p:nvPr/>
          </p:nvSpPr>
          <p:spPr>
            <a:xfrm>
              <a:off x="2187513" y="1696769"/>
              <a:ext cx="204" cy="204"/>
            </a:xfrm>
            <a:custGeom>
              <a:rect b="b" l="l" r="r" t="t"/>
              <a:pathLst>
                <a:path extrusionOk="0" h="15" w="15">
                  <a:moveTo>
                    <a:pt x="15" y="14"/>
                  </a:moveTo>
                  <a:lnTo>
                    <a:pt x="1" y="0"/>
                  </a:lnTo>
                  <a:close/>
                </a:path>
              </a:pathLst>
            </a:cu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70" name="Google Shape;4870;p35"/>
          <p:cNvGrpSpPr/>
          <p:nvPr/>
        </p:nvGrpSpPr>
        <p:grpSpPr>
          <a:xfrm>
            <a:off x="4334317" y="2559855"/>
            <a:ext cx="177767" cy="177767"/>
            <a:chOff x="8565775" y="671075"/>
            <a:chExt cx="441000" cy="441000"/>
          </a:xfrm>
        </p:grpSpPr>
        <p:sp>
          <p:nvSpPr>
            <p:cNvPr id="4871" name="Google Shape;4871;p35"/>
            <p:cNvSpPr/>
            <p:nvPr/>
          </p:nvSpPr>
          <p:spPr>
            <a:xfrm>
              <a:off x="8565775" y="671075"/>
              <a:ext cx="441000" cy="4410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35"/>
            <p:cNvSpPr/>
            <p:nvPr/>
          </p:nvSpPr>
          <p:spPr>
            <a:xfrm>
              <a:off x="8706625" y="811925"/>
              <a:ext cx="159300" cy="1593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73" name="Google Shape;4873;p35"/>
          <p:cNvGrpSpPr/>
          <p:nvPr/>
        </p:nvGrpSpPr>
        <p:grpSpPr>
          <a:xfrm>
            <a:off x="2453632" y="2559855"/>
            <a:ext cx="177767" cy="177767"/>
            <a:chOff x="8565775" y="671075"/>
            <a:chExt cx="441000" cy="441000"/>
          </a:xfrm>
        </p:grpSpPr>
        <p:sp>
          <p:nvSpPr>
            <p:cNvPr id="4874" name="Google Shape;4874;p35"/>
            <p:cNvSpPr/>
            <p:nvPr/>
          </p:nvSpPr>
          <p:spPr>
            <a:xfrm>
              <a:off x="8565775" y="671075"/>
              <a:ext cx="441000" cy="4410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35"/>
            <p:cNvSpPr/>
            <p:nvPr/>
          </p:nvSpPr>
          <p:spPr>
            <a:xfrm>
              <a:off x="8706625" y="811925"/>
              <a:ext cx="159300" cy="1593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76" name="Google Shape;4876;p35"/>
          <p:cNvGrpSpPr/>
          <p:nvPr/>
        </p:nvGrpSpPr>
        <p:grpSpPr>
          <a:xfrm>
            <a:off x="6870577" y="3830696"/>
            <a:ext cx="138077" cy="138077"/>
            <a:chOff x="8565775" y="671075"/>
            <a:chExt cx="441000" cy="441000"/>
          </a:xfrm>
        </p:grpSpPr>
        <p:sp>
          <p:nvSpPr>
            <p:cNvPr id="4877" name="Google Shape;4877;p35"/>
            <p:cNvSpPr/>
            <p:nvPr/>
          </p:nvSpPr>
          <p:spPr>
            <a:xfrm>
              <a:off x="8565775" y="671075"/>
              <a:ext cx="441000" cy="4410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35"/>
            <p:cNvSpPr/>
            <p:nvPr/>
          </p:nvSpPr>
          <p:spPr>
            <a:xfrm>
              <a:off x="8706625" y="811925"/>
              <a:ext cx="159300" cy="1593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79" name="Google Shape;4879;p35"/>
          <p:cNvGrpSpPr/>
          <p:nvPr/>
        </p:nvGrpSpPr>
        <p:grpSpPr>
          <a:xfrm>
            <a:off x="719520" y="3732407"/>
            <a:ext cx="187557" cy="187557"/>
            <a:chOff x="8565775" y="671075"/>
            <a:chExt cx="441000" cy="441000"/>
          </a:xfrm>
        </p:grpSpPr>
        <p:sp>
          <p:nvSpPr>
            <p:cNvPr id="4880" name="Google Shape;4880;p35"/>
            <p:cNvSpPr/>
            <p:nvPr/>
          </p:nvSpPr>
          <p:spPr>
            <a:xfrm>
              <a:off x="8565775" y="671075"/>
              <a:ext cx="441000" cy="4410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35"/>
            <p:cNvSpPr/>
            <p:nvPr/>
          </p:nvSpPr>
          <p:spPr>
            <a:xfrm>
              <a:off x="8706625" y="811925"/>
              <a:ext cx="159300" cy="1593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882" name="Google Shape;4882;p35"/>
          <p:cNvSpPr/>
          <p:nvPr/>
        </p:nvSpPr>
        <p:spPr>
          <a:xfrm>
            <a:off x="719550" y="4070350"/>
            <a:ext cx="187500" cy="1875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35"/>
          <p:cNvSpPr/>
          <p:nvPr/>
        </p:nvSpPr>
        <p:spPr>
          <a:xfrm>
            <a:off x="719550" y="4408225"/>
            <a:ext cx="187500" cy="187500"/>
          </a:xfrm>
          <a:prstGeom prst="ellipse">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35"/>
          <p:cNvSpPr txBox="1"/>
          <p:nvPr/>
        </p:nvSpPr>
        <p:spPr>
          <a:xfrm>
            <a:off x="974800" y="3639775"/>
            <a:ext cx="1438800" cy="2802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160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Task 1</a:t>
            </a:r>
            <a:endParaRPr b="0" i="0" sz="1400" u="none" cap="none" strike="noStrike">
              <a:solidFill>
                <a:schemeClr val="accent1"/>
              </a:solidFill>
              <a:latin typeface="Montserrat"/>
              <a:ea typeface="Montserrat"/>
              <a:cs typeface="Montserrat"/>
              <a:sym typeface="Montserrat"/>
            </a:endParaRPr>
          </a:p>
        </p:txBody>
      </p:sp>
      <p:sp>
        <p:nvSpPr>
          <p:cNvPr id="4885" name="Google Shape;4885;p35"/>
          <p:cNvSpPr txBox="1"/>
          <p:nvPr/>
        </p:nvSpPr>
        <p:spPr>
          <a:xfrm>
            <a:off x="974800" y="3968763"/>
            <a:ext cx="1438800" cy="2802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160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Task 2</a:t>
            </a:r>
            <a:endParaRPr b="0" i="0" sz="1400" u="none" cap="none" strike="noStrike">
              <a:solidFill>
                <a:schemeClr val="accent1"/>
              </a:solidFill>
              <a:latin typeface="Montserrat"/>
              <a:ea typeface="Montserrat"/>
              <a:cs typeface="Montserrat"/>
              <a:sym typeface="Montserrat"/>
            </a:endParaRPr>
          </a:p>
        </p:txBody>
      </p:sp>
      <p:sp>
        <p:nvSpPr>
          <p:cNvPr id="4886" name="Google Shape;4886;p35"/>
          <p:cNvSpPr txBox="1"/>
          <p:nvPr/>
        </p:nvSpPr>
        <p:spPr>
          <a:xfrm>
            <a:off x="974800" y="4297763"/>
            <a:ext cx="1438800" cy="2802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1600"/>
              </a:spcAft>
              <a:buClr>
                <a:srgbClr val="000000"/>
              </a:buClr>
              <a:buSzPts val="1400"/>
              <a:buFont typeface="Arial"/>
              <a:buNone/>
            </a:pPr>
            <a:r>
              <a:rPr b="0" i="0" lang="en" sz="1400" u="none" cap="none" strike="noStrike">
                <a:solidFill>
                  <a:schemeClr val="accent1"/>
                </a:solidFill>
                <a:latin typeface="Montserrat"/>
                <a:ea typeface="Montserrat"/>
                <a:cs typeface="Montserrat"/>
                <a:sym typeface="Montserrat"/>
              </a:rPr>
              <a:t>Task 3</a:t>
            </a:r>
            <a:endParaRPr b="0" i="0" sz="1400" u="none" cap="none" strike="noStrike">
              <a:solidFill>
                <a:schemeClr val="accent1"/>
              </a:solidFill>
              <a:latin typeface="Montserrat"/>
              <a:ea typeface="Montserrat"/>
              <a:cs typeface="Montserrat"/>
              <a:sym typeface="Montserrat"/>
            </a:endParaRPr>
          </a:p>
        </p:txBody>
      </p:sp>
      <p:sp>
        <p:nvSpPr>
          <p:cNvPr id="4887" name="Google Shape;4887;p35"/>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PLACES WHERE WE ARE</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1" name="Shape 4891"/>
        <p:cNvGrpSpPr/>
        <p:nvPr/>
      </p:nvGrpSpPr>
      <p:grpSpPr>
        <a:xfrm>
          <a:off x="0" y="0"/>
          <a:ext cx="0" cy="0"/>
          <a:chOff x="0" y="0"/>
          <a:chExt cx="0" cy="0"/>
        </a:xfrm>
      </p:grpSpPr>
      <p:sp>
        <p:nvSpPr>
          <p:cNvPr id="4892" name="Google Shape;4892;p36"/>
          <p:cNvSpPr txBox="1"/>
          <p:nvPr>
            <p:ph type="title"/>
          </p:nvPr>
        </p:nvSpPr>
        <p:spPr>
          <a:xfrm>
            <a:off x="1094125" y="558925"/>
            <a:ext cx="6830100" cy="1093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THANKS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6" name="Shape 4896"/>
        <p:cNvGrpSpPr/>
        <p:nvPr/>
      </p:nvGrpSpPr>
      <p:grpSpPr>
        <a:xfrm>
          <a:off x="0" y="0"/>
          <a:ext cx="0" cy="0"/>
          <a:chOff x="0" y="0"/>
          <a:chExt cx="0" cy="0"/>
        </a:xfrm>
      </p:grpSpPr>
      <p:sp>
        <p:nvSpPr>
          <p:cNvPr id="4897" name="Google Shape;4897;p37"/>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ALTERNATIVE RESOURCES</a:t>
            </a:r>
            <a:endParaRPr/>
          </a:p>
        </p:txBody>
      </p:sp>
      <p:sp>
        <p:nvSpPr>
          <p:cNvPr id="4898" name="Google Shape;4898;p37"/>
          <p:cNvSpPr txBox="1"/>
          <p:nvPr>
            <p:ph idx="1" type="body"/>
          </p:nvPr>
        </p:nvSpPr>
        <p:spPr>
          <a:xfrm>
            <a:off x="702900" y="1152475"/>
            <a:ext cx="5339400" cy="3416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t>Here’s an assortment of alternative pictures within the same style of this template. </a:t>
            </a:r>
            <a:endParaRPr sz="1600"/>
          </a:p>
          <a:p>
            <a:pPr indent="-317500" lvl="0" marL="457200" marR="50800" rtl="0" algn="l">
              <a:lnSpc>
                <a:spcPct val="166000"/>
              </a:lnSpc>
              <a:spcBef>
                <a:spcPts val="1600"/>
              </a:spcBef>
              <a:spcAft>
                <a:spcPts val="0"/>
              </a:spcAft>
              <a:buClr>
                <a:schemeClr val="accent1"/>
              </a:buClr>
              <a:buSzPts val="1400"/>
              <a:buFont typeface="Montserrat"/>
              <a:buChar char="●"/>
            </a:pPr>
            <a:r>
              <a:rPr lang="en">
                <a:solidFill>
                  <a:schemeClr val="hlink"/>
                </a:solidFill>
                <a:highlight>
                  <a:schemeClr val="lt1"/>
                </a:highlight>
                <a:uFill>
                  <a:noFill/>
                </a:uFill>
                <a:hlinkClick r:id="rId3"/>
              </a:rPr>
              <a:t>Portrait female working</a:t>
            </a:r>
            <a:endParaRPr>
              <a:highlight>
                <a:schemeClr val="lt1"/>
              </a:highlight>
            </a:endParaRPr>
          </a:p>
          <a:p>
            <a:pPr indent="-317500" lvl="0" marL="457200" marR="50800" rtl="0" algn="l">
              <a:lnSpc>
                <a:spcPct val="166000"/>
              </a:lnSpc>
              <a:spcBef>
                <a:spcPts val="0"/>
              </a:spcBef>
              <a:spcAft>
                <a:spcPts val="0"/>
              </a:spcAft>
              <a:buClr>
                <a:schemeClr val="accent1"/>
              </a:buClr>
              <a:buSzPts val="1400"/>
              <a:buFont typeface="Montserrat"/>
              <a:buChar char="●"/>
            </a:pPr>
            <a:r>
              <a:rPr lang="en">
                <a:solidFill>
                  <a:schemeClr val="hlink"/>
                </a:solidFill>
                <a:highlight>
                  <a:schemeClr val="lt1"/>
                </a:highlight>
                <a:uFill>
                  <a:noFill/>
                </a:uFill>
                <a:hlinkClick r:id="rId4"/>
              </a:rPr>
              <a:t>High angle woman working on laptop</a:t>
            </a:r>
            <a:endParaRPr>
              <a:highlight>
                <a:schemeClr val="lt1"/>
              </a:highlight>
            </a:endParaRPr>
          </a:p>
          <a:p>
            <a:pPr indent="-317500" lvl="0" marL="457200" marR="50800" rtl="0" algn="l">
              <a:lnSpc>
                <a:spcPct val="166000"/>
              </a:lnSpc>
              <a:spcBef>
                <a:spcPts val="0"/>
              </a:spcBef>
              <a:spcAft>
                <a:spcPts val="0"/>
              </a:spcAft>
              <a:buClr>
                <a:schemeClr val="accent1"/>
              </a:buClr>
              <a:buSzPts val="1400"/>
              <a:buFont typeface="Montserrat"/>
              <a:buChar char="●"/>
            </a:pPr>
            <a:r>
              <a:rPr lang="en">
                <a:solidFill>
                  <a:schemeClr val="hlink"/>
                </a:solidFill>
                <a:highlight>
                  <a:schemeClr val="lt1"/>
                </a:highlight>
                <a:uFill>
                  <a:noFill/>
                </a:uFill>
                <a:hlinkClick r:id="rId5"/>
              </a:rPr>
              <a:t>High angle womens at office working </a:t>
            </a:r>
            <a:endParaRPr>
              <a:highlight>
                <a:schemeClr val="lt1"/>
              </a:highlight>
            </a:endParaRPr>
          </a:p>
          <a:p>
            <a:pPr indent="-317500" lvl="0" marL="457200" marR="50800" rtl="0" algn="l">
              <a:lnSpc>
                <a:spcPct val="166000"/>
              </a:lnSpc>
              <a:spcBef>
                <a:spcPts val="0"/>
              </a:spcBef>
              <a:spcAft>
                <a:spcPts val="0"/>
              </a:spcAft>
              <a:buClr>
                <a:schemeClr val="accent1"/>
              </a:buClr>
              <a:buSzPts val="1400"/>
              <a:buFont typeface="Montserrat"/>
              <a:buChar char="●"/>
            </a:pPr>
            <a:r>
              <a:rPr lang="en">
                <a:solidFill>
                  <a:schemeClr val="hlink"/>
                </a:solidFill>
                <a:highlight>
                  <a:schemeClr val="lt1"/>
                </a:highlight>
                <a:uFill>
                  <a:noFill/>
                </a:uFill>
                <a:hlinkClick r:id="rId6"/>
              </a:rPr>
              <a:t>High angle females working</a:t>
            </a:r>
            <a:endParaRPr>
              <a:highlight>
                <a:schemeClr val="lt1"/>
              </a:highlight>
            </a:endParaRPr>
          </a:p>
          <a:p>
            <a:pPr indent="-317500" lvl="0" marL="457200" marR="50800" rtl="0" algn="l">
              <a:lnSpc>
                <a:spcPct val="166000"/>
              </a:lnSpc>
              <a:spcBef>
                <a:spcPts val="0"/>
              </a:spcBef>
              <a:spcAft>
                <a:spcPts val="0"/>
              </a:spcAft>
              <a:buClr>
                <a:schemeClr val="accent1"/>
              </a:buClr>
              <a:buSzPts val="1400"/>
              <a:buFont typeface="Montserrat"/>
              <a:buChar char="●"/>
            </a:pPr>
            <a:r>
              <a:rPr lang="en">
                <a:solidFill>
                  <a:schemeClr val="hlink"/>
                </a:solidFill>
                <a:highlight>
                  <a:schemeClr val="lt1"/>
                </a:highlight>
                <a:uFill>
                  <a:noFill/>
                </a:uFill>
                <a:hlinkClick r:id="rId7"/>
              </a:rPr>
              <a:t>Portrait female at office</a:t>
            </a:r>
            <a:endParaRPr>
              <a:highlight>
                <a:schemeClr val="lt1"/>
              </a:highlight>
            </a:endParaRPr>
          </a:p>
          <a:p>
            <a:pPr indent="-317500" lvl="0" marL="457200" marR="50800" rtl="0" algn="l">
              <a:lnSpc>
                <a:spcPct val="166000"/>
              </a:lnSpc>
              <a:spcBef>
                <a:spcPts val="0"/>
              </a:spcBef>
              <a:spcAft>
                <a:spcPts val="0"/>
              </a:spcAft>
              <a:buClr>
                <a:schemeClr val="accent1"/>
              </a:buClr>
              <a:buSzPts val="1400"/>
              <a:buFont typeface="Montserrat"/>
              <a:buChar char="●"/>
            </a:pPr>
            <a:r>
              <a:rPr lang="en">
                <a:solidFill>
                  <a:schemeClr val="hlink"/>
                </a:solidFill>
                <a:highlight>
                  <a:schemeClr val="lt1"/>
                </a:highlight>
                <a:uFill>
                  <a:noFill/>
                </a:uFill>
                <a:hlinkClick r:id="rId8"/>
              </a:rPr>
              <a:t>Smiley womens at office</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2" name="Shape 4902"/>
        <p:cNvGrpSpPr/>
        <p:nvPr/>
      </p:nvGrpSpPr>
      <p:grpSpPr>
        <a:xfrm>
          <a:off x="0" y="0"/>
          <a:ext cx="0" cy="0"/>
          <a:chOff x="0" y="0"/>
          <a:chExt cx="0" cy="0"/>
        </a:xfrm>
      </p:grpSpPr>
      <p:sp>
        <p:nvSpPr>
          <p:cNvPr id="4903" name="Google Shape;4903;p38"/>
          <p:cNvSpPr txBox="1"/>
          <p:nvPr>
            <p:ph idx="1" type="body"/>
          </p:nvPr>
        </p:nvSpPr>
        <p:spPr>
          <a:xfrm>
            <a:off x="702900" y="1152475"/>
            <a:ext cx="5339400" cy="3416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lnSpc>
                <a:spcPct val="115000"/>
              </a:lnSpc>
              <a:spcBef>
                <a:spcPts val="1600"/>
              </a:spcBef>
              <a:spcAft>
                <a:spcPts val="0"/>
              </a:spcAft>
              <a:buClr>
                <a:schemeClr val="dk1"/>
              </a:buClr>
              <a:buSzPts val="1100"/>
              <a:buFont typeface="Arial"/>
              <a:buNone/>
            </a:pPr>
            <a:r>
              <a:rPr b="1" lang="en">
                <a:solidFill>
                  <a:schemeClr val="accent3"/>
                </a:solidFill>
              </a:rPr>
              <a:t>VECTORS</a:t>
            </a:r>
            <a:endParaRPr>
              <a:solidFill>
                <a:schemeClr val="accent3"/>
              </a:solidFill>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3"/>
              </a:rPr>
              <a:t>Messenger app for mobile in flat style</a:t>
            </a:r>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4"/>
              </a:rPr>
              <a:t>Set of business brochure concept</a:t>
            </a:r>
            <a:endParaRPr/>
          </a:p>
          <a:p>
            <a:pPr indent="0" lvl="0" marL="457200" rtl="0" algn="l">
              <a:lnSpc>
                <a:spcPct val="115000"/>
              </a:lnSpc>
              <a:spcBef>
                <a:spcPts val="0"/>
              </a:spcBef>
              <a:spcAft>
                <a:spcPts val="0"/>
              </a:spcAft>
              <a:buClr>
                <a:schemeClr val="dk1"/>
              </a:buClr>
              <a:buSzPts val="1100"/>
              <a:buFont typeface="Arial"/>
              <a:buNone/>
            </a:pPr>
            <a:r>
              <a:t/>
            </a:r>
            <a:endParaRPr b="1"/>
          </a:p>
          <a:p>
            <a:pPr indent="0" lvl="0" marL="0" rtl="0" algn="l">
              <a:lnSpc>
                <a:spcPct val="115000"/>
              </a:lnSpc>
              <a:spcBef>
                <a:spcPts val="0"/>
              </a:spcBef>
              <a:spcAft>
                <a:spcPts val="0"/>
              </a:spcAft>
              <a:buClr>
                <a:schemeClr val="dk1"/>
              </a:buClr>
              <a:buSzPts val="1100"/>
              <a:buFont typeface="Arial"/>
              <a:buNone/>
            </a:pPr>
            <a:r>
              <a:rPr b="1" lang="en">
                <a:solidFill>
                  <a:schemeClr val="accent3"/>
                </a:solidFill>
              </a:rPr>
              <a:t>PHOTOGRAPHY</a:t>
            </a:r>
            <a:endParaRPr b="1">
              <a:solidFill>
                <a:schemeClr val="accent3"/>
              </a:solidFill>
            </a:endParaRPr>
          </a:p>
          <a:p>
            <a:pPr indent="-304800" lvl="0" marL="457200" rtl="0" algn="l">
              <a:lnSpc>
                <a:spcPct val="115000"/>
              </a:lnSpc>
              <a:spcBef>
                <a:spcPts val="0"/>
              </a:spcBef>
              <a:spcAft>
                <a:spcPts val="0"/>
              </a:spcAft>
              <a:buSzPts val="1200"/>
              <a:buChar char="●"/>
            </a:pPr>
            <a:r>
              <a:rPr lang="en">
                <a:solidFill>
                  <a:schemeClr val="hlink"/>
                </a:solidFill>
                <a:uFill>
                  <a:noFill/>
                </a:uFill>
                <a:hlinkClick r:id="rId5"/>
              </a:rPr>
              <a:t>Low angle womens team meeting</a:t>
            </a:r>
            <a:endParaRPr/>
          </a:p>
          <a:p>
            <a:pPr indent="-317500" lvl="0" marL="457200" rtl="0" algn="l">
              <a:lnSpc>
                <a:spcPct val="115000"/>
              </a:lnSpc>
              <a:spcBef>
                <a:spcPts val="0"/>
              </a:spcBef>
              <a:spcAft>
                <a:spcPts val="0"/>
              </a:spcAft>
              <a:buSzPts val="1400"/>
              <a:buChar char="●"/>
            </a:pPr>
            <a:r>
              <a:rPr lang="en"/>
              <a:t>W</a:t>
            </a:r>
            <a:r>
              <a:rPr lang="en">
                <a:solidFill>
                  <a:schemeClr val="hlink"/>
                </a:solidFill>
                <a:uFill>
                  <a:noFill/>
                </a:uFill>
                <a:hlinkClick r:id="rId6"/>
              </a:rPr>
              <a:t>omens at office working together</a:t>
            </a:r>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7"/>
              </a:rPr>
              <a:t>Low angle womens at office</a:t>
            </a:r>
            <a:endParaRPr/>
          </a:p>
          <a:p>
            <a:pPr indent="0" lvl="0" marL="457200" rtl="0" algn="l">
              <a:lnSpc>
                <a:spcPct val="115000"/>
              </a:lnSpc>
              <a:spcBef>
                <a:spcPts val="0"/>
              </a:spcBef>
              <a:spcAft>
                <a:spcPts val="0"/>
              </a:spcAft>
              <a:buClr>
                <a:schemeClr val="dk1"/>
              </a:buClr>
              <a:buSzPts val="1100"/>
              <a:buFont typeface="Arial"/>
              <a:buNone/>
            </a:pPr>
            <a:r>
              <a:t/>
            </a:r>
            <a:endParaRPr/>
          </a:p>
          <a:p>
            <a:pPr indent="0" lvl="0" marL="457200" rtl="0" algn="l">
              <a:lnSpc>
                <a:spcPct val="115000"/>
              </a:lnSpc>
              <a:spcBef>
                <a:spcPts val="0"/>
              </a:spcBef>
              <a:spcAft>
                <a:spcPts val="0"/>
              </a:spcAft>
              <a:buClr>
                <a:schemeClr val="dk1"/>
              </a:buClr>
              <a:buSzPts val="1100"/>
              <a:buFont typeface="Arial"/>
              <a:buNone/>
            </a:pPr>
            <a:r>
              <a:t/>
            </a:r>
            <a:endParaRPr b="1"/>
          </a:p>
          <a:p>
            <a:pPr indent="0" lvl="0" marL="0" rtl="0" algn="l">
              <a:lnSpc>
                <a:spcPct val="115000"/>
              </a:lnSpc>
              <a:spcBef>
                <a:spcPts val="0"/>
              </a:spcBef>
              <a:spcAft>
                <a:spcPts val="1600"/>
              </a:spcAft>
              <a:buSzPts val="1400"/>
              <a:buNone/>
            </a:pPr>
            <a:r>
              <a:t/>
            </a:r>
            <a:endParaRPr/>
          </a:p>
        </p:txBody>
      </p:sp>
      <p:sp>
        <p:nvSpPr>
          <p:cNvPr id="4904" name="Google Shape;4904;p38"/>
          <p:cNvSpPr txBox="1"/>
          <p:nvPr>
            <p:ph type="title"/>
          </p:nvPr>
        </p:nvSpPr>
        <p:spPr>
          <a:xfrm>
            <a:off x="1094125" y="281075"/>
            <a:ext cx="77382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08" name="Shape 4908"/>
        <p:cNvGrpSpPr/>
        <p:nvPr/>
      </p:nvGrpSpPr>
      <p:grpSpPr>
        <a:xfrm>
          <a:off x="0" y="0"/>
          <a:ext cx="0" cy="0"/>
          <a:chOff x="0" y="0"/>
          <a:chExt cx="0" cy="0"/>
        </a:xfrm>
      </p:grpSpPr>
      <p:sp>
        <p:nvSpPr>
          <p:cNvPr id="4909" name="Google Shape;4909;p39"/>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4910" name="Google Shape;4910;p39"/>
          <p:cNvSpPr txBox="1"/>
          <p:nvPr>
            <p:ph idx="4294967295" type="body"/>
          </p:nvPr>
        </p:nvSpPr>
        <p:spPr>
          <a:xfrm>
            <a:off x="1220500" y="1299875"/>
            <a:ext cx="7047300" cy="440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a:solidFill>
                  <a:schemeClr val="lt1"/>
                </a:solidFill>
              </a:rPr>
              <a:t>In order to use this template, you must credit </a:t>
            </a:r>
            <a:r>
              <a:rPr b="1" lang="en" u="sng">
                <a:solidFill>
                  <a:srgbClr val="869FB2"/>
                </a:solidFill>
              </a:rPr>
              <a:t>S</a:t>
            </a:r>
            <a:r>
              <a:rPr b="1" lang="en" u="sng">
                <a:solidFill>
                  <a:srgbClr val="869FB2"/>
                </a:solidFill>
                <a:hlinkClick r:id="rId3">
                  <a:extLst>
                    <a:ext uri="{A12FA001-AC4F-418D-AE19-62706E023703}">
                      <ahyp:hlinkClr val="tx"/>
                    </a:ext>
                  </a:extLst>
                </a:hlinkClick>
              </a:rPr>
              <a:t>lidesgo</a:t>
            </a:r>
            <a:r>
              <a:rPr lang="en"/>
              <a:t> </a:t>
            </a:r>
            <a:r>
              <a:rPr lang="en">
                <a:solidFill>
                  <a:schemeClr val="lt1"/>
                </a:solidFill>
              </a:rPr>
              <a:t>by keeping the </a:t>
            </a:r>
            <a:r>
              <a:rPr b="1" lang="en">
                <a:solidFill>
                  <a:srgbClr val="869FB2"/>
                </a:solidFill>
                <a:uFill>
                  <a:noFill/>
                </a:uFill>
                <a:hlinkClick action="ppaction://hlinksldjump" r:id="rId4">
                  <a:extLst>
                    <a:ext uri="{A12FA001-AC4F-418D-AE19-62706E023703}">
                      <ahyp:hlinkClr val="tx"/>
                    </a:ext>
                  </a:extLst>
                </a:hlinkClick>
              </a:rPr>
              <a:t>Thanks</a:t>
            </a:r>
            <a:r>
              <a:rPr lang="en">
                <a:solidFill>
                  <a:schemeClr val="lt1"/>
                </a:solidFill>
              </a:rPr>
              <a:t> slide.</a:t>
            </a:r>
            <a:endParaRPr sz="1200">
              <a:solidFill>
                <a:srgbClr val="FFFFFF"/>
              </a:solidFill>
              <a:latin typeface="Proxima Nova"/>
              <a:ea typeface="Proxima Nova"/>
              <a:cs typeface="Proxima Nova"/>
              <a:sym typeface="Proxima Nova"/>
            </a:endParaRPr>
          </a:p>
          <a:p>
            <a:pPr indent="0" lvl="0" marL="0" marR="0" rtl="0" algn="l">
              <a:lnSpc>
                <a:spcPct val="115000"/>
              </a:lnSpc>
              <a:spcBef>
                <a:spcPts val="1400"/>
              </a:spcBef>
              <a:spcAft>
                <a:spcPts val="0"/>
              </a:spcAft>
              <a:buSzPts val="1200"/>
              <a:buNone/>
            </a:pPr>
            <a:r>
              <a:rPr b="1" lang="en" sz="1100">
                <a:solidFill>
                  <a:srgbClr val="869FB2"/>
                </a:solidFill>
              </a:rPr>
              <a:t>You are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SzPts val="1200"/>
              <a:buNone/>
            </a:pPr>
            <a:r>
              <a:rPr lang="en" sz="1100">
                <a:solidFill>
                  <a:srgbClr val="FFFFFF"/>
                </a:solidFill>
                <a:latin typeface="Proxima Nova"/>
                <a:ea typeface="Proxima Nova"/>
                <a:cs typeface="Proxima Nova"/>
                <a:sym typeface="Proxima Nova"/>
              </a:rPr>
              <a:t>- </a:t>
            </a:r>
            <a:r>
              <a:rPr lang="en" sz="1100">
                <a:solidFill>
                  <a:srgbClr val="FFFFFF"/>
                </a:solidFill>
              </a:rPr>
              <a:t>Modify this template.</a:t>
            </a:r>
            <a:endParaRPr sz="1100">
              <a:solidFill>
                <a:srgbClr val="FFFFFF"/>
              </a:solidFill>
            </a:endParaRPr>
          </a:p>
          <a:p>
            <a:pPr indent="0" lvl="0" marL="0" rtl="0" algn="l">
              <a:lnSpc>
                <a:spcPct val="115000"/>
              </a:lnSpc>
              <a:spcBef>
                <a:spcPts val="0"/>
              </a:spcBef>
              <a:spcAft>
                <a:spcPts val="0"/>
              </a:spcAft>
              <a:buSzPts val="1200"/>
              <a:buNone/>
            </a:pPr>
            <a:r>
              <a:rPr lang="en"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SzPts val="1200"/>
              <a:buNone/>
            </a:pPr>
            <a:r>
              <a:rPr b="1" lang="en"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SzPts val="1200"/>
              <a:buNone/>
            </a:pPr>
            <a:r>
              <a:rPr lang="en" sz="1100">
                <a:solidFill>
                  <a:srgbClr val="FFFFFF"/>
                </a:solidFill>
                <a:latin typeface="Proxima Nova"/>
                <a:ea typeface="Proxima Nova"/>
                <a:cs typeface="Proxima Nova"/>
                <a:sym typeface="Proxima Nova"/>
              </a:rPr>
              <a:t>- Sublicense, sell or rent any of Slides</a:t>
            </a:r>
            <a:r>
              <a:rPr lang="en" sz="1100">
                <a:solidFill>
                  <a:srgbClr val="FFFFFF"/>
                </a:solidFill>
              </a:rPr>
              <a:t>g</a:t>
            </a:r>
            <a:r>
              <a:rPr lang="en" sz="1100">
                <a:solidFill>
                  <a:srgbClr val="FFFFFF"/>
                </a:solidFill>
                <a:latin typeface="Proxima Nova"/>
                <a:ea typeface="Proxima Nova"/>
                <a:cs typeface="Proxima Nova"/>
                <a:sym typeface="Proxima Nova"/>
              </a:rPr>
              <a:t>o Content (or a modified version of Slides</a:t>
            </a:r>
            <a:r>
              <a:rPr lang="en" sz="1100">
                <a:solidFill>
                  <a:srgbClr val="FFFFFF"/>
                </a:solidFill>
              </a:rPr>
              <a:t>g</a:t>
            </a:r>
            <a:r>
              <a:rPr lang="en"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SzPts val="1200"/>
              <a:buNone/>
            </a:pPr>
            <a:r>
              <a:rPr lang="en" sz="1100">
                <a:solidFill>
                  <a:srgbClr val="FFFFFF"/>
                </a:solidFill>
                <a:latin typeface="Proxima Nova"/>
                <a:ea typeface="Proxima Nova"/>
                <a:cs typeface="Proxima Nova"/>
                <a:sym typeface="Proxima Nova"/>
              </a:rPr>
              <a:t>- Distribute Slides</a:t>
            </a:r>
            <a:r>
              <a:rPr lang="en" sz="1100">
                <a:solidFill>
                  <a:srgbClr val="FFFFFF"/>
                </a:solidFill>
              </a:rPr>
              <a:t>g</a:t>
            </a:r>
            <a:r>
              <a:rPr lang="en" sz="1100">
                <a:solidFill>
                  <a:srgbClr val="FFFFFF"/>
                </a:solidFill>
                <a:latin typeface="Proxima Nova"/>
                <a:ea typeface="Proxima Nova"/>
                <a:cs typeface="Proxima Nova"/>
                <a:sym typeface="Proxima Nova"/>
              </a:rPr>
              <a:t>o Content unless it has been expressly authorized by Slides</a:t>
            </a:r>
            <a:r>
              <a:rPr lang="en" sz="1100">
                <a:solidFill>
                  <a:srgbClr val="FFFFFF"/>
                </a:solidFill>
              </a:rPr>
              <a:t>g</a:t>
            </a:r>
            <a:r>
              <a:rPr lang="en"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SzPts val="1200"/>
              <a:buNone/>
            </a:pPr>
            <a:r>
              <a:rPr lang="en" sz="1100">
                <a:solidFill>
                  <a:srgbClr val="FFFFFF"/>
                </a:solidFill>
                <a:latin typeface="Proxima Nova"/>
                <a:ea typeface="Proxima Nova"/>
                <a:cs typeface="Proxima Nova"/>
                <a:sym typeface="Proxima Nova"/>
              </a:rPr>
              <a:t>- Include Slides</a:t>
            </a:r>
            <a:r>
              <a:rPr lang="en" sz="1100">
                <a:solidFill>
                  <a:srgbClr val="FFFFFF"/>
                </a:solidFill>
              </a:rPr>
              <a:t>g</a:t>
            </a:r>
            <a:r>
              <a:rPr lang="en"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SzPts val="1200"/>
              <a:buNone/>
            </a:pPr>
            <a:r>
              <a:rPr lang="en" sz="1100">
                <a:solidFill>
                  <a:srgbClr val="FFFFFF"/>
                </a:solidFill>
                <a:latin typeface="Proxima Nova"/>
                <a:ea typeface="Proxima Nova"/>
                <a:cs typeface="Proxima Nova"/>
                <a:sym typeface="Proxima Nova"/>
              </a:rPr>
              <a:t>- Offer Slides</a:t>
            </a:r>
            <a:r>
              <a:rPr lang="en" sz="1100">
                <a:solidFill>
                  <a:srgbClr val="FFFFFF"/>
                </a:solidFill>
              </a:rPr>
              <a:t>g</a:t>
            </a:r>
            <a:r>
              <a:rPr lang="en" sz="1100">
                <a:solidFill>
                  <a:srgbClr val="FFFFFF"/>
                </a:solidFill>
                <a:latin typeface="Proxima Nova"/>
                <a:ea typeface="Proxima Nova"/>
                <a:cs typeface="Proxima Nova"/>
                <a:sym typeface="Proxima Nova"/>
              </a:rPr>
              <a:t>o templates (or modified versions of Slides</a:t>
            </a:r>
            <a:r>
              <a:rPr lang="en" sz="1100">
                <a:solidFill>
                  <a:srgbClr val="FFFFFF"/>
                </a:solidFill>
              </a:rPr>
              <a:t>g</a:t>
            </a:r>
            <a:r>
              <a:rPr lang="en" sz="1100">
                <a:solidFill>
                  <a:srgbClr val="FFFFFF"/>
                </a:solidFill>
                <a:latin typeface="Proxima Nova"/>
                <a:ea typeface="Proxima Nova"/>
                <a:cs typeface="Proxima Nova"/>
                <a:sym typeface="Proxima Nova"/>
              </a:rPr>
              <a:t>o </a:t>
            </a:r>
            <a:r>
              <a:rPr lang="en" sz="1100">
                <a:solidFill>
                  <a:srgbClr val="FFFFFF"/>
                </a:solidFill>
              </a:rPr>
              <a:t>templates</a:t>
            </a:r>
            <a:r>
              <a:rPr lang="en"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SzPts val="1200"/>
              <a:buNone/>
            </a:pPr>
            <a:r>
              <a:rPr lang="en" sz="1100">
                <a:solidFill>
                  <a:srgbClr val="FFFFFF"/>
                </a:solidFill>
                <a:latin typeface="Proxima Nova"/>
                <a:ea typeface="Proxima Nova"/>
                <a:cs typeface="Proxima Nova"/>
                <a:sym typeface="Proxima Nova"/>
              </a:rPr>
              <a:t>- Acquire the copyright of Slides</a:t>
            </a:r>
            <a:r>
              <a:rPr lang="en" sz="1100">
                <a:solidFill>
                  <a:srgbClr val="FFFFFF"/>
                </a:solidFill>
              </a:rPr>
              <a:t>g</a:t>
            </a:r>
            <a:r>
              <a:rPr lang="en"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lnSpc>
                <a:spcPct val="115000"/>
              </a:lnSpc>
              <a:spcBef>
                <a:spcPts val="0"/>
              </a:spcBef>
              <a:spcAft>
                <a:spcPts val="0"/>
              </a:spcAft>
              <a:buSzPts val="1200"/>
              <a:buNone/>
            </a:pPr>
            <a:r>
              <a:t/>
            </a:r>
            <a:endParaRPr sz="1100">
              <a:solidFill>
                <a:srgbClr val="435D74"/>
              </a:solidFill>
              <a:latin typeface="Proxima Nova"/>
              <a:ea typeface="Proxima Nova"/>
              <a:cs typeface="Proxima Nova"/>
              <a:sym typeface="Proxima Nova"/>
            </a:endParaRPr>
          </a:p>
          <a:p>
            <a:pPr indent="0" lvl="0" marL="0" rtl="0" algn="ctr">
              <a:lnSpc>
                <a:spcPct val="115000"/>
              </a:lnSpc>
              <a:spcBef>
                <a:spcPts val="0"/>
              </a:spcBef>
              <a:spcAft>
                <a:spcPts val="0"/>
              </a:spcAft>
              <a:buSzPts val="1200"/>
              <a:buNone/>
            </a:pPr>
            <a:r>
              <a:t/>
            </a:r>
            <a:endParaRPr sz="1400">
              <a:solidFill>
                <a:srgbClr val="435D74"/>
              </a:solidFill>
              <a:latin typeface="Proxima Nova"/>
              <a:ea typeface="Proxima Nova"/>
              <a:cs typeface="Proxima Nova"/>
              <a:sym typeface="Proxima Nova"/>
            </a:endParaRPr>
          </a:p>
          <a:p>
            <a:pPr indent="0" lvl="0" marL="0" rtl="0" algn="l">
              <a:lnSpc>
                <a:spcPct val="115000"/>
              </a:lnSpc>
              <a:spcBef>
                <a:spcPts val="0"/>
              </a:spcBef>
              <a:spcAft>
                <a:spcPts val="0"/>
              </a:spcAft>
              <a:buSzPts val="1200"/>
              <a:buNone/>
            </a:pPr>
            <a:r>
              <a:t/>
            </a:r>
            <a:endParaRPr sz="1400">
              <a:solidFill>
                <a:srgbClr val="435D74"/>
              </a:solidFill>
              <a:latin typeface="Proxima Nova"/>
              <a:ea typeface="Proxima Nova"/>
              <a:cs typeface="Proxima Nova"/>
              <a:sym typeface="Proxima Nova"/>
            </a:endParaRPr>
          </a:p>
        </p:txBody>
      </p:sp>
      <p:sp>
        <p:nvSpPr>
          <p:cNvPr id="4911" name="Google Shape;4911;p39"/>
          <p:cNvSpPr txBox="1"/>
          <p:nvPr>
            <p:ph idx="4294967295" type="body"/>
          </p:nvPr>
        </p:nvSpPr>
        <p:spPr>
          <a:xfrm>
            <a:off x="1048350" y="4124425"/>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SzPts val="1200"/>
              <a:buNone/>
            </a:pPr>
            <a:r>
              <a:rPr lang="en" sz="1200">
                <a:solidFill>
                  <a:srgbClr val="FFFFFF"/>
                </a:solidFill>
                <a:latin typeface="Proxima Nova"/>
                <a:ea typeface="Proxima Nova"/>
                <a:cs typeface="Proxima Nova"/>
                <a:sym typeface="Proxima Nova"/>
              </a:rPr>
              <a:t>For more information about editing slides, please </a:t>
            </a:r>
            <a:r>
              <a:rPr lang="en">
                <a:solidFill>
                  <a:srgbClr val="FFFFFF"/>
                </a:solidFill>
              </a:rPr>
              <a:t>read </a:t>
            </a:r>
            <a:r>
              <a:rPr lang="en"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lnSpc>
                <a:spcPct val="115000"/>
              </a:lnSpc>
              <a:spcBef>
                <a:spcPts val="0"/>
              </a:spcBef>
              <a:spcAft>
                <a:spcPts val="0"/>
              </a:spcAft>
              <a:buSzPts val="1200"/>
              <a:buNone/>
            </a:pPr>
            <a:r>
              <a:rPr b="1" lang="en" sz="1200" u="sng">
                <a:solidFill>
                  <a:srgbClr val="869FB2"/>
                </a:solidFill>
                <a:latin typeface="Proxima Nova"/>
                <a:ea typeface="Proxima Nova"/>
                <a:cs typeface="Proxima Nova"/>
                <a:sym typeface="Proxima Nova"/>
                <a:hlinkClick r:id="rId5">
                  <a:extLst>
                    <a:ext uri="{A12FA001-AC4F-418D-AE19-62706E023703}">
                      <ahyp:hlinkClr val="tx"/>
                    </a:ext>
                  </a:extLst>
                </a:hlinkClick>
              </a:rPr>
              <a:t>https://slidesgo.com/faqs</a:t>
            </a:r>
            <a:endParaRPr b="1" sz="1200">
              <a:solidFill>
                <a:srgbClr val="869FB2"/>
              </a:solidFill>
              <a:latin typeface="Proxima Nova"/>
              <a:ea typeface="Proxima Nova"/>
              <a:cs typeface="Proxima Nova"/>
              <a:sym typeface="Proxima Nova"/>
            </a:endParaRPr>
          </a:p>
          <a:p>
            <a:pPr indent="0" lvl="0" marL="0" rtl="0" algn="ctr">
              <a:lnSpc>
                <a:spcPct val="115000"/>
              </a:lnSpc>
              <a:spcBef>
                <a:spcPts val="0"/>
              </a:spcBef>
              <a:spcAft>
                <a:spcPts val="0"/>
              </a:spcAft>
              <a:buSzPts val="1200"/>
              <a:buNone/>
            </a:pPr>
            <a:r>
              <a:t/>
            </a:r>
            <a:endParaRPr sz="12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SzPts val="1200"/>
              <a:buNone/>
            </a:pPr>
            <a:r>
              <a:t/>
            </a:r>
            <a:endParaRPr sz="1400">
              <a:solidFill>
                <a:srgbClr val="FFFFFF"/>
              </a:solidFill>
              <a:latin typeface="Proxima Nova"/>
              <a:ea typeface="Proxima Nova"/>
              <a:cs typeface="Proxima Nova"/>
              <a:sym typeface="Proxima Nova"/>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15" name="Shape 4915"/>
        <p:cNvGrpSpPr/>
        <p:nvPr/>
      </p:nvGrpSpPr>
      <p:grpSpPr>
        <a:xfrm>
          <a:off x="0" y="0"/>
          <a:ext cx="0" cy="0"/>
          <a:chOff x="0" y="0"/>
          <a:chExt cx="0" cy="0"/>
        </a:xfrm>
      </p:grpSpPr>
      <p:sp>
        <p:nvSpPr>
          <p:cNvPr id="4916" name="Google Shape;4916;p40"/>
          <p:cNvSpPr txBox="1"/>
          <p:nvPr>
            <p:ph idx="4294967295" type="title"/>
          </p:nvPr>
        </p:nvSpPr>
        <p:spPr>
          <a:xfrm>
            <a:off x="1048350" y="95440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917" name="Google Shape;4917;p40"/>
          <p:cNvSpPr txBox="1"/>
          <p:nvPr>
            <p:ph idx="4294967295" type="body"/>
          </p:nvPr>
        </p:nvSpPr>
        <p:spPr>
          <a:xfrm>
            <a:off x="1068100" y="1457875"/>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SzPts val="1100"/>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400">
              <a:solidFill>
                <a:srgbClr val="435D74"/>
              </a:solidFill>
              <a:latin typeface="Arial"/>
              <a:ea typeface="Arial"/>
              <a:cs typeface="Arial"/>
              <a:sym typeface="Arial"/>
            </a:endParaRPr>
          </a:p>
        </p:txBody>
      </p:sp>
      <p:sp>
        <p:nvSpPr>
          <p:cNvPr id="4918" name="Google Shape;4918;p40"/>
          <p:cNvSpPr txBox="1"/>
          <p:nvPr>
            <p:ph idx="4294967295" type="body"/>
          </p:nvPr>
        </p:nvSpPr>
        <p:spPr>
          <a:xfrm>
            <a:off x="1068100" y="1919049"/>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t/>
            </a:r>
            <a:endParaRPr b="1">
              <a:solidFill>
                <a:schemeClr val="lt1"/>
              </a:solidFill>
              <a:latin typeface="Arial"/>
              <a:ea typeface="Arial"/>
              <a:cs typeface="Arial"/>
              <a:sym typeface="Arial"/>
            </a:endParaRPr>
          </a:p>
          <a:p>
            <a:pPr indent="0" lvl="0" marL="0" rtl="0" algn="ctr">
              <a:lnSpc>
                <a:spcPct val="115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Montserrat</a:t>
            </a:r>
            <a:endParaRPr b="1">
              <a:solidFill>
                <a:schemeClr val="lt1"/>
              </a:solidFill>
              <a:latin typeface="Arial"/>
              <a:ea typeface="Arial"/>
              <a:cs typeface="Arial"/>
              <a:sym typeface="Arial"/>
            </a:endParaRPr>
          </a:p>
          <a:p>
            <a:pPr indent="0" lvl="0" marL="0" rtl="0" algn="ctr">
              <a:lnSpc>
                <a:spcPct val="115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(https://fonts.google.com/specimen/Montserrat)</a:t>
            </a:r>
            <a:endParaRPr b="1">
              <a:solidFill>
                <a:schemeClr val="lt1"/>
              </a:solidFill>
              <a:latin typeface="Arial"/>
              <a:ea typeface="Arial"/>
              <a:cs typeface="Arial"/>
              <a:sym typeface="Arial"/>
            </a:endParaRPr>
          </a:p>
          <a:p>
            <a:pPr indent="0" lvl="0" marL="0" rtl="0" algn="l">
              <a:lnSpc>
                <a:spcPct val="115000"/>
              </a:lnSpc>
              <a:spcBef>
                <a:spcPts val="0"/>
              </a:spcBef>
              <a:spcAft>
                <a:spcPts val="0"/>
              </a:spcAft>
              <a:buClr>
                <a:schemeClr val="dk1"/>
              </a:buClr>
              <a:buSzPts val="1100"/>
              <a:buFont typeface="Arial"/>
              <a:buNone/>
            </a:pPr>
            <a:r>
              <a:t/>
            </a:r>
            <a:endParaRPr b="1">
              <a:solidFill>
                <a:schemeClr val="lt1"/>
              </a:solidFill>
              <a:latin typeface="Arial"/>
              <a:ea typeface="Arial"/>
              <a:cs typeface="Arial"/>
              <a:sym typeface="Arial"/>
            </a:endParaRPr>
          </a:p>
        </p:txBody>
      </p:sp>
      <p:grpSp>
        <p:nvGrpSpPr>
          <p:cNvPr id="4919" name="Google Shape;4919;p40"/>
          <p:cNvGrpSpPr/>
          <p:nvPr/>
        </p:nvGrpSpPr>
        <p:grpSpPr>
          <a:xfrm>
            <a:off x="3112381" y="3522575"/>
            <a:ext cx="2919238" cy="754200"/>
            <a:chOff x="1533050" y="3522575"/>
            <a:chExt cx="2919238" cy="754200"/>
          </a:xfrm>
        </p:grpSpPr>
        <p:sp>
          <p:nvSpPr>
            <p:cNvPr id="4920" name="Google Shape;4920;p40"/>
            <p:cNvSpPr/>
            <p:nvPr/>
          </p:nvSpPr>
          <p:spPr>
            <a:xfrm>
              <a:off x="2594875" y="3522575"/>
              <a:ext cx="791400" cy="754200"/>
            </a:xfrm>
            <a:prstGeom prst="roundRect">
              <a:avLst>
                <a:gd fmla="val 16667" name="adj"/>
              </a:avLst>
            </a:prstGeom>
            <a:solidFill>
              <a:srgbClr val="75C4C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40"/>
            <p:cNvSpPr/>
            <p:nvPr/>
          </p:nvSpPr>
          <p:spPr>
            <a:xfrm>
              <a:off x="3660877" y="3522575"/>
              <a:ext cx="791400" cy="754200"/>
            </a:xfrm>
            <a:prstGeom prst="roundRect">
              <a:avLst>
                <a:gd fmla="val 16667" name="adj"/>
              </a:avLst>
            </a:prstGeom>
            <a:solidFill>
              <a:srgbClr val="27316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40"/>
            <p:cNvSpPr/>
            <p:nvPr/>
          </p:nvSpPr>
          <p:spPr>
            <a:xfrm>
              <a:off x="1533050" y="3522575"/>
              <a:ext cx="791400" cy="754200"/>
            </a:xfrm>
            <a:prstGeom prst="roundRect">
              <a:avLst>
                <a:gd fmla="val 16667" name="adj"/>
              </a:avLst>
            </a:prstGeom>
            <a:solidFill>
              <a:srgbClr val="FBBC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40"/>
            <p:cNvSpPr txBox="1"/>
            <p:nvPr/>
          </p:nvSpPr>
          <p:spPr>
            <a:xfrm>
              <a:off x="2594875" y="36796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#75c4c0</a:t>
              </a:r>
              <a:endParaRPr b="0" i="0" sz="1000" u="none" cap="none" strike="noStrike">
                <a:solidFill>
                  <a:srgbClr val="FFFFFF"/>
                </a:solidFill>
                <a:latin typeface="Arial"/>
                <a:ea typeface="Arial"/>
                <a:cs typeface="Arial"/>
                <a:sym typeface="Arial"/>
              </a:endParaRPr>
            </a:p>
          </p:txBody>
        </p:sp>
        <p:sp>
          <p:nvSpPr>
            <p:cNvPr id="4924" name="Google Shape;4924;p40"/>
            <p:cNvSpPr txBox="1"/>
            <p:nvPr/>
          </p:nvSpPr>
          <p:spPr>
            <a:xfrm>
              <a:off x="3660888" y="36796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#27316f</a:t>
              </a:r>
              <a:endParaRPr b="0" i="0" sz="1000" u="none" cap="none" strike="noStrike">
                <a:solidFill>
                  <a:srgbClr val="FFFFFF"/>
                </a:solidFill>
                <a:latin typeface="Arial"/>
                <a:ea typeface="Arial"/>
                <a:cs typeface="Arial"/>
                <a:sym typeface="Arial"/>
              </a:endParaRPr>
            </a:p>
          </p:txBody>
        </p:sp>
        <p:sp>
          <p:nvSpPr>
            <p:cNvPr id="4925" name="Google Shape;4925;p40"/>
            <p:cNvSpPr txBox="1"/>
            <p:nvPr/>
          </p:nvSpPr>
          <p:spPr>
            <a:xfrm>
              <a:off x="1533050" y="36796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#ffc800</a:t>
              </a:r>
              <a:endParaRPr b="0" i="0" sz="1000" u="none" cap="none" strike="noStrike">
                <a:solidFill>
                  <a:srgbClr val="FFFFFF"/>
                </a:solidFill>
                <a:latin typeface="Arial"/>
                <a:ea typeface="Arial"/>
                <a:cs typeface="Arial"/>
                <a:sym typeface="Aria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29" name="Shape 4929"/>
        <p:cNvGrpSpPr/>
        <p:nvPr/>
      </p:nvGrpSpPr>
      <p:grpSpPr>
        <a:xfrm>
          <a:off x="0" y="0"/>
          <a:ext cx="0" cy="0"/>
          <a:chOff x="0" y="0"/>
          <a:chExt cx="0" cy="0"/>
        </a:xfrm>
      </p:grpSpPr>
      <p:pic>
        <p:nvPicPr>
          <p:cNvPr id="4930" name="Google Shape;4930;p41"/>
          <p:cNvPicPr preferRelativeResize="0"/>
          <p:nvPr/>
        </p:nvPicPr>
        <p:blipFill rotWithShape="1">
          <a:blip r:embed="rId3">
            <a:alphaModFix/>
          </a:blip>
          <a:srcRect b="5115" l="2759" r="2748" t="5125"/>
          <a:stretch/>
        </p:blipFill>
        <p:spPr>
          <a:xfrm>
            <a:off x="509931" y="2403041"/>
            <a:ext cx="1980596" cy="1881476"/>
          </a:xfrm>
          <a:prstGeom prst="rect">
            <a:avLst/>
          </a:prstGeom>
          <a:noFill/>
          <a:ln>
            <a:noFill/>
          </a:ln>
        </p:spPr>
      </p:pic>
      <p:sp>
        <p:nvSpPr>
          <p:cNvPr id="4931" name="Google Shape;4931;p41"/>
          <p:cNvSpPr txBox="1"/>
          <p:nvPr>
            <p:ph idx="4294967295" type="title"/>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4932" name="Google Shape;4932;p41"/>
          <p:cNvSpPr txBox="1"/>
          <p:nvPr>
            <p:ph idx="4294967295" type="body"/>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Create your </a:t>
            </a:r>
            <a:r>
              <a:rPr lang="en">
                <a:solidFill>
                  <a:srgbClr val="869FB2"/>
                </a:solidFill>
                <a:latin typeface="Arial"/>
                <a:ea typeface="Arial"/>
                <a:cs typeface="Arial"/>
                <a:sym typeface="Arial"/>
              </a:rPr>
              <a:t>Story</a:t>
            </a:r>
            <a:r>
              <a:rPr lang="en">
                <a:solidFill>
                  <a:schemeClr val="lt1"/>
                </a:solidFill>
                <a:latin typeface="Arial"/>
                <a:ea typeface="Arial"/>
                <a:cs typeface="Arial"/>
                <a:sym typeface="Arial"/>
              </a:rPr>
              <a:t> with our illustrated concepts. Choose the style you like the most, edit its colors, pick the background and layers you want to be visible and bring them to life with the animator panel. It will boost your presentation for sure!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4933" name="Google Shape;4933;p41"/>
          <p:cNvSpPr txBox="1"/>
          <p:nvPr>
            <p:ph idx="4294967295" type="body"/>
          </p:nvPr>
        </p:nvSpPr>
        <p:spPr>
          <a:xfrm>
            <a:off x="864078" y="41422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SzPts val="1100"/>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4934" name="Google Shape;4934;p41"/>
          <p:cNvSpPr txBox="1"/>
          <p:nvPr>
            <p:ph idx="4294967295" type="body"/>
          </p:nvPr>
        </p:nvSpPr>
        <p:spPr>
          <a:xfrm>
            <a:off x="2957194" y="41422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SzPts val="1100"/>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4935" name="Google Shape;4935;p41"/>
          <p:cNvSpPr txBox="1"/>
          <p:nvPr>
            <p:ph idx="4294967295" type="body"/>
          </p:nvPr>
        </p:nvSpPr>
        <p:spPr>
          <a:xfrm>
            <a:off x="5000754" y="41422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SzPts val="1100"/>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4936" name="Google Shape;4936;p41"/>
          <p:cNvSpPr txBox="1"/>
          <p:nvPr>
            <p:ph idx="4294967295" type="body"/>
          </p:nvPr>
        </p:nvSpPr>
        <p:spPr>
          <a:xfrm>
            <a:off x="7044313" y="41422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SzPts val="1100"/>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4937" name="Google Shape;4937;p41"/>
          <p:cNvPicPr preferRelativeResize="0"/>
          <p:nvPr/>
        </p:nvPicPr>
        <p:blipFill rotWithShape="1">
          <a:blip r:embed="rId9">
            <a:alphaModFix/>
          </a:blip>
          <a:srcRect b="-2151" l="-4042" r="-4053" t="-5944"/>
          <a:stretch/>
        </p:blipFill>
        <p:spPr>
          <a:xfrm>
            <a:off x="2652601" y="2176552"/>
            <a:ext cx="1881484" cy="1881476"/>
          </a:xfrm>
          <a:prstGeom prst="rect">
            <a:avLst/>
          </a:prstGeom>
          <a:noFill/>
          <a:ln>
            <a:noFill/>
          </a:ln>
        </p:spPr>
      </p:pic>
      <p:pic>
        <p:nvPicPr>
          <p:cNvPr id="4938" name="Google Shape;4938;p41"/>
          <p:cNvPicPr preferRelativeResize="0"/>
          <p:nvPr/>
        </p:nvPicPr>
        <p:blipFill rotWithShape="1">
          <a:blip r:embed="rId10">
            <a:alphaModFix/>
          </a:blip>
          <a:srcRect b="6071" l="4068" r="4060" t="2057"/>
          <a:stretch/>
        </p:blipFill>
        <p:spPr>
          <a:xfrm>
            <a:off x="4696161" y="2264225"/>
            <a:ext cx="1881484" cy="1881475"/>
          </a:xfrm>
          <a:prstGeom prst="rect">
            <a:avLst/>
          </a:prstGeom>
          <a:noFill/>
          <a:ln>
            <a:noFill/>
          </a:ln>
        </p:spPr>
      </p:pic>
      <p:pic>
        <p:nvPicPr>
          <p:cNvPr id="4939" name="Google Shape;4939;p41"/>
          <p:cNvPicPr preferRelativeResize="0"/>
          <p:nvPr/>
        </p:nvPicPr>
        <p:blipFill rotWithShape="1">
          <a:blip r:embed="rId11">
            <a:alphaModFix/>
          </a:blip>
          <a:srcRect b="7414" l="3712" r="3702" t="0"/>
          <a:stretch/>
        </p:blipFill>
        <p:spPr>
          <a:xfrm>
            <a:off x="6739721" y="2264225"/>
            <a:ext cx="1881485" cy="1881475"/>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43" name="Shape 4943"/>
        <p:cNvGrpSpPr/>
        <p:nvPr/>
      </p:nvGrpSpPr>
      <p:grpSpPr>
        <a:xfrm>
          <a:off x="0" y="0"/>
          <a:ext cx="0" cy="0"/>
          <a:chOff x="0" y="0"/>
          <a:chExt cx="0" cy="0"/>
        </a:xfrm>
      </p:grpSpPr>
      <p:sp>
        <p:nvSpPr>
          <p:cNvPr id="4944" name="Google Shape;4944;p42"/>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945" name="Google Shape;4945;p42"/>
          <p:cNvSpPr txBox="1"/>
          <p:nvPr>
            <p:ph idx="4294967295" type="body"/>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SzPts val="1100"/>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 </a:t>
            </a:r>
            <a:r>
              <a:rPr lang="en">
                <a:solidFill>
                  <a:schemeClr val="lt1"/>
                </a:solidFill>
                <a:latin typeface="Arial"/>
                <a:ea typeface="Arial"/>
                <a:cs typeface="Arial"/>
                <a:sym typeface="Arial"/>
              </a:rPr>
              <a:t>You can also look for more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infographics</a:t>
            </a:r>
            <a:r>
              <a:rPr lang="en">
                <a:solidFill>
                  <a:schemeClr val="lt1"/>
                </a:solidFill>
                <a:latin typeface="Arial"/>
                <a:ea typeface="Arial"/>
                <a:cs typeface="Arial"/>
                <a:sym typeface="Arial"/>
              </a:rPr>
              <a:t> on Slidesgo.</a:t>
            </a:r>
            <a:endParaRPr sz="1100">
              <a:solidFill>
                <a:srgbClr val="FFFFFF"/>
              </a:solidFill>
              <a:latin typeface="Arial"/>
              <a:ea typeface="Arial"/>
              <a:cs typeface="Arial"/>
              <a:sym typeface="Arial"/>
            </a:endParaRPr>
          </a:p>
        </p:txBody>
      </p:sp>
      <p:grpSp>
        <p:nvGrpSpPr>
          <p:cNvPr id="4946" name="Google Shape;4946;p42"/>
          <p:cNvGrpSpPr/>
          <p:nvPr/>
        </p:nvGrpSpPr>
        <p:grpSpPr>
          <a:xfrm>
            <a:off x="5156078" y="3085736"/>
            <a:ext cx="474294" cy="551291"/>
            <a:chOff x="4727025" y="1332775"/>
            <a:chExt cx="59900" cy="69625"/>
          </a:xfrm>
        </p:grpSpPr>
        <p:sp>
          <p:nvSpPr>
            <p:cNvPr id="4947" name="Google Shape;4947;p4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4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49" name="Google Shape;4949;p42"/>
          <p:cNvGrpSpPr/>
          <p:nvPr/>
        </p:nvGrpSpPr>
        <p:grpSpPr>
          <a:xfrm>
            <a:off x="5769734" y="2314340"/>
            <a:ext cx="555653" cy="557031"/>
            <a:chOff x="4820425" y="1329900"/>
            <a:chExt cx="70175" cy="70350"/>
          </a:xfrm>
        </p:grpSpPr>
        <p:sp>
          <p:nvSpPr>
            <p:cNvPr id="4950" name="Google Shape;4950;p4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4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4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4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54" name="Google Shape;4954;p42"/>
          <p:cNvGrpSpPr/>
          <p:nvPr/>
        </p:nvGrpSpPr>
        <p:grpSpPr>
          <a:xfrm>
            <a:off x="6396103" y="2318845"/>
            <a:ext cx="582574" cy="533871"/>
            <a:chOff x="4903200" y="1331525"/>
            <a:chExt cx="73575" cy="67425"/>
          </a:xfrm>
        </p:grpSpPr>
        <p:sp>
          <p:nvSpPr>
            <p:cNvPr id="4955" name="Google Shape;4955;p4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4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57" name="Google Shape;4957;p42"/>
          <p:cNvGrpSpPr/>
          <p:nvPr/>
        </p:nvGrpSpPr>
        <p:grpSpPr>
          <a:xfrm>
            <a:off x="5755581" y="3078709"/>
            <a:ext cx="583960" cy="565345"/>
            <a:chOff x="4815575" y="1416800"/>
            <a:chExt cx="73750" cy="71400"/>
          </a:xfrm>
        </p:grpSpPr>
        <p:sp>
          <p:nvSpPr>
            <p:cNvPr id="4958" name="Google Shape;4958;p4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4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4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61" name="Google Shape;4961;p42"/>
          <p:cNvGrpSpPr/>
          <p:nvPr/>
        </p:nvGrpSpPr>
        <p:grpSpPr>
          <a:xfrm>
            <a:off x="6390362" y="3108896"/>
            <a:ext cx="589898" cy="504970"/>
            <a:chOff x="4902475" y="1418875"/>
            <a:chExt cx="74500" cy="63775"/>
          </a:xfrm>
        </p:grpSpPr>
        <p:sp>
          <p:nvSpPr>
            <p:cNvPr id="4962" name="Google Shape;4962;p4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4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64" name="Google Shape;4964;p42"/>
          <p:cNvGrpSpPr/>
          <p:nvPr/>
        </p:nvGrpSpPr>
        <p:grpSpPr>
          <a:xfrm>
            <a:off x="5765577" y="3826000"/>
            <a:ext cx="563967" cy="567127"/>
            <a:chOff x="4818100" y="1507675"/>
            <a:chExt cx="71225" cy="71625"/>
          </a:xfrm>
        </p:grpSpPr>
        <p:sp>
          <p:nvSpPr>
            <p:cNvPr id="4965" name="Google Shape;4965;p4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4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4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4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69" name="Google Shape;4969;p42"/>
          <p:cNvGrpSpPr/>
          <p:nvPr/>
        </p:nvGrpSpPr>
        <p:grpSpPr>
          <a:xfrm>
            <a:off x="5079075" y="3829461"/>
            <a:ext cx="628301" cy="588505"/>
            <a:chOff x="4721450" y="1509475"/>
            <a:chExt cx="79350" cy="74325"/>
          </a:xfrm>
        </p:grpSpPr>
        <p:sp>
          <p:nvSpPr>
            <p:cNvPr id="4970" name="Google Shape;4970;p4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4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4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4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74" name="Google Shape;4974;p42"/>
          <p:cNvGrpSpPr/>
          <p:nvPr/>
        </p:nvGrpSpPr>
        <p:grpSpPr>
          <a:xfrm>
            <a:off x="6424608" y="3814027"/>
            <a:ext cx="557038" cy="562772"/>
            <a:chOff x="4906800" y="1507500"/>
            <a:chExt cx="70350" cy="71075"/>
          </a:xfrm>
        </p:grpSpPr>
        <p:sp>
          <p:nvSpPr>
            <p:cNvPr id="4975" name="Google Shape;4975;p4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4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4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4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4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80" name="Google Shape;4980;p42"/>
          <p:cNvGrpSpPr/>
          <p:nvPr/>
        </p:nvGrpSpPr>
        <p:grpSpPr>
          <a:xfrm>
            <a:off x="4462216" y="2340963"/>
            <a:ext cx="517934" cy="517934"/>
            <a:chOff x="3736598" y="2170606"/>
            <a:chExt cx="404889" cy="404889"/>
          </a:xfrm>
        </p:grpSpPr>
        <p:sp>
          <p:nvSpPr>
            <p:cNvPr id="4981" name="Google Shape;4981;p4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4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4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4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85" name="Google Shape;4985;p42"/>
          <p:cNvGrpSpPr/>
          <p:nvPr/>
        </p:nvGrpSpPr>
        <p:grpSpPr>
          <a:xfrm>
            <a:off x="3729277" y="2341061"/>
            <a:ext cx="586986" cy="517740"/>
            <a:chOff x="3161917" y="2170682"/>
            <a:chExt cx="458870" cy="404737"/>
          </a:xfrm>
        </p:grpSpPr>
        <p:sp>
          <p:nvSpPr>
            <p:cNvPr id="4986" name="Google Shape;4986;p4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4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4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89" name="Google Shape;4989;p42"/>
          <p:cNvGrpSpPr/>
          <p:nvPr/>
        </p:nvGrpSpPr>
        <p:grpSpPr>
          <a:xfrm>
            <a:off x="3752299" y="3102400"/>
            <a:ext cx="540943" cy="517963"/>
            <a:chOff x="3179914" y="2889488"/>
            <a:chExt cx="422876" cy="404911"/>
          </a:xfrm>
        </p:grpSpPr>
        <p:sp>
          <p:nvSpPr>
            <p:cNvPr id="4990" name="Google Shape;4990;p4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4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4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4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4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4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96" name="Google Shape;4996;p42"/>
          <p:cNvGrpSpPr/>
          <p:nvPr/>
        </p:nvGrpSpPr>
        <p:grpSpPr>
          <a:xfrm>
            <a:off x="4453093" y="3102358"/>
            <a:ext cx="536179" cy="518047"/>
            <a:chOff x="3729467" y="2889422"/>
            <a:chExt cx="419152" cy="404977"/>
          </a:xfrm>
        </p:grpSpPr>
        <p:sp>
          <p:nvSpPr>
            <p:cNvPr id="4997" name="Google Shape;4997;p4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4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4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4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4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4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4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04" name="Google Shape;5004;p42"/>
          <p:cNvGrpSpPr/>
          <p:nvPr/>
        </p:nvGrpSpPr>
        <p:grpSpPr>
          <a:xfrm>
            <a:off x="1990126" y="3445787"/>
            <a:ext cx="965352" cy="134612"/>
            <a:chOff x="4411970" y="2962952"/>
            <a:chExt cx="706545" cy="104213"/>
          </a:xfrm>
        </p:grpSpPr>
        <p:sp>
          <p:nvSpPr>
            <p:cNvPr id="5005" name="Google Shape;5005;p4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4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4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4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09" name="Google Shape;5009;p42"/>
          <p:cNvGrpSpPr/>
          <p:nvPr/>
        </p:nvGrpSpPr>
        <p:grpSpPr>
          <a:xfrm>
            <a:off x="1990126" y="3041077"/>
            <a:ext cx="960158" cy="289172"/>
            <a:chOff x="4411970" y="2726085"/>
            <a:chExt cx="643107" cy="193659"/>
          </a:xfrm>
        </p:grpSpPr>
        <p:sp>
          <p:nvSpPr>
            <p:cNvPr id="5010" name="Google Shape;5010;p4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4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4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13" name="Google Shape;5013;p42"/>
          <p:cNvGrpSpPr/>
          <p:nvPr/>
        </p:nvGrpSpPr>
        <p:grpSpPr>
          <a:xfrm>
            <a:off x="998624" y="3295400"/>
            <a:ext cx="811504" cy="252583"/>
            <a:chOff x="4411970" y="4340222"/>
            <a:chExt cx="779468" cy="242682"/>
          </a:xfrm>
        </p:grpSpPr>
        <p:sp>
          <p:nvSpPr>
            <p:cNvPr id="5014" name="Google Shape;5014;p4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4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4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17" name="Google Shape;5017;p42"/>
          <p:cNvGrpSpPr/>
          <p:nvPr/>
        </p:nvGrpSpPr>
        <p:grpSpPr>
          <a:xfrm>
            <a:off x="1990126" y="2709308"/>
            <a:ext cx="965160" cy="216230"/>
            <a:chOff x="4411970" y="2468674"/>
            <a:chExt cx="747317" cy="167425"/>
          </a:xfrm>
        </p:grpSpPr>
        <p:sp>
          <p:nvSpPr>
            <p:cNvPr id="5018" name="Google Shape;5018;p4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4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20" name="Google Shape;5020;p4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21" name="Google Shape;5021;p42"/>
          <p:cNvGrpSpPr/>
          <p:nvPr/>
        </p:nvGrpSpPr>
        <p:grpSpPr>
          <a:xfrm>
            <a:off x="997692" y="2334687"/>
            <a:ext cx="1959041" cy="208784"/>
            <a:chOff x="6336019" y="3733725"/>
            <a:chExt cx="2566206" cy="351310"/>
          </a:xfrm>
        </p:grpSpPr>
        <p:sp>
          <p:nvSpPr>
            <p:cNvPr id="5022" name="Google Shape;5022;p4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4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4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4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26" name="Google Shape;5026;p42"/>
          <p:cNvGrpSpPr/>
          <p:nvPr/>
        </p:nvGrpSpPr>
        <p:grpSpPr>
          <a:xfrm>
            <a:off x="1990126" y="3950602"/>
            <a:ext cx="946551" cy="153200"/>
            <a:chOff x="4404545" y="3301592"/>
            <a:chExt cx="782403" cy="129272"/>
          </a:xfrm>
        </p:grpSpPr>
        <p:sp>
          <p:nvSpPr>
            <p:cNvPr id="5027" name="Google Shape;5027;p4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4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29" name="Google Shape;5029;p42"/>
          <p:cNvGrpSpPr/>
          <p:nvPr/>
        </p:nvGrpSpPr>
        <p:grpSpPr>
          <a:xfrm>
            <a:off x="1990126" y="3695937"/>
            <a:ext cx="962257" cy="139127"/>
            <a:chOff x="4411970" y="3131459"/>
            <a:chExt cx="710520" cy="117397"/>
          </a:xfrm>
        </p:grpSpPr>
        <p:sp>
          <p:nvSpPr>
            <p:cNvPr id="5030" name="Google Shape;5030;p4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4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5032" name="Google Shape;5032;p4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33" name="Google Shape;5033;p42"/>
          <p:cNvGrpSpPr/>
          <p:nvPr/>
        </p:nvGrpSpPr>
        <p:grpSpPr>
          <a:xfrm>
            <a:off x="990271" y="3621603"/>
            <a:ext cx="823838" cy="458988"/>
            <a:chOff x="4411970" y="1801825"/>
            <a:chExt cx="734586" cy="409262"/>
          </a:xfrm>
        </p:grpSpPr>
        <p:sp>
          <p:nvSpPr>
            <p:cNvPr id="5034" name="Google Shape;5034;p4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4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36" name="Google Shape;5036;p42"/>
          <p:cNvGrpSpPr/>
          <p:nvPr/>
        </p:nvGrpSpPr>
        <p:grpSpPr>
          <a:xfrm>
            <a:off x="3095243" y="2339173"/>
            <a:ext cx="521514" cy="521514"/>
            <a:chOff x="5681300" y="2527788"/>
            <a:chExt cx="805800" cy="805800"/>
          </a:xfrm>
        </p:grpSpPr>
        <p:sp>
          <p:nvSpPr>
            <p:cNvPr id="5037" name="Google Shape;5037;p4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4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39" name="Google Shape;5039;p42"/>
          <p:cNvGrpSpPr/>
          <p:nvPr/>
        </p:nvGrpSpPr>
        <p:grpSpPr>
          <a:xfrm>
            <a:off x="3089483" y="3094865"/>
            <a:ext cx="533033" cy="533033"/>
            <a:chOff x="4049800" y="640400"/>
            <a:chExt cx="858900" cy="858900"/>
          </a:xfrm>
        </p:grpSpPr>
        <p:sp>
          <p:nvSpPr>
            <p:cNvPr id="5040" name="Google Shape;5040;p4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4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42" name="Google Shape;5042;p42"/>
          <p:cNvGrpSpPr/>
          <p:nvPr/>
        </p:nvGrpSpPr>
        <p:grpSpPr>
          <a:xfrm>
            <a:off x="3014966" y="3772543"/>
            <a:ext cx="682068" cy="682068"/>
            <a:chOff x="5080187" y="927900"/>
            <a:chExt cx="961200" cy="961200"/>
          </a:xfrm>
        </p:grpSpPr>
        <p:sp>
          <p:nvSpPr>
            <p:cNvPr id="5043" name="Google Shape;5043;p4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4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4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4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4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4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4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4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51" name="Google Shape;5051;p42"/>
          <p:cNvGrpSpPr/>
          <p:nvPr/>
        </p:nvGrpSpPr>
        <p:grpSpPr>
          <a:xfrm>
            <a:off x="4478465" y="3869234"/>
            <a:ext cx="505651" cy="504006"/>
            <a:chOff x="6039282" y="1042577"/>
            <a:chExt cx="734316" cy="731929"/>
          </a:xfrm>
        </p:grpSpPr>
        <p:sp>
          <p:nvSpPr>
            <p:cNvPr id="5052" name="Google Shape;5052;p4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4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4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4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4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4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4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4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4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4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4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4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4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4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4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4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4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4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4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4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4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73" name="Google Shape;5073;p42"/>
          <p:cNvGrpSpPr/>
          <p:nvPr/>
        </p:nvGrpSpPr>
        <p:grpSpPr>
          <a:xfrm>
            <a:off x="5091067" y="2298862"/>
            <a:ext cx="567744" cy="602136"/>
            <a:chOff x="1825800" y="1651625"/>
            <a:chExt cx="539989" cy="571775"/>
          </a:xfrm>
        </p:grpSpPr>
        <p:sp>
          <p:nvSpPr>
            <p:cNvPr id="5074" name="Google Shape;5074;p4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4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4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4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78" name="Google Shape;5078;p42"/>
          <p:cNvGrpSpPr/>
          <p:nvPr/>
        </p:nvGrpSpPr>
        <p:grpSpPr>
          <a:xfrm>
            <a:off x="3765995" y="3855579"/>
            <a:ext cx="508123" cy="507955"/>
            <a:chOff x="1897577" y="2802432"/>
            <a:chExt cx="492176" cy="492014"/>
          </a:xfrm>
        </p:grpSpPr>
        <p:sp>
          <p:nvSpPr>
            <p:cNvPr id="5079" name="Google Shape;5079;p4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4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4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4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4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4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4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4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4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4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4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4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91" name="Google Shape;5091;p42"/>
          <p:cNvGrpSpPr/>
          <p:nvPr/>
        </p:nvGrpSpPr>
        <p:grpSpPr>
          <a:xfrm>
            <a:off x="997525" y="4169123"/>
            <a:ext cx="809227" cy="200843"/>
            <a:chOff x="2013045" y="4813233"/>
            <a:chExt cx="921986" cy="228855"/>
          </a:xfrm>
        </p:grpSpPr>
        <p:sp>
          <p:nvSpPr>
            <p:cNvPr id="5092" name="Google Shape;5092;p4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4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94" name="Google Shape;5094;p42"/>
          <p:cNvGrpSpPr/>
          <p:nvPr/>
        </p:nvGrpSpPr>
        <p:grpSpPr>
          <a:xfrm>
            <a:off x="1005985" y="2656004"/>
            <a:ext cx="792421" cy="269941"/>
            <a:chOff x="1046767" y="4756633"/>
            <a:chExt cx="859646" cy="292841"/>
          </a:xfrm>
        </p:grpSpPr>
        <p:sp>
          <p:nvSpPr>
            <p:cNvPr id="5095" name="Google Shape;5095;p4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4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4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98" name="Google Shape;5098;p4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4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4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4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02" name="Google Shape;5102;p42"/>
          <p:cNvGrpSpPr/>
          <p:nvPr/>
        </p:nvGrpSpPr>
        <p:grpSpPr>
          <a:xfrm>
            <a:off x="7141841" y="2550562"/>
            <a:ext cx="166473" cy="141497"/>
            <a:chOff x="4660325" y="1866850"/>
            <a:chExt cx="68350" cy="58100"/>
          </a:xfrm>
        </p:grpSpPr>
        <p:sp>
          <p:nvSpPr>
            <p:cNvPr id="5103" name="Google Shape;5103;p4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4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05" name="Google Shape;5105;p42"/>
          <p:cNvGrpSpPr/>
          <p:nvPr/>
        </p:nvGrpSpPr>
        <p:grpSpPr>
          <a:xfrm>
            <a:off x="7451186" y="2576286"/>
            <a:ext cx="162515" cy="90049"/>
            <a:chOff x="4791775" y="1877500"/>
            <a:chExt cx="66725" cy="36975"/>
          </a:xfrm>
        </p:grpSpPr>
        <p:sp>
          <p:nvSpPr>
            <p:cNvPr id="5106" name="Google Shape;5106;p4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4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08" name="Google Shape;5108;p42"/>
          <p:cNvGrpSpPr/>
          <p:nvPr/>
        </p:nvGrpSpPr>
        <p:grpSpPr>
          <a:xfrm>
            <a:off x="7772899" y="2576286"/>
            <a:ext cx="144979" cy="90049"/>
            <a:chOff x="4923925" y="1877500"/>
            <a:chExt cx="59525" cy="36975"/>
          </a:xfrm>
        </p:grpSpPr>
        <p:sp>
          <p:nvSpPr>
            <p:cNvPr id="5109" name="Google Shape;5109;p4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4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11" name="Google Shape;5111;p42"/>
          <p:cNvGrpSpPr/>
          <p:nvPr/>
        </p:nvGrpSpPr>
        <p:grpSpPr>
          <a:xfrm>
            <a:off x="8067390" y="2558477"/>
            <a:ext cx="141447" cy="125667"/>
            <a:chOff x="5058450" y="1870100"/>
            <a:chExt cx="58075" cy="51600"/>
          </a:xfrm>
        </p:grpSpPr>
        <p:sp>
          <p:nvSpPr>
            <p:cNvPr id="5112" name="Google Shape;5112;p4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4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14" name="Google Shape;5114;p42"/>
          <p:cNvGrpSpPr/>
          <p:nvPr/>
        </p:nvGrpSpPr>
        <p:grpSpPr>
          <a:xfrm>
            <a:off x="7481905" y="2980885"/>
            <a:ext cx="101077" cy="107645"/>
            <a:chOff x="4811425" y="2065025"/>
            <a:chExt cx="41500" cy="44200"/>
          </a:xfrm>
        </p:grpSpPr>
        <p:sp>
          <p:nvSpPr>
            <p:cNvPr id="5115" name="Google Shape;5115;p4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4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17" name="Google Shape;5117;p42"/>
          <p:cNvGrpSpPr/>
          <p:nvPr/>
        </p:nvGrpSpPr>
        <p:grpSpPr>
          <a:xfrm>
            <a:off x="7774342" y="2981098"/>
            <a:ext cx="120867" cy="107218"/>
            <a:chOff x="4929875" y="2065025"/>
            <a:chExt cx="49625" cy="44025"/>
          </a:xfrm>
        </p:grpSpPr>
        <p:sp>
          <p:nvSpPr>
            <p:cNvPr id="5118" name="Google Shape;5118;p4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4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20" name="Google Shape;5120;p42"/>
          <p:cNvGrpSpPr/>
          <p:nvPr/>
        </p:nvGrpSpPr>
        <p:grpSpPr>
          <a:xfrm>
            <a:off x="8103011" y="2984112"/>
            <a:ext cx="70206" cy="101191"/>
            <a:chOff x="5083925" y="2066350"/>
            <a:chExt cx="28825" cy="41550"/>
          </a:xfrm>
        </p:grpSpPr>
        <p:sp>
          <p:nvSpPr>
            <p:cNvPr id="5121" name="Google Shape;5121;p4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4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23" name="Google Shape;5123;p42"/>
          <p:cNvGrpSpPr/>
          <p:nvPr/>
        </p:nvGrpSpPr>
        <p:grpSpPr>
          <a:xfrm>
            <a:off x="7134565" y="2999759"/>
            <a:ext cx="181026" cy="69896"/>
            <a:chOff x="4659775" y="2072775"/>
            <a:chExt cx="74325" cy="28700"/>
          </a:xfrm>
        </p:grpSpPr>
        <p:sp>
          <p:nvSpPr>
            <p:cNvPr id="5124" name="Google Shape;5124;p4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4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4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27" name="Google Shape;5127;p42"/>
          <p:cNvGrpSpPr/>
          <p:nvPr/>
        </p:nvGrpSpPr>
        <p:grpSpPr>
          <a:xfrm>
            <a:off x="8054421" y="2790324"/>
            <a:ext cx="167387" cy="89197"/>
            <a:chOff x="4662475" y="1976500"/>
            <a:chExt cx="68725" cy="36625"/>
          </a:xfrm>
        </p:grpSpPr>
        <p:sp>
          <p:nvSpPr>
            <p:cNvPr id="5128" name="Google Shape;5128;p4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4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4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31" name="Google Shape;5131;p42"/>
          <p:cNvGrpSpPr/>
          <p:nvPr/>
        </p:nvGrpSpPr>
        <p:grpSpPr>
          <a:xfrm>
            <a:off x="7751326" y="2793764"/>
            <a:ext cx="166899" cy="82317"/>
            <a:chOff x="4920150" y="1977875"/>
            <a:chExt cx="68525" cy="33800"/>
          </a:xfrm>
        </p:grpSpPr>
        <p:sp>
          <p:nvSpPr>
            <p:cNvPr id="5132" name="Google Shape;5132;p4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4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4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35" name="Google Shape;5135;p42"/>
          <p:cNvGrpSpPr/>
          <p:nvPr/>
        </p:nvGrpSpPr>
        <p:grpSpPr>
          <a:xfrm>
            <a:off x="7162483" y="3197682"/>
            <a:ext cx="125190" cy="127859"/>
            <a:chOff x="4676550" y="2160575"/>
            <a:chExt cx="51400" cy="52500"/>
          </a:xfrm>
        </p:grpSpPr>
        <p:sp>
          <p:nvSpPr>
            <p:cNvPr id="5136" name="Google Shape;5136;p4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4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4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39" name="Google Shape;5139;p42"/>
          <p:cNvGrpSpPr/>
          <p:nvPr/>
        </p:nvGrpSpPr>
        <p:grpSpPr>
          <a:xfrm>
            <a:off x="7459741" y="3204714"/>
            <a:ext cx="145405" cy="113794"/>
            <a:chOff x="4768325" y="2163475"/>
            <a:chExt cx="59700" cy="46725"/>
          </a:xfrm>
        </p:grpSpPr>
        <p:sp>
          <p:nvSpPr>
            <p:cNvPr id="5140" name="Google Shape;5140;p4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4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142" name="Google Shape;5142;p4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4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4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4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4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4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48" name="Google Shape;5148;p42"/>
          <p:cNvGrpSpPr/>
          <p:nvPr/>
        </p:nvGrpSpPr>
        <p:grpSpPr>
          <a:xfrm>
            <a:off x="7476059" y="3459808"/>
            <a:ext cx="112768" cy="106853"/>
            <a:chOff x="4768575" y="2253950"/>
            <a:chExt cx="46300" cy="43875"/>
          </a:xfrm>
        </p:grpSpPr>
        <p:sp>
          <p:nvSpPr>
            <p:cNvPr id="5149" name="Google Shape;5149;p4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4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51" name="Google Shape;5151;p42"/>
          <p:cNvGrpSpPr/>
          <p:nvPr/>
        </p:nvGrpSpPr>
        <p:grpSpPr>
          <a:xfrm>
            <a:off x="7775682" y="3948834"/>
            <a:ext cx="118187" cy="146246"/>
            <a:chOff x="4960900" y="2433225"/>
            <a:chExt cx="48525" cy="60050"/>
          </a:xfrm>
        </p:grpSpPr>
        <p:sp>
          <p:nvSpPr>
            <p:cNvPr id="5152" name="Google Shape;5152;p4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4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54" name="Google Shape;5154;p42"/>
          <p:cNvGrpSpPr/>
          <p:nvPr/>
        </p:nvGrpSpPr>
        <p:grpSpPr>
          <a:xfrm>
            <a:off x="7464247" y="4212895"/>
            <a:ext cx="136394" cy="143810"/>
            <a:chOff x="4854075" y="2527625"/>
            <a:chExt cx="56000" cy="59050"/>
          </a:xfrm>
        </p:grpSpPr>
        <p:sp>
          <p:nvSpPr>
            <p:cNvPr id="5155" name="Google Shape;5155;p4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4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157" name="Google Shape;5157;p4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4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4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60" name="Google Shape;5160;p42"/>
          <p:cNvGrpSpPr/>
          <p:nvPr/>
        </p:nvGrpSpPr>
        <p:grpSpPr>
          <a:xfrm>
            <a:off x="8088458" y="3676639"/>
            <a:ext cx="99312" cy="160797"/>
            <a:chOff x="5059700" y="2334775"/>
            <a:chExt cx="40775" cy="66025"/>
          </a:xfrm>
        </p:grpSpPr>
        <p:sp>
          <p:nvSpPr>
            <p:cNvPr id="5161" name="Google Shape;5161;p4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4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4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4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4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4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4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4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4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70" name="Google Shape;5170;p42"/>
          <p:cNvGrpSpPr/>
          <p:nvPr/>
        </p:nvGrpSpPr>
        <p:grpSpPr>
          <a:xfrm>
            <a:off x="8045622" y="3941771"/>
            <a:ext cx="184984" cy="160371"/>
            <a:chOff x="5037700" y="2430325"/>
            <a:chExt cx="75950" cy="65850"/>
          </a:xfrm>
        </p:grpSpPr>
        <p:sp>
          <p:nvSpPr>
            <p:cNvPr id="5171" name="Google Shape;5171;p4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4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73" name="Google Shape;5173;p42"/>
          <p:cNvGrpSpPr/>
          <p:nvPr/>
        </p:nvGrpSpPr>
        <p:grpSpPr>
          <a:xfrm>
            <a:off x="7465128" y="3708223"/>
            <a:ext cx="173014" cy="97629"/>
            <a:chOff x="4756975" y="2341800"/>
            <a:chExt cx="91975" cy="51925"/>
          </a:xfrm>
        </p:grpSpPr>
        <p:sp>
          <p:nvSpPr>
            <p:cNvPr id="5174" name="Google Shape;5174;p4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4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4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4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4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4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4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4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4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4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4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4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4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4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4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4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4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4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4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4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94" name="Google Shape;5194;p42"/>
          <p:cNvGrpSpPr/>
          <p:nvPr/>
        </p:nvGrpSpPr>
        <p:grpSpPr>
          <a:xfrm>
            <a:off x="7732065" y="4196920"/>
            <a:ext cx="212497" cy="175761"/>
            <a:chOff x="4943575" y="2516350"/>
            <a:chExt cx="98675" cy="81700"/>
          </a:xfrm>
        </p:grpSpPr>
        <p:sp>
          <p:nvSpPr>
            <p:cNvPr id="5195" name="Google Shape;5195;p4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4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4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4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4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4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4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4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4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4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4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4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4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4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4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4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4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4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4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4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4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4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4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4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4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4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4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4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4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4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4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4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4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4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4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4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4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4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4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4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4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4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4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4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4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4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4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4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4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4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4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4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4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4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4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4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4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4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4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4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4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4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4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4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4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4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4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4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4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4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4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4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4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4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4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4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4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4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273" name="Google Shape;5273;p4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4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4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4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0" name="Shape 5280"/>
        <p:cNvGrpSpPr/>
        <p:nvPr/>
      </p:nvGrpSpPr>
      <p:grpSpPr>
        <a:xfrm>
          <a:off x="0" y="0"/>
          <a:ext cx="0" cy="0"/>
          <a:chOff x="0" y="0"/>
          <a:chExt cx="0" cy="0"/>
        </a:xfrm>
      </p:grpSpPr>
      <p:grpSp>
        <p:nvGrpSpPr>
          <p:cNvPr id="5281" name="Google Shape;5281;p43"/>
          <p:cNvGrpSpPr/>
          <p:nvPr/>
        </p:nvGrpSpPr>
        <p:grpSpPr>
          <a:xfrm>
            <a:off x="3642951" y="1176740"/>
            <a:ext cx="2078182" cy="1366558"/>
            <a:chOff x="235800" y="830650"/>
            <a:chExt cx="6978450" cy="4588844"/>
          </a:xfrm>
        </p:grpSpPr>
        <p:sp>
          <p:nvSpPr>
            <p:cNvPr id="5282" name="Google Shape;5282;p4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4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4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4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4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4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88" name="Google Shape;5288;p43"/>
          <p:cNvGrpSpPr/>
          <p:nvPr/>
        </p:nvGrpSpPr>
        <p:grpSpPr>
          <a:xfrm>
            <a:off x="738454" y="3007842"/>
            <a:ext cx="2622876" cy="1333540"/>
            <a:chOff x="238125" y="1038125"/>
            <a:chExt cx="7146800" cy="3633625"/>
          </a:xfrm>
        </p:grpSpPr>
        <p:sp>
          <p:nvSpPr>
            <p:cNvPr id="5289" name="Google Shape;5289;p4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4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4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4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4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4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4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4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4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4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4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4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4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4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4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4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4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4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4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4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4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4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4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4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4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4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4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4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4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4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4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4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4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4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4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4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4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4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4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4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4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4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4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4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4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4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4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4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4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4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4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4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4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4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4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4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4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4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4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4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4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4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4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4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4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4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4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4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4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4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4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4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4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4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4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4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4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4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4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4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4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4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4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4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4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4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4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4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4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4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4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4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4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4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4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4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4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4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4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4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4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4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4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4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4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4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4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4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4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4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4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4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4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4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4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4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4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4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4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4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4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4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p4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4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4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4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4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4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4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4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4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4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4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4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4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4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4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4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4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4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4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4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4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4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4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4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4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4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4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4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4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4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4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4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4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4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4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4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4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4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4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4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4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4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4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4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4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4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4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4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4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4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4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4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4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4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4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4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4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4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4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4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4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4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4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4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4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4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4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4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4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4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4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4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4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4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4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4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4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4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4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4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4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4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4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4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4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4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4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4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4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4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4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4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4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4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4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4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4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4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4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4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4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4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4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4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4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4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4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4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4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4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4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4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4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4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4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4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4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4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4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4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4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4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4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4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4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4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4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4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4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4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4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4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4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4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4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4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4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4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4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4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4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4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4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4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4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4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4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4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4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4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4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4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4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4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4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4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4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4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4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4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4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4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4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4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4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4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4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4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4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4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4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4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4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4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4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4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4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4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4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4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4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4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4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4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4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4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4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4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4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4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4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4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4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4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4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4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4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4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4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4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4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4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4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4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4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4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4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4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4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4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4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4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4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4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4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4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4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4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4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4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4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4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4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4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4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4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4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4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4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4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4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4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4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4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4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4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4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4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4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4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4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4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4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4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4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4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4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4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4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4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4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4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4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4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4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4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4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4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4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4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4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4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4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4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4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4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4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4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4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4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4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4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4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4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4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4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4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4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4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4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4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4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4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4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4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4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4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4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4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4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4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4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4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4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4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4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4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4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4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4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4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4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4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4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4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4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4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4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4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4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4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4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4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4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4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4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4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4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4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4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4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4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4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4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4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4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4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4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4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4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4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4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4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4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4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4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4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4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4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4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4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4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4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4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4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4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4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4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4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4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4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4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4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4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4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4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4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4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4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4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4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4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4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4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4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4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4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4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4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4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4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4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4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4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4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4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4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4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4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4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4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4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4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4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4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4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4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4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4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4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4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4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4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4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4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4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4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4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4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4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4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4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4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4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4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4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4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4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4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4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4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4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4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4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4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4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4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4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4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4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4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4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4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4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4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4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4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4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4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4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4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4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4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4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4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4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4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4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4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4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4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4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4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4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4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4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4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4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4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4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4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4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4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4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4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4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4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4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4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4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4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4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4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4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4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4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4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4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4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4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4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4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4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4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4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4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4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4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4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4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4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4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4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4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4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4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4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4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4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4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4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4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4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4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4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4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4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4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4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4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4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4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4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4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4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4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4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4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4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4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4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4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4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4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4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4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4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4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4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4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4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4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4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4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4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4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4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4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4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4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4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4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4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4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4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4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4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4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4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4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4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4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4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4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4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4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4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4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4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4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4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4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4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4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4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4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4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4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4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4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4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4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4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4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4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4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4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4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4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4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4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4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4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4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4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4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4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4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4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4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4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4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4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4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4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4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4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4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4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4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4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4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4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4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4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4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4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4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4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4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4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4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4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4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4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4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4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4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4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4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4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4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4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4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4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4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4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4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4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4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4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4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4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4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4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4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4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4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4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4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4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4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4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4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4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4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4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4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4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4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4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4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4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4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4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4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4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4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4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4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4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4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4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4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4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4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4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4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4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4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4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4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4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4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4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4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4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4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4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4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4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4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4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4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4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4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4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4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4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4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4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4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4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4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4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4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4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4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4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4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4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4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4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4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4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4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4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4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4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4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4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4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4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4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4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4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4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4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4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4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4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4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4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4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4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4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4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4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4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4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4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4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4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4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4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4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4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4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4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4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4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4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4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4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4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4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4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4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4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4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4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4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4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4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4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4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4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4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4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4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4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4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4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4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4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4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4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4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4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4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4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4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4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4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4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4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4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4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4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4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4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4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4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4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4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4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4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4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4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4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4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4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4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4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4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4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4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4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4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4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4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4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4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4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4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4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4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4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4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4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4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4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4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4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4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4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4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4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4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4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4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4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4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4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4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4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4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4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4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4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4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4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4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4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4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4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4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4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4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4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4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4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4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4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4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4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4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4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4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4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4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4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4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4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4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4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4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4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4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4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4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4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4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4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4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4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4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4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4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4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4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4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4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4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4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4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4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4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4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4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4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4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4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4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4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4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4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4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4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4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4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4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4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4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4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4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4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4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4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4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4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4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4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4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4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4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4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4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4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4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4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4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4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4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4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4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4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4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4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4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4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4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4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4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4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4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4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4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4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4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4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4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4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4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4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4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4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4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4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4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4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4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4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4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4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4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4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4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4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4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4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4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4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4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4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4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4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4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4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4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4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4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4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4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4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4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4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4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4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4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4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4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4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4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4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4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4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4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4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4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4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4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4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4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4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4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4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4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4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4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4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4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4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4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4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4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4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4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4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4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4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4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4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4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4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4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4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4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4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4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4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4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4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4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4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4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4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4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4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4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4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4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4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4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4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4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4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4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4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4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4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4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4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4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4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4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4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4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4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4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4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4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4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4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4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4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4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4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4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4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4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4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4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4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4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4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4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4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4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4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4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4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4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4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4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4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4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4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4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4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4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4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4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4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4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4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4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4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4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4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4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4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4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4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4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4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4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4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4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4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4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4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4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4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4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4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4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4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4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4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4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4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4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4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4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4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4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4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4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4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4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4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4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4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4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4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4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4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4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4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4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4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4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4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4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4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4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4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4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4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4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4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4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4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4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4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4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4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4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4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4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4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4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4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4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4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4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4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4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4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4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4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4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4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4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4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4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4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4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4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4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4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4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4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4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4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4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4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4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4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4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4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4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4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4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4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4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4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4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4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4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4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4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4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4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4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4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4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4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4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4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4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4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4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4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4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4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4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4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4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4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4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4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4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4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4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4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4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4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4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4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4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4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4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4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4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4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4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4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4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4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4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4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4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4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4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4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4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4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4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4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4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4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4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4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4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4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4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4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4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4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4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4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4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4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4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4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4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4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4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4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4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4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4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4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4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4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4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4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4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4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4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4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4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4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4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4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4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4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4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4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4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4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4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4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4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4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4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4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4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4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4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4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4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4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4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4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4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4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4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4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4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4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4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4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4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4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4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4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4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4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4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4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4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4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4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4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4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4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4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4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4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4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4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4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4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4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4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4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4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4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4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4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4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4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4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4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4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4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4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4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4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4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4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4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4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4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4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4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4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4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4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4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4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4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4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4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4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4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4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4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4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4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4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4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4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4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4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4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4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4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4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4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4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4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4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4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4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4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4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4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4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4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4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4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4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4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4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4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4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4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4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4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4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4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4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4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4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4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4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4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4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4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4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4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4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4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4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4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4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4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4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4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4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4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4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4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4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4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4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4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4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4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4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4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4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4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4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4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4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4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4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4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4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4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4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4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4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4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4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4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4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4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4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4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4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4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4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4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4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4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4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4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4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4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4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4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4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4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4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4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4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4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4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4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4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4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4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4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4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61" name="Google Shape;6861;p43"/>
          <p:cNvGrpSpPr/>
          <p:nvPr/>
        </p:nvGrpSpPr>
        <p:grpSpPr>
          <a:xfrm>
            <a:off x="5961311" y="1231136"/>
            <a:ext cx="2435960" cy="1297725"/>
            <a:chOff x="233350" y="949250"/>
            <a:chExt cx="7137300" cy="3802300"/>
          </a:xfrm>
        </p:grpSpPr>
        <p:sp>
          <p:nvSpPr>
            <p:cNvPr id="6862" name="Google Shape;6862;p4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4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4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4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4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4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4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4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4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4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4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4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4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4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4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4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4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4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4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4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4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4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4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4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4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4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4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4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4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4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4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4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4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4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4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4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4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4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4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4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4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4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4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4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4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4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4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4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4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4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4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13" name="Google Shape;6913;p43"/>
          <p:cNvGrpSpPr/>
          <p:nvPr/>
        </p:nvGrpSpPr>
        <p:grpSpPr>
          <a:xfrm>
            <a:off x="7714435" y="3194726"/>
            <a:ext cx="104231" cy="320340"/>
            <a:chOff x="7564426" y="3224343"/>
            <a:chExt cx="119985" cy="368801"/>
          </a:xfrm>
        </p:grpSpPr>
        <p:sp>
          <p:nvSpPr>
            <p:cNvPr id="6914" name="Google Shape;6914;p4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4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16" name="Google Shape;6916;p43"/>
          <p:cNvGrpSpPr/>
          <p:nvPr/>
        </p:nvGrpSpPr>
        <p:grpSpPr>
          <a:xfrm>
            <a:off x="7413923" y="3188827"/>
            <a:ext cx="189489" cy="332132"/>
            <a:chOff x="8370831" y="3202002"/>
            <a:chExt cx="218129" cy="382376"/>
          </a:xfrm>
        </p:grpSpPr>
        <p:sp>
          <p:nvSpPr>
            <p:cNvPr id="6917" name="Google Shape;6917;p4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4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19" name="Google Shape;6919;p43"/>
          <p:cNvGrpSpPr/>
          <p:nvPr/>
        </p:nvGrpSpPr>
        <p:grpSpPr>
          <a:xfrm>
            <a:off x="8137312" y="3599959"/>
            <a:ext cx="309429" cy="267000"/>
            <a:chOff x="6742064" y="3750480"/>
            <a:chExt cx="399315" cy="344560"/>
          </a:xfrm>
        </p:grpSpPr>
        <p:sp>
          <p:nvSpPr>
            <p:cNvPr id="6920" name="Google Shape;6920;p4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4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22" name="Google Shape;6922;p43"/>
          <p:cNvGrpSpPr/>
          <p:nvPr/>
        </p:nvGrpSpPr>
        <p:grpSpPr>
          <a:xfrm>
            <a:off x="7676331" y="3951006"/>
            <a:ext cx="180437" cy="281608"/>
            <a:chOff x="7248525" y="3739696"/>
            <a:chExt cx="230531" cy="359790"/>
          </a:xfrm>
        </p:grpSpPr>
        <p:sp>
          <p:nvSpPr>
            <p:cNvPr id="6923" name="Google Shape;6923;p4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4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25" name="Google Shape;6925;p43"/>
          <p:cNvGrpSpPr/>
          <p:nvPr/>
        </p:nvGrpSpPr>
        <p:grpSpPr>
          <a:xfrm>
            <a:off x="7922251" y="3594231"/>
            <a:ext cx="162896" cy="278710"/>
            <a:chOff x="7601242" y="3729267"/>
            <a:chExt cx="222566" cy="380803"/>
          </a:xfrm>
        </p:grpSpPr>
        <p:sp>
          <p:nvSpPr>
            <p:cNvPr id="6926" name="Google Shape;6926;p4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4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28" name="Google Shape;6928;p4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929" name="Google Shape;6929;p43"/>
          <p:cNvGrpSpPr/>
          <p:nvPr/>
        </p:nvGrpSpPr>
        <p:grpSpPr>
          <a:xfrm>
            <a:off x="7411896" y="3595371"/>
            <a:ext cx="193542" cy="275990"/>
            <a:chOff x="8304647" y="3738687"/>
            <a:chExt cx="225075" cy="320956"/>
          </a:xfrm>
        </p:grpSpPr>
        <p:sp>
          <p:nvSpPr>
            <p:cNvPr id="6930" name="Google Shape;6930;p4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4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4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33" name="Google Shape;6933;p43"/>
          <p:cNvGrpSpPr/>
          <p:nvPr/>
        </p:nvGrpSpPr>
        <p:grpSpPr>
          <a:xfrm>
            <a:off x="7684389" y="3595371"/>
            <a:ext cx="178492" cy="275990"/>
            <a:chOff x="8615101" y="3738687"/>
            <a:chExt cx="207573" cy="320956"/>
          </a:xfrm>
        </p:grpSpPr>
        <p:sp>
          <p:nvSpPr>
            <p:cNvPr id="6934" name="Google Shape;6934;p4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4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4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37" name="Google Shape;6937;p4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938" name="Google Shape;6938;p43"/>
          <p:cNvGrpSpPr/>
          <p:nvPr/>
        </p:nvGrpSpPr>
        <p:grpSpPr>
          <a:xfrm>
            <a:off x="7909920" y="3998032"/>
            <a:ext cx="187557" cy="187557"/>
            <a:chOff x="8565775" y="671075"/>
            <a:chExt cx="441000" cy="441000"/>
          </a:xfrm>
        </p:grpSpPr>
        <p:sp>
          <p:nvSpPr>
            <p:cNvPr id="6939" name="Google Shape;6939;p4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4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41" name="Google Shape;6941;p4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4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943" name="Google Shape;6943;p43"/>
          <p:cNvGrpSpPr/>
          <p:nvPr/>
        </p:nvGrpSpPr>
        <p:grpSpPr>
          <a:xfrm>
            <a:off x="6064392" y="3070557"/>
            <a:ext cx="587865" cy="517731"/>
            <a:chOff x="6000718" y="3070557"/>
            <a:chExt cx="587865" cy="517731"/>
          </a:xfrm>
        </p:grpSpPr>
        <p:sp>
          <p:nvSpPr>
            <p:cNvPr id="6944" name="Google Shape;6944;p4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4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4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4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4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4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4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4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4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4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54" name="Google Shape;6954;p43"/>
          <p:cNvGrpSpPr/>
          <p:nvPr/>
        </p:nvGrpSpPr>
        <p:grpSpPr>
          <a:xfrm>
            <a:off x="6079197" y="3714217"/>
            <a:ext cx="557665" cy="516387"/>
            <a:chOff x="6015523" y="3714217"/>
            <a:chExt cx="557665" cy="516387"/>
          </a:xfrm>
        </p:grpSpPr>
        <p:grpSp>
          <p:nvGrpSpPr>
            <p:cNvPr id="6955" name="Google Shape;6955;p43"/>
            <p:cNvGrpSpPr/>
            <p:nvPr/>
          </p:nvGrpSpPr>
          <p:grpSpPr>
            <a:xfrm>
              <a:off x="6036094" y="3716980"/>
              <a:ext cx="529822" cy="510481"/>
              <a:chOff x="3148311" y="-545634"/>
              <a:chExt cx="1006118" cy="969573"/>
            </a:xfrm>
          </p:grpSpPr>
          <p:sp>
            <p:nvSpPr>
              <p:cNvPr id="6956" name="Google Shape;6956;p4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4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4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4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4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4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4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4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4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4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66" name="Google Shape;6966;p4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67" name="Google Shape;6967;p43"/>
          <p:cNvGrpSpPr/>
          <p:nvPr/>
        </p:nvGrpSpPr>
        <p:grpSpPr>
          <a:xfrm>
            <a:off x="6707979" y="3073628"/>
            <a:ext cx="576302" cy="511871"/>
            <a:chOff x="6644304" y="3073628"/>
            <a:chExt cx="576302" cy="511871"/>
          </a:xfrm>
        </p:grpSpPr>
        <p:grpSp>
          <p:nvGrpSpPr>
            <p:cNvPr id="6968" name="Google Shape;6968;p43"/>
            <p:cNvGrpSpPr/>
            <p:nvPr/>
          </p:nvGrpSpPr>
          <p:grpSpPr>
            <a:xfrm>
              <a:off x="6712169" y="3073651"/>
              <a:ext cx="481611" cy="506712"/>
              <a:chOff x="1833536" y="-546641"/>
              <a:chExt cx="914567" cy="962418"/>
            </a:xfrm>
          </p:grpSpPr>
          <p:grpSp>
            <p:nvGrpSpPr>
              <p:cNvPr id="6969" name="Google Shape;6969;p43"/>
              <p:cNvGrpSpPr/>
              <p:nvPr/>
            </p:nvGrpSpPr>
            <p:grpSpPr>
              <a:xfrm>
                <a:off x="1833536" y="-524249"/>
                <a:ext cx="914567" cy="940026"/>
                <a:chOff x="1833536" y="-524249"/>
                <a:chExt cx="914567" cy="940026"/>
              </a:xfrm>
            </p:grpSpPr>
            <p:sp>
              <p:nvSpPr>
                <p:cNvPr id="6970" name="Google Shape;6970;p4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4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4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4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4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75" name="Google Shape;6975;p4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4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4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4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79" name="Google Shape;6979;p4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80" name="Google Shape;6980;p43"/>
          <p:cNvGrpSpPr/>
          <p:nvPr/>
        </p:nvGrpSpPr>
        <p:grpSpPr>
          <a:xfrm>
            <a:off x="6715725" y="3714143"/>
            <a:ext cx="560636" cy="516497"/>
            <a:chOff x="6652051" y="3714143"/>
            <a:chExt cx="560636" cy="516497"/>
          </a:xfrm>
        </p:grpSpPr>
        <p:grpSp>
          <p:nvGrpSpPr>
            <p:cNvPr id="6981" name="Google Shape;6981;p43"/>
            <p:cNvGrpSpPr/>
            <p:nvPr/>
          </p:nvGrpSpPr>
          <p:grpSpPr>
            <a:xfrm>
              <a:off x="6669657" y="3716715"/>
              <a:ext cx="466768" cy="464314"/>
              <a:chOff x="3139766" y="765669"/>
              <a:chExt cx="886380" cy="881888"/>
            </a:xfrm>
          </p:grpSpPr>
          <p:grpSp>
            <p:nvGrpSpPr>
              <p:cNvPr id="6982" name="Google Shape;6982;p43"/>
              <p:cNvGrpSpPr/>
              <p:nvPr/>
            </p:nvGrpSpPr>
            <p:grpSpPr>
              <a:xfrm>
                <a:off x="3139766" y="765669"/>
                <a:ext cx="886380" cy="881888"/>
                <a:chOff x="3139766" y="765669"/>
                <a:chExt cx="886380" cy="881888"/>
              </a:xfrm>
            </p:grpSpPr>
            <p:sp>
              <p:nvSpPr>
                <p:cNvPr id="6983" name="Google Shape;6983;p4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4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4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4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4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4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4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4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4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92" name="Google Shape;6992;p4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4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4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4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96" name="Google Shape;6996;p4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97" name="Google Shape;6997;p43"/>
          <p:cNvGrpSpPr/>
          <p:nvPr/>
        </p:nvGrpSpPr>
        <p:grpSpPr>
          <a:xfrm>
            <a:off x="625184" y="1201451"/>
            <a:ext cx="2665073" cy="1317140"/>
            <a:chOff x="793334" y="1192826"/>
            <a:chExt cx="2665073" cy="1317140"/>
          </a:xfrm>
        </p:grpSpPr>
        <p:sp>
          <p:nvSpPr>
            <p:cNvPr id="6998" name="Google Shape;6998;p4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4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4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4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4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4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4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4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4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4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4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4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4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4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4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4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4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4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4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4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4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4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4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4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4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4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4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4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4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4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4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4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4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4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4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4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4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4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4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4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4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4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4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4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4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4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4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43"/>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4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4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4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4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4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4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4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4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4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4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4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4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4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4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4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4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4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4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4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4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4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4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4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4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4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4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4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4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4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4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4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4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4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4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4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4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4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4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4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4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4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4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4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4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4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4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4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4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4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4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4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4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4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4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4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4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4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4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4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4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4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4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4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4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4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4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4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4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4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4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4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4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4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4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4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4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4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4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4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4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4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4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4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4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4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4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4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4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4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4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4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4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4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4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4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4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4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4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4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4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4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4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4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4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4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4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4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4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4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4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4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4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4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4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4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4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4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4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4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4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4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4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4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4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4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4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4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4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4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4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4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4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4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4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4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4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4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4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4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4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4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4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4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4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4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4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4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4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4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4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4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4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4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4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4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4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4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4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4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4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4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4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4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4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4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4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4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4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4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4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4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4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4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4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4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4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4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4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4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4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4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4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4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4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4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4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4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4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4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4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4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4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4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4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4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4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4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4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4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4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4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4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4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4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4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4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4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4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4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4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4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4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4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4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4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4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4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4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4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4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4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4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4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4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4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4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4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4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4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4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4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4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4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4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4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4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4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4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4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43"/>
            <p:cNvSpPr/>
            <p:nvPr/>
          </p:nvSpPr>
          <p:spPr>
            <a:xfrm>
              <a:off x="2060373" y="1991414"/>
              <a:ext cx="0" cy="679"/>
            </a:xfrm>
            <a:custGeom>
              <a:rect b="b" l="l" r="r" t="t"/>
              <a:pathLst>
                <a:path extrusionOk="0" h="50" w="12000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4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4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4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4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43"/>
            <p:cNvSpPr/>
            <p:nvPr/>
          </p:nvSpPr>
          <p:spPr>
            <a:xfrm>
              <a:off x="2060088" y="1984435"/>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4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4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43"/>
            <p:cNvSpPr/>
            <p:nvPr/>
          </p:nvSpPr>
          <p:spPr>
            <a:xfrm>
              <a:off x="2060183" y="1986621"/>
              <a:ext cx="0" cy="584"/>
            </a:xfrm>
            <a:custGeom>
              <a:rect b="b" l="l" r="r" t="t"/>
              <a:pathLst>
                <a:path extrusionOk="0" h="43" w="12000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4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43"/>
            <p:cNvSpPr/>
            <p:nvPr/>
          </p:nvSpPr>
          <p:spPr>
            <a:xfrm>
              <a:off x="2060088" y="1985101"/>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4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4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4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4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4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43"/>
            <p:cNvSpPr/>
            <p:nvPr/>
          </p:nvSpPr>
          <p:spPr>
            <a:xfrm>
              <a:off x="2060278" y="1988427"/>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4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4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4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4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4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4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4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4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4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4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4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4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4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4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4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4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4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4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4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4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4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4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4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4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4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4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4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4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4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4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4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4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4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4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4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4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4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4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4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4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4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4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4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4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4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4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4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4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4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4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4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4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4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4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4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4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4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4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4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4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4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4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4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4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4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4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4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4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4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4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4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4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4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4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4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4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4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4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4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4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4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4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4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4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4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4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4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4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4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4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4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4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4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4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4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4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4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4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4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4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4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4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4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4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4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4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4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4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4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4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4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4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4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4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4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4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4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4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43"/>
            <p:cNvSpPr/>
            <p:nvPr/>
          </p:nvSpPr>
          <p:spPr>
            <a:xfrm>
              <a:off x="1946865" y="1950206"/>
              <a:ext cx="0" cy="68"/>
            </a:xfrm>
            <a:custGeom>
              <a:rect b="b" l="l" r="r" t="t"/>
              <a:pathLst>
                <a:path extrusionOk="0" h="5" w="12000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43"/>
            <p:cNvSpPr/>
            <p:nvPr/>
          </p:nvSpPr>
          <p:spPr>
            <a:xfrm>
              <a:off x="1946960" y="1949595"/>
              <a:ext cx="0" cy="109"/>
            </a:xfrm>
            <a:custGeom>
              <a:rect b="b" l="l" r="r" t="t"/>
              <a:pathLst>
                <a:path extrusionOk="0" h="8" w="12000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4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4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4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4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4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4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4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4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4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4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4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4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4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4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4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4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4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4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4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4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4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4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4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4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4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4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4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4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4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4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4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4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4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4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4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4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4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4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4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4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4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4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4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4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4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4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4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4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4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4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4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4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4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4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4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4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4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4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4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4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4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4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4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4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4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4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4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4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4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4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4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4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4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4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4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4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4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4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4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4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4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4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4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4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4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4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4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4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4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4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4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4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4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4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4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4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4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4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4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4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4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4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4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4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4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4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4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4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4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4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4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4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4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4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4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4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4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4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4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4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4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4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4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4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4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4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4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4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4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4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4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4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4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4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4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4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4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4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4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4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4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4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4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4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4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4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4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4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4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4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4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4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4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4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4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4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4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4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4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4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4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4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4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4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4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4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4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4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4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4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4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4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4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4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4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4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4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4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4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4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4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4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4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4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4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4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4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4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4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4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4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4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4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4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4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4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4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4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4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4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4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4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4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4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4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4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4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4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4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4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4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4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4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4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p4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4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4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4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4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4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4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4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4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4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p4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4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4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4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4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4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4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4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4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4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4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4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4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4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4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p4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4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4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4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4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4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4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4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4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4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4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4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4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4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4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4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4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4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4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4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4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p4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4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4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4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4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4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4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4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4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4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4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4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4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4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4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4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4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4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4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4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4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4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4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4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4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4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4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4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4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4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4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4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4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4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4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4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4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4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4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4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4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4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4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4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4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4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4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4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4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4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4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4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p4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4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4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4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4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4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4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4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4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4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p4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4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4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4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4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p4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4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4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4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4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4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4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4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4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p4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4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4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4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4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4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4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4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4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4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4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4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4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4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4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4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4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4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4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4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4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4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4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4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4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4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4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4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4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4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4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4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4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4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4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4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4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4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4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4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4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4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4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4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4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4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4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4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4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4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4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4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4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4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4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4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4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4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4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4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4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4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4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4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p4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4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4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4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4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4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4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4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4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4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4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4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4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4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4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4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4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4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4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4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4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4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4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4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4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4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4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4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4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4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4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4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4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4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4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4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4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4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4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4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4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4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4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4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4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4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4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4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4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4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4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4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4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4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4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4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4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4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4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4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4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4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4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4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p4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p4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4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4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4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4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4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p4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4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4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4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4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4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4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4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4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4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p4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4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4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4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4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4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4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4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4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4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4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4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4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4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p4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4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4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p4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p4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4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4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4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4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4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4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4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4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4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4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4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4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4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4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4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4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4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4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p4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4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4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4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4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4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4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4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4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4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4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4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4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p4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4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4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4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4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4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4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4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4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4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4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4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4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4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4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4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4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4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4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4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4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4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4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4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4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4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4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4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4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4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4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4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4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4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4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4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4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p4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4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4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4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4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4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p4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4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p4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p4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4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4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4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4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4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p4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4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4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4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4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4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p4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4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4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4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4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4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4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4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4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4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4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4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4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4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p4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4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4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4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4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4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p4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4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4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4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4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4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4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4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4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4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4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4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4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4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4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4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4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4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4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4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4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4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4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4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4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p4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4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p4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4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4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4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4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4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4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4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4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4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4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4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4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4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4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4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4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4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4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4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4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4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4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4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4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4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4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4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4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4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p4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4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4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4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4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p4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4" name="Google Shape;8094;p4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4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4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4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4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4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4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4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p4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p4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4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4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4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4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4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p4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4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4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4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4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p4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p4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4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p4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8" name="Google Shape;8118;p4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4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4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4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4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4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p4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4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4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4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4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4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4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4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4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p4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4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4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p4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4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4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4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p4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4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4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p4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4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4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4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4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4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4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4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4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4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4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4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4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4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4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4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4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4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4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4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p4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4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5" name="Google Shape;8165;p4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p4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4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4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4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p4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p4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4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p4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p4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43"/>
            <p:cNvSpPr/>
            <p:nvPr/>
          </p:nvSpPr>
          <p:spPr>
            <a:xfrm>
              <a:off x="2821609" y="1933425"/>
              <a:ext cx="0" cy="109"/>
            </a:xfrm>
            <a:custGeom>
              <a:rect b="b" l="l" r="r" t="t"/>
              <a:pathLst>
                <a:path extrusionOk="0" h="8" w="12000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4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4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4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4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4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4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4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4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4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4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43"/>
            <p:cNvSpPr/>
            <p:nvPr/>
          </p:nvSpPr>
          <p:spPr>
            <a:xfrm>
              <a:off x="2821324" y="1935950"/>
              <a:ext cx="0" cy="14"/>
            </a:xfrm>
            <a:custGeom>
              <a:rect b="b" l="l" r="r" t="t"/>
              <a:pathLst>
                <a:path extrusionOk="0" h="1" w="12000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43"/>
            <p:cNvSpPr/>
            <p:nvPr/>
          </p:nvSpPr>
          <p:spPr>
            <a:xfrm>
              <a:off x="2821609" y="1934945"/>
              <a:ext cx="0" cy="68"/>
            </a:xfrm>
            <a:custGeom>
              <a:rect b="b" l="l" r="r" t="t"/>
              <a:pathLst>
                <a:path extrusionOk="0" h="5" w="12000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4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9" name="Google Shape;8189;p43"/>
            <p:cNvSpPr/>
            <p:nvPr/>
          </p:nvSpPr>
          <p:spPr>
            <a:xfrm>
              <a:off x="2821039" y="1936330"/>
              <a:ext cx="0" cy="54"/>
            </a:xfrm>
            <a:custGeom>
              <a:rect b="b" l="l" r="r" t="t"/>
              <a:pathLst>
                <a:path extrusionOk="0" h="4" w="12000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4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4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4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4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4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p4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4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p4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4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4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p4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4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4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4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4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4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p4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4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4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4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4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4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p4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p4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4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4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4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4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4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4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4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4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4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4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4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4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4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p4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4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4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4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4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4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4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4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p4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p4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4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4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p4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0" name="Google Shape;8240;p4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p4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2" name="Google Shape;8242;p4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3" name="Google Shape;8243;p4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p4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p4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6" name="Google Shape;8246;p4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7" name="Google Shape;8247;p4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4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4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p4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p4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4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4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4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4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4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4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4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4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0" name="Google Shape;8260;p4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4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4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4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4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p4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p4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4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4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4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4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4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p4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4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p4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5" name="Google Shape;8275;p4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4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p4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8" name="Google Shape;8278;p4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9" name="Google Shape;8279;p4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p4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p4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4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3" name="Google Shape;8283;p4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4" name="Google Shape;8284;p4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4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p4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7" name="Google Shape;8287;p4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4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4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0" name="Google Shape;8290;p4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1" name="Google Shape;8291;p4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2" name="Google Shape;8292;p4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p4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4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p4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p4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p4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p4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9" name="Google Shape;8299;p4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p4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p4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2" name="Google Shape;8302;p4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4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4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4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p4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7" name="Google Shape;8307;p4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8" name="Google Shape;8308;p4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4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4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4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p4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p4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4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4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4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p4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8" name="Google Shape;8318;p4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p4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4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4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p4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p4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4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4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4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p4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4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4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4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4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4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4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4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4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4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4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4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4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4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p4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p4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4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4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4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4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4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4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4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4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4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4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4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4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4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4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4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4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4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p4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4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4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4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4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p4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4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4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p4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4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4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4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4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4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4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4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4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7" name="Google Shape;8377;p4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p4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4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4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4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4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4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p4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4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4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4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4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4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4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p4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p4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4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4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p4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4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4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4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p4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4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4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2" name="Google Shape;8402;p4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p4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4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5" name="Google Shape;8405;p4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p4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4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4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4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4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4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4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4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p4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p4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4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p4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4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4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4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4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4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4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p4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4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6" name="Google Shape;8426;p4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p4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4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4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4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4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p4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4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4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4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4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4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p4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9" name="Google Shape;8439;p4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4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1" name="Google Shape;8441;p4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p4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4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4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4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4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4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4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4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4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4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4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4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p4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4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p4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4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4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4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4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4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p4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4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4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5" name="Google Shape;8465;p4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p4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4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8" name="Google Shape;8468;p4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4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4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p4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4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4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4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4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4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7" name="Google Shape;8477;p4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p4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4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p4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p4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p4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p4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4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4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6" name="Google Shape;8486;p4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4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p4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9" name="Google Shape;8489;p4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4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4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p4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4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4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p4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4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4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8" name="Google Shape;8498;p4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4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4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p4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4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4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4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4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4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4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4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4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4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4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4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4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4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p4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p4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4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4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p4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4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4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4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4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4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p4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4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4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4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4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4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4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4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4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p4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4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p4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7" name="Google Shape;8537;p4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4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4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p4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4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4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4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4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4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4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p4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4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p4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0" name="Google Shape;8550;p4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4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4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4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4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p4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4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4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4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p4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4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4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p4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4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4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4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4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p4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4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4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0" name="Google Shape;8570;p4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4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4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4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4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4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4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4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4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4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4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4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4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4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4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4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4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4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p4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p4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4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p4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p4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4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4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4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4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4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4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4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4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4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4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4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4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4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4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4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4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4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4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4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4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3" name="Google Shape;8613;p4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4" name="Google Shape;8614;p4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4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4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4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4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4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4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4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4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p4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4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4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4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4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4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4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4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4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4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4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4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p4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4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4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4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4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4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4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4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4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p4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4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4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4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4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4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4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4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4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4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4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4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4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4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4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4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4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4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4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4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4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4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4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4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4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9" name="Google Shape;8669;p4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p4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4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4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p4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p4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p4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p4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4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4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9" name="Google Shape;8679;p4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p4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4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p4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4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4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4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4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4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4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4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0" name="Google Shape;8690;p4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1" name="Google Shape;8691;p4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p4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p4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p4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4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p4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p4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4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4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4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4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4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3" name="Google Shape;8703;p4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4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4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4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4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4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p4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4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4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4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4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p4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p4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4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4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4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4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4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1" name="Google Shape;8721;p4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p4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4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4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4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4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4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p4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p4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4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4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4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4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4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4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4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p4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4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4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4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4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4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4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4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p4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6" name="Google Shape;8746;p4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4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4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4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4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p4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2" name="Google Shape;8752;p4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4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4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4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4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4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4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4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4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1" name="Google Shape;8761;p4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4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4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4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4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4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4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4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4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4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4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4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4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p4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4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4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4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4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4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4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4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4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p4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p4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4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4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4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4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4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4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4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2" name="Google Shape;8792;p4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3" name="Google Shape;8793;p4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4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4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6" name="Google Shape;8796;p4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4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4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9" name="Google Shape;8799;p4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0" name="Google Shape;8800;p4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4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4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4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4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4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4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4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4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4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4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4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4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4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4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4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6" name="Google Shape;8816;p4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4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4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p4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0" name="Google Shape;8820;p4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1" name="Google Shape;8821;p4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2" name="Google Shape;8822;p4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4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4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p4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p4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4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4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4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4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4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4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3" name="Google Shape;8833;p4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4" name="Google Shape;8834;p4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p4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4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p4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p4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p4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p4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4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4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p4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4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5" name="Google Shape;8845;p4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6" name="Google Shape;8846;p4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p4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4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9" name="Google Shape;8849;p4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0" name="Google Shape;8850;p4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4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p4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p4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4" name="Google Shape;8854;p4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4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4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4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4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p4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0" name="Google Shape;8860;p4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1" name="Google Shape;8861;p4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p4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4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4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4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6" name="Google Shape;8866;p4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7" name="Google Shape;8867;p4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4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9" name="Google Shape;8869;p4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0" name="Google Shape;8870;p4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1" name="Google Shape;8871;p4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2" name="Google Shape;8872;p4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3" name="Google Shape;8873;p4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4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5" name="Google Shape;8875;p4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p4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4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p4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4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0" name="Google Shape;8880;p4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1" name="Google Shape;8881;p4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4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4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p4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p4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p4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p4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4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4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p4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p4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4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3" name="Google Shape;8893;p4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4" name="Google Shape;8894;p4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5" name="Google Shape;8895;p4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6" name="Google Shape;8896;p4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p4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p4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9" name="Google Shape;8899;p4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0" name="Google Shape;8900;p4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4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4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4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4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p4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6" name="Google Shape;8906;p4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p4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8" name="Google Shape;8908;p4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9" name="Google Shape;8909;p4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4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p4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2" name="Google Shape;8912;p4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3" name="Google Shape;8913;p4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p4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4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p4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7" name="Google Shape;8917;p4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4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4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0" name="Google Shape;8920;p4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1" name="Google Shape;8921;p4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p4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3" name="Google Shape;8923;p4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p4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p4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6" name="Google Shape;8926;p4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4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8" name="Google Shape;8928;p4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9" name="Google Shape;8929;p4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4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p4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p4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4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p4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5" name="Google Shape;8935;p4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p4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p4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p4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4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p4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4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4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4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p4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5" name="Google Shape;8945;p4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p4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4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4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9" name="Google Shape;8949;p4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p4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p4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p4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p4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4" name="Google Shape;8954;p4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5" name="Google Shape;8955;p4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4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7" name="Google Shape;8957;p4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8" name="Google Shape;8958;p4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4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0" name="Google Shape;8960;p4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1" name="Google Shape;8961;p4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2" name="Google Shape;8962;p4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4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4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4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p4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7" name="Google Shape;8967;p4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4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9" name="Google Shape;8969;p4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0" name="Google Shape;8970;p4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p4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2" name="Google Shape;8972;p4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3" name="Google Shape;8973;p4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4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4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4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4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8" name="Google Shape;8978;p4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4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4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4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4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4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4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4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4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4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p4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p4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4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4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4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p4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4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p4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4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4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4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4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4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4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4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4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4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p4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4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4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4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4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p4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p4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p4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3" name="Google Shape;9013;p4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4" name="Google Shape;9014;p4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p4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p4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4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4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4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4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4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4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p4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4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4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4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4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4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9" name="Google Shape;9029;p4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0" name="Google Shape;9030;p4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1" name="Google Shape;9031;p4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4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p4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4" name="Google Shape;9034;p4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5" name="Google Shape;9035;p4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4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7" name="Google Shape;9037;p4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8" name="Google Shape;9038;p4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p4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4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1" name="Google Shape;9041;p4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2" name="Google Shape;9042;p4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3" name="Google Shape;9043;p4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4" name="Google Shape;9044;p4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5" name="Google Shape;9045;p4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6" name="Google Shape;9046;p4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7" name="Google Shape;9047;p4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8" name="Google Shape;9048;p4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9" name="Google Shape;9049;p4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0" name="Google Shape;9050;p4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1" name="Google Shape;9051;p4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2" name="Google Shape;9052;p4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3" name="Google Shape;9053;p4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4" name="Google Shape;9054;p4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5" name="Google Shape;9055;p4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6" name="Google Shape;9056;p4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7" name="Google Shape;9057;p4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8" name="Google Shape;9058;p4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9" name="Google Shape;9059;p4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p4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1" name="Google Shape;9061;p4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2" name="Google Shape;9062;p4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3" name="Google Shape;9063;p4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4" name="Google Shape;9064;p4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5" name="Google Shape;9065;p4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6" name="Google Shape;9066;p4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7" name="Google Shape;9067;p4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4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9" name="Google Shape;9069;p4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0" name="Google Shape;9070;p4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4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2" name="Google Shape;9072;p4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3" name="Google Shape;9073;p4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p4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5" name="Google Shape;9075;p4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6" name="Google Shape;9076;p4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p4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p4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9" name="Google Shape;9079;p4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0" name="Google Shape;9080;p4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1" name="Google Shape;9081;p4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2" name="Google Shape;9082;p4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p4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4" name="Google Shape;9084;p4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5" name="Google Shape;9085;p4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p4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7" name="Google Shape;9087;p4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p4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p4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0" name="Google Shape;9090;p4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1" name="Google Shape;9091;p4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2" name="Google Shape;9092;p4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p4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4" name="Google Shape;9094;p4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5" name="Google Shape;9095;p4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6" name="Google Shape;9096;p4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p4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8" name="Google Shape;9098;p4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9" name="Google Shape;9099;p4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p4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p4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4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4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p4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5" name="Google Shape;9105;p4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p4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7" name="Google Shape;9107;p4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8" name="Google Shape;9108;p4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4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p4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p4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p4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p4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p4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5" name="Google Shape;9115;p4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p4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p4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p4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9" name="Google Shape;9119;p4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p4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4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4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4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4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p4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4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4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p4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4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4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1" name="Google Shape;9131;p4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p4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4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p4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p4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4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4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4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9" name="Google Shape;9139;p4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0" name="Google Shape;9140;p4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1" name="Google Shape;9141;p4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2" name="Google Shape;9142;p4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p4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4" name="Google Shape;9144;p4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5" name="Google Shape;9145;p4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4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p4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p4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p4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0" name="Google Shape;9150;p4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1" name="Google Shape;9151;p4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p4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p4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p4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p4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6" name="Google Shape;9156;p4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7" name="Google Shape;9157;p4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4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9" name="Google Shape;9159;p4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0" name="Google Shape;9160;p4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4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4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4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4" name="Google Shape;9164;p4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5" name="Google Shape;9165;p4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p4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p4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8" name="Google Shape;9168;p4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9" name="Google Shape;9169;p4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4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p4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p4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p4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4" name="Google Shape;9174;p4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5" name="Google Shape;9175;p4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p4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p4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8" name="Google Shape;9178;p4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9" name="Google Shape;9179;p4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0" name="Google Shape;9180;p4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p4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2" name="Google Shape;9182;p4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3" name="Google Shape;9183;p4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4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p4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p4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p4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4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p4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0" name="Google Shape;9190;p4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4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p4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3" name="Google Shape;9193;p4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p4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4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p4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7" name="Google Shape;9197;p4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4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4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4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4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4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p4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4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4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4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4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p4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9" name="Google Shape;9209;p4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0" name="Google Shape;9210;p4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4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p4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3" name="Google Shape;9213;p4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4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5" name="Google Shape;9215;p4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6" name="Google Shape;9216;p4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4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p4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p4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4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1" name="Google Shape;9221;p4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2" name="Google Shape;9222;p4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3" name="Google Shape;9223;p4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4" name="Google Shape;9224;p4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4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4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7" name="Google Shape;9227;p4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8" name="Google Shape;9228;p4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4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0" name="Google Shape;9230;p4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1" name="Google Shape;9231;p4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p4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4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4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4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p4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7" name="Google Shape;9237;p4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8" name="Google Shape;9238;p4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9" name="Google Shape;9239;p4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p4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p4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2" name="Google Shape;9242;p4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4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4" name="Google Shape;9244;p4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5" name="Google Shape;9245;p4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6" name="Google Shape;9246;p4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p4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8" name="Google Shape;9248;p4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9" name="Google Shape;9249;p4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0" name="Google Shape;9250;p4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p4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p4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4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4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4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6" name="Google Shape;9256;p4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p4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8" name="Google Shape;9258;p4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9" name="Google Shape;9259;p4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0" name="Google Shape;9260;p4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1" name="Google Shape;9261;p4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p4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4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p4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p4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4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p4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p4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9" name="Google Shape;9269;p4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0" name="Google Shape;9270;p4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4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p4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3" name="Google Shape;9273;p4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4" name="Google Shape;9274;p4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4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4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4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4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p4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0" name="Google Shape;9280;p4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4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4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p4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p4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5" name="Google Shape;9285;p4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6" name="Google Shape;9286;p4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p4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4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p4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p4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1" name="Google Shape;9291;p4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2" name="Google Shape;9292;p4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3" name="Google Shape;9293;p4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4" name="Google Shape;9294;p4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5" name="Google Shape;9295;p4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6" name="Google Shape;9296;p4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p4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8" name="Google Shape;9298;p4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9" name="Google Shape;9299;p4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0" name="Google Shape;9300;p4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p4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2" name="Google Shape;9302;p4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3" name="Google Shape;9303;p4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p4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5" name="Google Shape;9305;p4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6" name="Google Shape;9306;p4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7" name="Google Shape;9307;p4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8" name="Google Shape;9308;p4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9" name="Google Shape;9309;p4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0" name="Google Shape;9310;p4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1" name="Google Shape;9311;p4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2" name="Google Shape;9312;p4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3" name="Google Shape;9313;p4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4" name="Google Shape;9314;p4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5" name="Google Shape;9315;p4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6" name="Google Shape;9316;p4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7" name="Google Shape;9317;p4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8" name="Google Shape;9318;p4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9" name="Google Shape;9319;p4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0" name="Google Shape;9320;p4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1" name="Google Shape;9321;p4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2" name="Google Shape;9322;p4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3" name="Google Shape;9323;p4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4" name="Google Shape;9324;p4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5" name="Google Shape;9325;p4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6" name="Google Shape;9326;p4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7" name="Google Shape;9327;p4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8" name="Google Shape;9328;p4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9" name="Google Shape;9329;p4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0" name="Google Shape;9330;p4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1" name="Google Shape;9331;p4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p4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3" name="Google Shape;9333;p4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4" name="Google Shape;9334;p4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5" name="Google Shape;9335;p4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6" name="Google Shape;9336;p4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7" name="Google Shape;9337;p4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8" name="Google Shape;9338;p4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p4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p4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1" name="Google Shape;9341;p4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2" name="Google Shape;9342;p4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3" name="Google Shape;9343;p4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4" name="Google Shape;9344;p4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5" name="Google Shape;9345;p4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6" name="Google Shape;9346;p4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7" name="Google Shape;9347;p4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8" name="Google Shape;9348;p4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9" name="Google Shape;9349;p4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0" name="Google Shape;9350;p4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1" name="Google Shape;9351;p4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p4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3" name="Google Shape;9353;p4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4" name="Google Shape;9354;p4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5" name="Google Shape;9355;p4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6" name="Google Shape;9356;p4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7" name="Google Shape;9357;p4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8" name="Google Shape;9358;p4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9" name="Google Shape;9359;p4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0" name="Google Shape;9360;p4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p4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2" name="Google Shape;9362;p4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3" name="Google Shape;9363;p4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p4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4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p4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7" name="Google Shape;9367;p4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8" name="Google Shape;9368;p4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9" name="Google Shape;9369;p4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0" name="Google Shape;9370;p4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p4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2" name="Google Shape;9372;p4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3" name="Google Shape;9373;p4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4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5" name="Google Shape;9375;p4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6" name="Google Shape;9376;p4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p4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8" name="Google Shape;9378;p4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9" name="Google Shape;9379;p4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0" name="Google Shape;9380;p4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p4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p4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p4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4" name="Google Shape;9384;p4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4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4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7" name="Google Shape;9387;p4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8" name="Google Shape;9388;p4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9" name="Google Shape;9389;p4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0" name="Google Shape;9390;p4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1" name="Google Shape;9391;p4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2" name="Google Shape;9392;p4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3" name="Google Shape;9393;p4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4" name="Google Shape;9394;p4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4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6" name="Google Shape;9396;p4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7" name="Google Shape;9397;p4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8" name="Google Shape;9398;p4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4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p4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1" name="Google Shape;9401;p4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2" name="Google Shape;9402;p4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p4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p4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p4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p4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7" name="Google Shape;9407;p4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p4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p4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0" name="Google Shape;9410;p4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4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4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3" name="Google Shape;9413;p4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4" name="Google Shape;9414;p4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5" name="Google Shape;9415;p4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p4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p4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p4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9" name="Google Shape;9419;p4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0" name="Google Shape;9420;p4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1" name="Google Shape;9421;p4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2" name="Google Shape;9422;p4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3" name="Google Shape;9423;p4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4" name="Google Shape;9424;p4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5" name="Google Shape;9425;p4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6" name="Google Shape;9426;p4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7" name="Google Shape;9427;p4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p4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p4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0" name="Google Shape;9430;p4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1" name="Google Shape;9431;p4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2" name="Google Shape;9432;p4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3" name="Google Shape;9433;p4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4" name="Google Shape;9434;p4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5" name="Google Shape;9435;p4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6" name="Google Shape;9436;p4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7" name="Google Shape;9437;p4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8" name="Google Shape;9438;p4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9" name="Google Shape;9439;p4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0" name="Google Shape;9440;p4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1" name="Google Shape;9441;p4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2" name="Google Shape;9442;p4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3" name="Google Shape;9443;p4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4" name="Google Shape;9444;p4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5" name="Google Shape;9445;p4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6" name="Google Shape;9446;p4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7" name="Google Shape;9447;p4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8" name="Google Shape;9448;p4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9" name="Google Shape;9449;p4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0" name="Google Shape;9450;p4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1" name="Google Shape;9451;p4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2" name="Google Shape;9452;p4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3" name="Google Shape;9453;p4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p4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4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p4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p4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4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4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4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1" name="Google Shape;9461;p4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p4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4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4" name="Google Shape;9464;p4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5" name="Google Shape;9465;p4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p4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7" name="Google Shape;9467;p4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8" name="Google Shape;9468;p4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4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0" name="Google Shape;9470;p4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1" name="Google Shape;9471;p4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2" name="Google Shape;9472;p4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3" name="Google Shape;9473;p4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4" name="Google Shape;9474;p4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p4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6" name="Google Shape;9476;p4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7" name="Google Shape;9477;p4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4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p4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p4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p4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2" name="Google Shape;9482;p4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4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4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p4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6" name="Google Shape;9486;p4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p4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p4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p4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0" name="Google Shape;9490;p4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1" name="Google Shape;9491;p4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2" name="Google Shape;9492;p4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3" name="Google Shape;9493;p4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p4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5" name="Google Shape;9495;p4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6" name="Google Shape;9496;p4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7" name="Google Shape;9497;p4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8" name="Google Shape;9498;p4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9" name="Google Shape;9499;p4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0" name="Google Shape;9500;p4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1" name="Google Shape;9501;p4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p4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3" name="Google Shape;9503;p4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4" name="Google Shape;9504;p4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5" name="Google Shape;9505;p4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6" name="Google Shape;9506;p4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p4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8" name="Google Shape;9508;p4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9" name="Google Shape;9509;p4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0" name="Google Shape;9510;p4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1" name="Google Shape;9511;p4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2" name="Google Shape;9512;p4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p4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4" name="Google Shape;9514;p4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5" name="Google Shape;9515;p4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6" name="Google Shape;9516;p4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7" name="Google Shape;9517;p4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8" name="Google Shape;9518;p4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9" name="Google Shape;9519;p4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0" name="Google Shape;9520;p4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1" name="Google Shape;9521;p4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2" name="Google Shape;9522;p4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3" name="Google Shape;9523;p4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4" name="Google Shape;9524;p4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5" name="Google Shape;9525;p4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6" name="Google Shape;9526;p4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7" name="Google Shape;9527;p4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p4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9" name="Google Shape;9529;p4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0" name="Google Shape;9530;p4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1" name="Google Shape;9531;p4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2" name="Google Shape;9532;p4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3" name="Google Shape;9533;p4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4" name="Google Shape;9534;p4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5" name="Google Shape;9535;p4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6" name="Google Shape;9536;p4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7" name="Google Shape;9537;p4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8" name="Google Shape;9538;p4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p4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p4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1" name="Google Shape;9541;p4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2" name="Google Shape;9542;p4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3" name="Google Shape;9543;p4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4" name="Google Shape;9544;p4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5" name="Google Shape;9545;p4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6" name="Google Shape;9546;p4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7" name="Google Shape;9547;p4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8" name="Google Shape;9548;p4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9" name="Google Shape;9549;p4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0" name="Google Shape;9550;p4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1" name="Google Shape;9551;p4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2" name="Google Shape;9552;p4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3" name="Google Shape;9553;p4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4" name="Google Shape;9554;p4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5" name="Google Shape;9555;p4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6" name="Google Shape;9556;p4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7" name="Google Shape;9557;p4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8" name="Google Shape;9558;p4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9" name="Google Shape;9559;p4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0" name="Google Shape;9560;p4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1" name="Google Shape;9561;p4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p4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4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p4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5" name="Google Shape;9565;p4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6" name="Google Shape;9566;p4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7" name="Google Shape;9567;p4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4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9" name="Google Shape;9569;p4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0" name="Google Shape;9570;p4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1" name="Google Shape;9571;p4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2" name="Google Shape;9572;p4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3" name="Google Shape;9573;p4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4" name="Google Shape;9574;p4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5" name="Google Shape;9575;p4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6" name="Google Shape;9576;p4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7" name="Google Shape;9577;p4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8" name="Google Shape;9578;p4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9" name="Google Shape;9579;p4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0" name="Google Shape;9580;p4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1" name="Google Shape;9581;p4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2" name="Google Shape;9582;p4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3" name="Google Shape;9583;p4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4" name="Google Shape;9584;p4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5" name="Google Shape;9585;p4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6" name="Google Shape;9586;p4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7" name="Google Shape;9587;p4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8" name="Google Shape;9588;p4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9" name="Google Shape;9589;p4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0" name="Google Shape;9590;p4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1" name="Google Shape;9591;p4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2" name="Google Shape;9592;p4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3" name="Google Shape;9593;p4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4" name="Google Shape;9594;p4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5" name="Google Shape;9595;p4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p4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7" name="Google Shape;9597;p4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8" name="Google Shape;9598;p4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9" name="Google Shape;9599;p4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0" name="Google Shape;9600;p4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1" name="Google Shape;9601;p4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2" name="Google Shape;9602;p4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3" name="Google Shape;9603;p4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4" name="Google Shape;9604;p4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5" name="Google Shape;9605;p4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6" name="Google Shape;9606;p4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7" name="Google Shape;9607;p4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8" name="Google Shape;9608;p4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9" name="Google Shape;9609;p4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0" name="Google Shape;9610;p4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1" name="Google Shape;9611;p4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2" name="Google Shape;9612;p4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3" name="Google Shape;9613;p4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4" name="Google Shape;9614;p4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5" name="Google Shape;9615;p4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6" name="Google Shape;9616;p4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7" name="Google Shape;9617;p4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8" name="Google Shape;9618;p4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9" name="Google Shape;9619;p4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0" name="Google Shape;9620;p4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1" name="Google Shape;9621;p4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2" name="Google Shape;9622;p4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3" name="Google Shape;9623;p4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4" name="Google Shape;9624;p4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4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6" name="Google Shape;9626;p4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p4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8" name="Google Shape;9628;p4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9" name="Google Shape;9629;p4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0" name="Google Shape;9630;p4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1" name="Google Shape;9631;p4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2" name="Google Shape;9632;p4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3" name="Google Shape;9633;p4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4" name="Google Shape;9634;p4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5" name="Google Shape;9635;p4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6" name="Google Shape;9636;p4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7" name="Google Shape;9637;p4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8" name="Google Shape;9638;p4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9" name="Google Shape;9639;p4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0" name="Google Shape;9640;p4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p4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2" name="Google Shape;9642;p4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3" name="Google Shape;9643;p4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4" name="Google Shape;9644;p4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5" name="Google Shape;9645;p4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p4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p4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p4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9" name="Google Shape;9649;p4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0" name="Google Shape;9650;p4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1" name="Google Shape;9651;p4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2" name="Google Shape;9652;p4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4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4" name="Google Shape;9654;p4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5" name="Google Shape;9655;p4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6" name="Google Shape;9656;p4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7" name="Google Shape;9657;p4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8" name="Google Shape;9658;p4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9" name="Google Shape;9659;p4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0" name="Google Shape;9660;p4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1" name="Google Shape;9661;p4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2" name="Google Shape;9662;p4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3" name="Google Shape;9663;p4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4" name="Google Shape;9664;p4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4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6" name="Google Shape;9666;p4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7" name="Google Shape;9667;p4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8" name="Google Shape;9668;p4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9" name="Google Shape;9669;p4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0" name="Google Shape;9670;p4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1" name="Google Shape;9671;p4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2" name="Google Shape;9672;p4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3" name="Google Shape;9673;p4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p4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5" name="Google Shape;9675;p4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6" name="Google Shape;9676;p4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7" name="Google Shape;9677;p4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8" name="Google Shape;9678;p4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9" name="Google Shape;9679;p4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p4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p4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2" name="Google Shape;9682;p4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3" name="Google Shape;9683;p4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4" name="Google Shape;9684;p4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5" name="Google Shape;9685;p4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6" name="Google Shape;9686;p4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7" name="Google Shape;9687;p4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8" name="Google Shape;9688;p4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9" name="Google Shape;9689;p4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0" name="Google Shape;9690;p4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1" name="Google Shape;9691;p4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2" name="Google Shape;9692;p4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3" name="Google Shape;9693;p4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4" name="Google Shape;9694;p4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5" name="Google Shape;9695;p4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6" name="Google Shape;9696;p4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7" name="Google Shape;9697;p4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8" name="Google Shape;9698;p4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9" name="Google Shape;9699;p4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0" name="Google Shape;9700;p4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1" name="Google Shape;9701;p4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2" name="Google Shape;9702;p4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3" name="Google Shape;9703;p4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4" name="Google Shape;9704;p4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5" name="Google Shape;9705;p4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6" name="Google Shape;9706;p4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7" name="Google Shape;9707;p4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8" name="Google Shape;9708;p4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9" name="Google Shape;9709;p4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0" name="Google Shape;9710;p4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1" name="Google Shape;9711;p4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2" name="Google Shape;9712;p4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3" name="Google Shape;9713;p4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4" name="Google Shape;9714;p4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5" name="Google Shape;9715;p4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6" name="Google Shape;9716;p4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7" name="Google Shape;9717;p4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8" name="Google Shape;9718;p4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9" name="Google Shape;9719;p4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0" name="Google Shape;9720;p4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1" name="Google Shape;9721;p4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2" name="Google Shape;9722;p4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3" name="Google Shape;9723;p4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4" name="Google Shape;9724;p4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5" name="Google Shape;9725;p4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6" name="Google Shape;9726;p4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7" name="Google Shape;9727;p4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8" name="Google Shape;9728;p4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9" name="Google Shape;9729;p4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0" name="Google Shape;9730;p4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1" name="Google Shape;9731;p4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2" name="Google Shape;9732;p4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3" name="Google Shape;9733;p4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4" name="Google Shape;9734;p4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5" name="Google Shape;9735;p4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6" name="Google Shape;9736;p4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7" name="Google Shape;9737;p4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8" name="Google Shape;9738;p4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9" name="Google Shape;9739;p4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p4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p4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2" name="Google Shape;9742;p4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3" name="Google Shape;9743;p4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4" name="Google Shape;9744;p4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5" name="Google Shape;9745;p4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6" name="Google Shape;9746;p4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7" name="Google Shape;9747;p4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8" name="Google Shape;9748;p4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9" name="Google Shape;9749;p4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p4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p4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2" name="Google Shape;9752;p4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3" name="Google Shape;9753;p4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4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p4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6" name="Google Shape;9756;p4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7" name="Google Shape;9757;p4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8" name="Google Shape;9758;p4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9" name="Google Shape;9759;p4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p4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4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p4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3" name="Google Shape;9763;p4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4" name="Google Shape;9764;p4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5" name="Google Shape;9765;p4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p4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7" name="Google Shape;9767;p4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p4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p4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0" name="Google Shape;9770;p4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1" name="Google Shape;9771;p4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2" name="Google Shape;9772;p4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3" name="Google Shape;9773;p4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4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p4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6" name="Google Shape;9776;p4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7" name="Google Shape;9777;p4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8" name="Google Shape;9778;p4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9" name="Google Shape;9779;p4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0" name="Google Shape;9780;p4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1" name="Google Shape;9781;p4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2" name="Google Shape;9782;p4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p4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4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p4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p4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7" name="Google Shape;9787;p4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8" name="Google Shape;9788;p4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9" name="Google Shape;9789;p4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p4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p4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p4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4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p4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p4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p4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7" name="Google Shape;9797;p4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p4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p4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0" name="Google Shape;9800;p4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1" name="Google Shape;9801;p4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p4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p4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4" name="Google Shape;9804;p4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5" name="Google Shape;9805;p4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6" name="Google Shape;9806;p4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7" name="Google Shape;9807;p4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8" name="Google Shape;9808;p4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9" name="Google Shape;9809;p4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0" name="Google Shape;9810;p4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1" name="Google Shape;9811;p4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2" name="Google Shape;9812;p4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3" name="Google Shape;9813;p4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4" name="Google Shape;9814;p4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5" name="Google Shape;9815;p4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6" name="Google Shape;9816;p4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7" name="Google Shape;9817;p4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8" name="Google Shape;9818;p4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p4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0" name="Google Shape;9820;p4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1" name="Google Shape;9821;p4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2" name="Google Shape;9822;p4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3" name="Google Shape;9823;p4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4" name="Google Shape;9824;p4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p4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p4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7" name="Google Shape;9827;p4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8" name="Google Shape;9828;p4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9" name="Google Shape;9829;p4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p4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1" name="Google Shape;9831;p4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2" name="Google Shape;9832;p4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3" name="Google Shape;9833;p4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4" name="Google Shape;9834;p4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5" name="Google Shape;9835;p4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6" name="Google Shape;9836;p4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7" name="Google Shape;9837;p4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8" name="Google Shape;9838;p4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9" name="Google Shape;9839;p4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0" name="Google Shape;9840;p4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p4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2" name="Google Shape;9842;p4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3" name="Google Shape;9843;p4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4" name="Google Shape;9844;p4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5" name="Google Shape;9845;p4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6" name="Google Shape;9846;p4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7" name="Google Shape;9847;p4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8" name="Google Shape;9848;p4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9" name="Google Shape;9849;p4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0" name="Google Shape;9850;p4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p4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p4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p4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4" name="Google Shape;9854;p4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5" name="Google Shape;9855;p4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6" name="Google Shape;9856;p4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7" name="Google Shape;9857;p4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8" name="Google Shape;9858;p4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9" name="Google Shape;9859;p4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0" name="Google Shape;9860;p4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1" name="Google Shape;9861;p4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2" name="Google Shape;9862;p4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3" name="Google Shape;9863;p4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4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5" name="Google Shape;9865;p4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6" name="Google Shape;9866;p4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7" name="Google Shape;9867;p4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8" name="Google Shape;9868;p4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9" name="Google Shape;9869;p4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0" name="Google Shape;9870;p4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1" name="Google Shape;9871;p4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2" name="Google Shape;9872;p4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3" name="Google Shape;9873;p4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4" name="Google Shape;9874;p4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5" name="Google Shape;9875;p4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6" name="Google Shape;9876;p4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7" name="Google Shape;9877;p4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8" name="Google Shape;9878;p4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9" name="Google Shape;9879;p4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0" name="Google Shape;9880;p4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1" name="Google Shape;9881;p4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2" name="Google Shape;9882;p4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3" name="Google Shape;9883;p4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4" name="Google Shape;9884;p4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5" name="Google Shape;9885;p4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6" name="Google Shape;9886;p4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7" name="Google Shape;9887;p4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8" name="Google Shape;9888;p4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9" name="Google Shape;9889;p4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0" name="Google Shape;9890;p4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1" name="Google Shape;9891;p4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2" name="Google Shape;9892;p4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3" name="Google Shape;9893;p4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4" name="Google Shape;9894;p4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5" name="Google Shape;9895;p4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p4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p4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8" name="Google Shape;9898;p4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9" name="Google Shape;9899;p4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0" name="Google Shape;9900;p4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1" name="Google Shape;9901;p4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2" name="Google Shape;9902;p4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3" name="Google Shape;9903;p4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4" name="Google Shape;9904;p4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5" name="Google Shape;9905;p4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6" name="Google Shape;9906;p4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7" name="Google Shape;9907;p4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8" name="Google Shape;9908;p4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9" name="Google Shape;9909;p4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0" name="Google Shape;9910;p4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1" name="Google Shape;9911;p4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2" name="Google Shape;9912;p4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4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4" name="Google Shape;9914;p4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5" name="Google Shape;9915;p4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6" name="Google Shape;9916;p4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p4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8" name="Google Shape;9918;p4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9" name="Google Shape;9919;p4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0" name="Google Shape;9920;p4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1" name="Google Shape;9921;p4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2" name="Google Shape;9922;p4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3" name="Google Shape;9923;p4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p4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5" name="Google Shape;9925;p4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6" name="Google Shape;9926;p4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7" name="Google Shape;9927;p4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8" name="Google Shape;9928;p4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p4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0" name="Google Shape;9930;p4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1" name="Google Shape;9931;p4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2" name="Google Shape;9932;p4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3" name="Google Shape;9933;p4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4" name="Google Shape;9934;p4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5" name="Google Shape;9935;p4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6" name="Google Shape;9936;p4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7" name="Google Shape;9937;p4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8" name="Google Shape;9938;p4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9" name="Google Shape;9939;p4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0" name="Google Shape;9940;p4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p4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2" name="Google Shape;9942;p4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3" name="Google Shape;9943;p4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4" name="Google Shape;9944;p4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5" name="Google Shape;9945;p4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6" name="Google Shape;9946;p4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7" name="Google Shape;9947;p4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p4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9" name="Google Shape;9949;p4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0" name="Google Shape;9950;p4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1" name="Google Shape;9951;p4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2" name="Google Shape;9952;p4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3" name="Google Shape;9953;p4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4" name="Google Shape;9954;p4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5" name="Google Shape;9955;p4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6" name="Google Shape;9956;p4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7" name="Google Shape;9957;p4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8" name="Google Shape;9958;p4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9" name="Google Shape;9959;p4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0" name="Google Shape;9960;p4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1" name="Google Shape;9961;p4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2" name="Google Shape;9962;p4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3" name="Google Shape;9963;p4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4" name="Google Shape;9964;p4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5" name="Google Shape;9965;p4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6" name="Google Shape;9966;p4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7" name="Google Shape;9967;p4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8" name="Google Shape;9968;p4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9" name="Google Shape;9969;p4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0" name="Google Shape;9970;p4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1" name="Google Shape;9971;p4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p4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3" name="Google Shape;9973;p4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4" name="Google Shape;9974;p4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5" name="Google Shape;9975;p4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6" name="Google Shape;9976;p4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7" name="Google Shape;9977;p4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8" name="Google Shape;9978;p4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9" name="Google Shape;9979;p4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p4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1" name="Google Shape;9981;p4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2" name="Google Shape;9982;p4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3" name="Google Shape;9983;p4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4" name="Google Shape;9984;p4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5" name="Google Shape;9985;p4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6" name="Google Shape;9986;p4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7" name="Google Shape;9987;p4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8" name="Google Shape;9988;p4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9" name="Google Shape;9989;p4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0" name="Google Shape;9990;p4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1" name="Google Shape;9991;p4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2" name="Google Shape;9992;p4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3" name="Google Shape;9993;p4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4" name="Google Shape;9994;p4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5" name="Google Shape;9995;p4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6" name="Google Shape;9996;p4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7" name="Google Shape;9997;p4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4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9" name="Google Shape;9999;p4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0" name="Google Shape;10000;p4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1" name="Google Shape;10001;p4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2" name="Google Shape;10002;p4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3" name="Google Shape;10003;p4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4" name="Google Shape;10004;p4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5" name="Google Shape;10005;p4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6" name="Google Shape;10006;p4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7" name="Google Shape;10007;p4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8" name="Google Shape;10008;p4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4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p4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1" name="Google Shape;10011;p4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2" name="Google Shape;10012;p4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3" name="Google Shape;10013;p4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4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p4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p4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4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8" name="Google Shape;10018;p4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9" name="Google Shape;10019;p4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0" name="Google Shape;10020;p4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1" name="Google Shape;10021;p4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2" name="Google Shape;10022;p4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3" name="Google Shape;10023;p4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4" name="Google Shape;10024;p4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p4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p4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7" name="Google Shape;10027;p4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8" name="Google Shape;10028;p4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9" name="Google Shape;10029;p43"/>
            <p:cNvSpPr/>
            <p:nvPr/>
          </p:nvSpPr>
          <p:spPr>
            <a:xfrm>
              <a:off x="2514119" y="1694678"/>
              <a:ext cx="149" cy="0"/>
            </a:xfrm>
            <a:custGeom>
              <a:rect b="b" l="l" r="r" t="t"/>
              <a:pathLst>
                <a:path extrusionOk="0" h="12000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0" name="Google Shape;10030;p4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1" name="Google Shape;10031;p4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p4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p4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4" name="Google Shape;10034;p4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5" name="Google Shape;10035;p4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6" name="Google Shape;10036;p4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4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4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9" name="Google Shape;10039;p4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0" name="Google Shape;10040;p4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1" name="Google Shape;10041;p4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p4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3" name="Google Shape;10043;p4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p4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5" name="Google Shape;10045;p4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6" name="Google Shape;10046;p4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7" name="Google Shape;10047;p4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8" name="Google Shape;10048;p4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9" name="Google Shape;10049;p4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0" name="Google Shape;10050;p4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1" name="Google Shape;10051;p4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2" name="Google Shape;10052;p4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3" name="Google Shape;10053;p4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p4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5" name="Google Shape;10055;p4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4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7" name="Google Shape;10057;p4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8" name="Google Shape;10058;p4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p4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0" name="Google Shape;10060;p4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1" name="Google Shape;10061;p4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2" name="Google Shape;10062;p4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3" name="Google Shape;10063;p4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4" name="Google Shape;10064;p4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5" name="Google Shape;10065;p4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6" name="Google Shape;10066;p4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7" name="Google Shape;10067;p4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8" name="Google Shape;10068;p4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9" name="Google Shape;10069;p4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0" name="Google Shape;10070;p4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1" name="Google Shape;10071;p4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2" name="Google Shape;10072;p4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3" name="Google Shape;10073;p4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4" name="Google Shape;10074;p4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p4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p4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7" name="Google Shape;10077;p4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8" name="Google Shape;10078;p4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9" name="Google Shape;10079;p4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0" name="Google Shape;10080;p4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1" name="Google Shape;10081;p4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p4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3" name="Google Shape;10083;p4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4" name="Google Shape;10084;p4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5" name="Google Shape;10085;p4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4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7" name="Google Shape;10087;p4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8" name="Google Shape;10088;p4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9" name="Google Shape;10089;p4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0" name="Google Shape;10090;p4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1" name="Google Shape;10091;p4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2" name="Google Shape;10092;p4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3" name="Google Shape;10093;p4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p4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5" name="Google Shape;10095;p4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6" name="Google Shape;10096;p4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7" name="Google Shape;10097;p4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8" name="Google Shape;10098;p4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9" name="Google Shape;10099;p4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0" name="Google Shape;10100;p4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p4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2" name="Google Shape;10102;p4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3" name="Google Shape;10103;p4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4" name="Google Shape;10104;p4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5" name="Google Shape;10105;p4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6" name="Google Shape;10106;p4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7" name="Google Shape;10107;p4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8" name="Google Shape;10108;p4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9" name="Google Shape;10109;p4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0" name="Google Shape;10110;p4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1" name="Google Shape;10111;p4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2" name="Google Shape;10112;p4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3" name="Google Shape;10113;p4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4" name="Google Shape;10114;p4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5" name="Google Shape;10115;p4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6" name="Google Shape;10116;p4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7" name="Google Shape;10117;p4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8" name="Google Shape;10118;p4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p4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0" name="Google Shape;10120;p4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1" name="Google Shape;10121;p4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2" name="Google Shape;10122;p4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3" name="Google Shape;10123;p4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4" name="Google Shape;10124;p4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5" name="Google Shape;10125;p4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6" name="Google Shape;10126;p4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7" name="Google Shape;10127;p4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8" name="Google Shape;10128;p4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9" name="Google Shape;10129;p4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0" name="Google Shape;10130;p4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1" name="Google Shape;10131;p4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2" name="Google Shape;10132;p4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3" name="Google Shape;10133;p4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4" name="Google Shape;10134;p4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5" name="Google Shape;10135;p4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6" name="Google Shape;10136;p4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7" name="Google Shape;10137;p4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8" name="Google Shape;10138;p4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9" name="Google Shape;10139;p4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4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4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2" name="Google Shape;10142;p4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3" name="Google Shape;10143;p4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4" name="Google Shape;10144;p4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5" name="Google Shape;10145;p4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6" name="Google Shape;10146;p4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7" name="Google Shape;10147;p4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8" name="Google Shape;10148;p4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9" name="Google Shape;10149;p4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0" name="Google Shape;10150;p4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1" name="Google Shape;10151;p4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2" name="Google Shape;10152;p4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3" name="Google Shape;10153;p4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4" name="Google Shape;10154;p4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5" name="Google Shape;10155;p4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6" name="Google Shape;10156;p4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4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8" name="Google Shape;10158;p4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9" name="Google Shape;10159;p4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0" name="Google Shape;10160;p4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1" name="Google Shape;10161;p4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2" name="Google Shape;10162;p4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3" name="Google Shape;10163;p4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4" name="Google Shape;10164;p4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5" name="Google Shape;10165;p4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6" name="Google Shape;10166;p4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7" name="Google Shape;10167;p4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8" name="Google Shape;10168;p4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9" name="Google Shape;10169;p4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0" name="Google Shape;10170;p4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4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2" name="Google Shape;10172;p4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3" name="Google Shape;10173;p4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4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4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6" name="Google Shape;10176;p4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7" name="Google Shape;10177;p4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8" name="Google Shape;10178;p4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9" name="Google Shape;10179;p4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0" name="Google Shape;10180;p4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p4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2" name="Google Shape;10182;p4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3" name="Google Shape;10183;p4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4" name="Google Shape;10184;p4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5" name="Google Shape;10185;p4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6" name="Google Shape;10186;p4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7" name="Google Shape;10187;p4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8" name="Google Shape;10188;p4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9" name="Google Shape;10189;p4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0" name="Google Shape;10190;p4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1" name="Google Shape;10191;p4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2" name="Google Shape;10192;p4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3" name="Google Shape;10193;p4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4" name="Google Shape;10194;p4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5" name="Google Shape;10195;p4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6" name="Google Shape;10196;p4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7" name="Google Shape;10197;p4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8" name="Google Shape;10198;p4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9" name="Google Shape;10199;p4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0" name="Google Shape;10200;p4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1" name="Google Shape;10201;p4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2" name="Google Shape;10202;p43"/>
            <p:cNvSpPr/>
            <p:nvPr/>
          </p:nvSpPr>
          <p:spPr>
            <a:xfrm>
              <a:off x="2205720" y="1581265"/>
              <a:ext cx="14" cy="0"/>
            </a:xfrm>
            <a:custGeom>
              <a:rect b="b" l="l" r="r" t="t"/>
              <a:pathLst>
                <a:path extrusionOk="0" h="12000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3" name="Google Shape;10203;p4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4" name="Google Shape;10204;p4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5" name="Google Shape;10205;p4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6" name="Google Shape;10206;p4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7" name="Google Shape;10207;p4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8" name="Google Shape;10208;p4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9" name="Google Shape;10209;p4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0" name="Google Shape;10210;p4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1" name="Google Shape;10211;p4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2" name="Google Shape;10212;p4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3" name="Google Shape;10213;p4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4" name="Google Shape;10214;p4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5" name="Google Shape;10215;p4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6" name="Google Shape;10216;p4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p4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8" name="Google Shape;10218;p4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9" name="Google Shape;10219;p4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0" name="Google Shape;10220;p4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1" name="Google Shape;10221;p4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2" name="Google Shape;10222;p4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3" name="Google Shape;10223;p4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4" name="Google Shape;10224;p4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5" name="Google Shape;10225;p4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p4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7" name="Google Shape;10227;p4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8" name="Google Shape;10228;p4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p4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0" name="Google Shape;10230;p4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1" name="Google Shape;10231;p4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2" name="Google Shape;10232;p4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3" name="Google Shape;10233;p4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p4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5" name="Google Shape;10235;p4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6" name="Google Shape;10236;p4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7" name="Google Shape;10237;p4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8" name="Google Shape;10238;p4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9" name="Google Shape;10239;p4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0" name="Google Shape;10240;p4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1" name="Google Shape;10241;p4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2" name="Google Shape;10242;p4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4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4" name="Google Shape;10244;p4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5" name="Google Shape;10245;p4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6" name="Google Shape;10246;p4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7" name="Google Shape;10247;p4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8" name="Google Shape;10248;p4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9" name="Google Shape;10249;p4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0" name="Google Shape;10250;p4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1" name="Google Shape;10251;p4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2" name="Google Shape;10252;p4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3" name="Google Shape;10253;p4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4" name="Google Shape;10254;p4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5" name="Google Shape;10255;p4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6" name="Google Shape;10256;p4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7" name="Google Shape;10257;p4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8" name="Google Shape;10258;p4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9" name="Google Shape;10259;p4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0" name="Google Shape;10260;p4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1" name="Google Shape;10261;p4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2" name="Google Shape;10262;p4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3" name="Google Shape;10263;p4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4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p4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6" name="Google Shape;10266;p4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7" name="Google Shape;10267;p4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8" name="Google Shape;10268;p4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9" name="Google Shape;10269;p4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0" name="Google Shape;10270;p4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1" name="Google Shape;10271;p4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2" name="Google Shape;10272;p4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3" name="Google Shape;10273;p4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4" name="Google Shape;10274;p4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5" name="Google Shape;10275;p4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6" name="Google Shape;10276;p4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7" name="Google Shape;10277;p4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8" name="Google Shape;10278;p4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9" name="Google Shape;10279;p4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0" name="Google Shape;10280;p4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1" name="Google Shape;10281;p4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2" name="Google Shape;10282;p4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3" name="Google Shape;10283;p4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4" name="Google Shape;10284;p4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5" name="Google Shape;10285;p4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6" name="Google Shape;10286;p4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7" name="Google Shape;10287;p4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8" name="Google Shape;10288;p4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9" name="Google Shape;10289;p4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0" name="Google Shape;10290;p4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1" name="Google Shape;10291;p4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p4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p4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4" name="Google Shape;10294;p4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5" name="Google Shape;10295;p4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6" name="Google Shape;10296;p4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7" name="Google Shape;10297;p4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8" name="Google Shape;10298;p4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9" name="Google Shape;10299;p4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0" name="Google Shape;10300;p4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1" name="Google Shape;10301;p4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p4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p4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4" name="Google Shape;10304;p4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5" name="Google Shape;10305;p4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6" name="Google Shape;10306;p4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7" name="Google Shape;10307;p4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8" name="Google Shape;10308;p4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9" name="Google Shape;10309;p4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0" name="Google Shape;10310;p4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1" name="Google Shape;10311;p4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2" name="Google Shape;10312;p4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3" name="Google Shape;10313;p4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4" name="Google Shape;10314;p4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5" name="Google Shape;10315;p4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p4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p4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8" name="Google Shape;10318;p4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9" name="Google Shape;10319;p4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p4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1" name="Google Shape;10321;p4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2" name="Google Shape;10322;p4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3" name="Google Shape;10323;p4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4" name="Google Shape;10324;p4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5" name="Google Shape;10325;p4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6" name="Google Shape;10326;p4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7" name="Google Shape;10327;p4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8" name="Google Shape;10328;p4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9" name="Google Shape;10329;p4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0" name="Google Shape;10330;p4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1" name="Google Shape;10331;p4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2" name="Google Shape;10332;p4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3" name="Google Shape;10333;p4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4" name="Google Shape;10334;p4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5" name="Google Shape;10335;p4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6" name="Google Shape;10336;p4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7" name="Google Shape;10337;p4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8" name="Google Shape;10338;p4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9" name="Google Shape;10339;p4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0" name="Google Shape;10340;p4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p4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2" name="Google Shape;10342;p4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3" name="Google Shape;10343;p4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4" name="Google Shape;10344;p4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5" name="Google Shape;10345;p4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6" name="Google Shape;10346;p4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7" name="Google Shape;10347;p4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8" name="Google Shape;10348;p4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9" name="Google Shape;10349;p4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0" name="Google Shape;10350;p4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1" name="Google Shape;10351;p4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2" name="Google Shape;10352;p4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3" name="Google Shape;10353;p4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4" name="Google Shape;10354;p4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5" name="Google Shape;10355;p4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6" name="Google Shape;10356;p4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7" name="Google Shape;10357;p4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8" name="Google Shape;10358;p4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9" name="Google Shape;10359;p4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0" name="Google Shape;10360;p4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1" name="Google Shape;10361;p4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2" name="Google Shape;10362;p4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3" name="Google Shape;10363;p4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4" name="Google Shape;10364;p4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5" name="Google Shape;10365;p4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6" name="Google Shape;10366;p4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7" name="Google Shape;10367;p4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8" name="Google Shape;10368;p4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9" name="Google Shape;10369;p4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0" name="Google Shape;10370;p4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1" name="Google Shape;10371;p4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2" name="Google Shape;10372;p4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3" name="Google Shape;10373;p4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4" name="Google Shape;10374;p4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5" name="Google Shape;10375;p4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6" name="Google Shape;10376;p4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7" name="Google Shape;10377;p4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8" name="Google Shape;10378;p4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9" name="Google Shape;10379;p4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0" name="Google Shape;10380;p4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1" name="Google Shape;10381;p4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2" name="Google Shape;10382;p4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3" name="Google Shape;10383;p4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4" name="Google Shape;10384;p4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5" name="Google Shape;10385;p4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6" name="Google Shape;10386;p4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7" name="Google Shape;10387;p4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8" name="Google Shape;10388;p4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9" name="Google Shape;10389;p4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0" name="Google Shape;10390;p4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1" name="Google Shape;10391;p4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2" name="Google Shape;10392;p4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3" name="Google Shape;10393;p4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4" name="Google Shape;10394;p4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5" name="Google Shape;10395;p4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6" name="Google Shape;10396;p4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7" name="Google Shape;10397;p4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8" name="Google Shape;10398;p4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9" name="Google Shape;10399;p4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0" name="Google Shape;10400;p4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1" name="Google Shape;10401;p4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2" name="Google Shape;10402;p4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3" name="Google Shape;10403;p4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4" name="Google Shape;10404;p4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5" name="Google Shape;10405;p4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6" name="Google Shape;10406;p4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7" name="Google Shape;10407;p4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8" name="Google Shape;10408;p4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9" name="Google Shape;10409;p4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0" name="Google Shape;10410;p4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1" name="Google Shape;10411;p4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2" name="Google Shape;10412;p4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3" name="Google Shape;10413;p4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4" name="Google Shape;10414;p4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5" name="Google Shape;10415;p4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6" name="Google Shape;10416;p4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7" name="Google Shape;10417;p4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8" name="Google Shape;10418;p4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9" name="Google Shape;10419;p4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0" name="Google Shape;10420;p4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1" name="Google Shape;10421;p4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2" name="Google Shape;10422;p4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3" name="Google Shape;10423;p4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4" name="Google Shape;10424;p4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5" name="Google Shape;10425;p4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6" name="Google Shape;10426;p4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7" name="Google Shape;10427;p4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8" name="Google Shape;10428;p4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9" name="Google Shape;10429;p4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0" name="Google Shape;10430;p4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1" name="Google Shape;10431;p4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2" name="Google Shape;10432;p4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3" name="Google Shape;10433;p4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4" name="Google Shape;10434;p4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5" name="Google Shape;10435;p4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6" name="Google Shape;10436;p4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7" name="Google Shape;10437;p4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8" name="Google Shape;10438;p4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9" name="Google Shape;10439;p4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0" name="Google Shape;10440;p4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1" name="Google Shape;10441;p4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2" name="Google Shape;10442;p4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3" name="Google Shape;10443;p4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4" name="Google Shape;10444;p4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5" name="Google Shape;10445;p4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6" name="Google Shape;10446;p4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7" name="Google Shape;10447;p4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8" name="Google Shape;10448;p4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9" name="Google Shape;10449;p4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0" name="Google Shape;10450;p4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1" name="Google Shape;10451;p4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2" name="Google Shape;10452;p4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3" name="Google Shape;10453;p4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4" name="Google Shape;10454;p4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5" name="Google Shape;10455;p4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6" name="Google Shape;10456;p4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7" name="Google Shape;10457;p4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8" name="Google Shape;10458;p4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9" name="Google Shape;10459;p4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0" name="Google Shape;10460;p4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1" name="Google Shape;10461;p4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2" name="Google Shape;10462;p4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3" name="Google Shape;10463;p4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4" name="Google Shape;10464;p4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5" name="Google Shape;10465;p4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6" name="Google Shape;10466;p4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7" name="Google Shape;10467;p4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8" name="Google Shape;10468;p4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9" name="Google Shape;10469;p4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0" name="Google Shape;10470;p4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1" name="Google Shape;10471;p4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2" name="Google Shape;10472;p4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3" name="Google Shape;10473;p4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4" name="Google Shape;10474;p4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5" name="Google Shape;10475;p4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6" name="Google Shape;10476;p4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7" name="Google Shape;10477;p4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8" name="Google Shape;10478;p4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9" name="Google Shape;10479;p4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0" name="Google Shape;10480;p4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1" name="Google Shape;10481;p4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2" name="Google Shape;10482;p4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3" name="Google Shape;10483;p4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4" name="Google Shape;10484;p4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5" name="Google Shape;10485;p4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6" name="Google Shape;10486;p4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7" name="Google Shape;10487;p4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8" name="Google Shape;10488;p4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9" name="Google Shape;10489;p4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0" name="Google Shape;10490;p4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1" name="Google Shape;10491;p4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2" name="Google Shape;10492;p4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3" name="Google Shape;10493;p4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4" name="Google Shape;10494;p4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5" name="Google Shape;10495;p4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6" name="Google Shape;10496;p4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7" name="Google Shape;10497;p4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8" name="Google Shape;10498;p4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9" name="Google Shape;10499;p4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0" name="Google Shape;10500;p4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1" name="Google Shape;10501;p4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2" name="Google Shape;10502;p4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3" name="Google Shape;10503;p4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4" name="Google Shape;10504;p4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5" name="Google Shape;10505;p4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6" name="Google Shape;10506;p4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7" name="Google Shape;10507;p4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8" name="Google Shape;10508;p4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9" name="Google Shape;10509;p4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0" name="Google Shape;10510;p4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1" name="Google Shape;10511;p4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2" name="Google Shape;10512;p4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3" name="Google Shape;10513;p4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4" name="Google Shape;10514;p4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5" name="Google Shape;10515;p4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6" name="Google Shape;10516;p4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7" name="Google Shape;10517;p4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8" name="Google Shape;10518;p4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9" name="Google Shape;10519;p4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0" name="Google Shape;10520;p4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1" name="Google Shape;10521;p4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2" name="Google Shape;10522;p4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3" name="Google Shape;10523;p4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4" name="Google Shape;10524;p4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5" name="Google Shape;10525;p4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6" name="Google Shape;10526;p4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7" name="Google Shape;10527;p4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8" name="Google Shape;10528;p4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9" name="Google Shape;10529;p4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0" name="Google Shape;10530;p4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1" name="Google Shape;10531;p4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2" name="Google Shape;10532;p4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3" name="Google Shape;10533;p4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4" name="Google Shape;10534;p4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5" name="Google Shape;10535;p4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6" name="Google Shape;10536;p4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7" name="Google Shape;10537;p4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8" name="Google Shape;10538;p4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9" name="Google Shape;10539;p4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0" name="Google Shape;10540;p4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1" name="Google Shape;10541;p4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2" name="Google Shape;10542;p4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3" name="Google Shape;10543;p4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4" name="Google Shape;10544;p4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5" name="Google Shape;10545;p4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6" name="Google Shape;10546;p43"/>
            <p:cNvSpPr/>
            <p:nvPr/>
          </p:nvSpPr>
          <p:spPr>
            <a:xfrm>
              <a:off x="2291951" y="2116436"/>
              <a:ext cx="14" cy="0"/>
            </a:xfrm>
            <a:custGeom>
              <a:rect b="b" l="l" r="r" t="t"/>
              <a:pathLst>
                <a:path extrusionOk="0" h="12000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7" name="Google Shape;10547;p43"/>
            <p:cNvSpPr/>
            <p:nvPr/>
          </p:nvSpPr>
          <p:spPr>
            <a:xfrm>
              <a:off x="229256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8" name="Google Shape;10548;p4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9" name="Google Shape;10549;p43"/>
            <p:cNvSpPr/>
            <p:nvPr/>
          </p:nvSpPr>
          <p:spPr>
            <a:xfrm>
              <a:off x="229313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0" name="Google Shape;10550;p4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1" name="Google Shape;10551;p4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2" name="Google Shape;10552;p4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3" name="Google Shape;10553;p4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4" name="Google Shape;10554;p4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5" name="Google Shape;10555;p4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6" name="Google Shape;10556;p4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7" name="Google Shape;10557;p4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8" name="Google Shape;10558;p4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9" name="Google Shape;10559;p4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0" name="Google Shape;10560;p4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1" name="Google Shape;10561;p4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2" name="Google Shape;10562;p4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3" name="Google Shape;10563;p4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4" name="Google Shape;10564;p4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5" name="Google Shape;10565;p4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6" name="Google Shape;10566;p4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7" name="Google Shape;10567;p4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8" name="Google Shape;10568;p4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9" name="Google Shape;10569;p4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0" name="Google Shape;10570;p4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1" name="Google Shape;10571;p4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2" name="Google Shape;10572;p4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3" name="Google Shape;10573;p4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4" name="Google Shape;10574;p4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5" name="Google Shape;10575;p4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6" name="Google Shape;10576;p4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7" name="Google Shape;10577;p4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8" name="Google Shape;10578;p4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9" name="Google Shape;10579;p4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0" name="Google Shape;10580;p4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1" name="Google Shape;10581;p4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2" name="Google Shape;10582;p4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3" name="Google Shape;10583;p4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4" name="Google Shape;10584;p4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5" name="Google Shape;10585;p4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6" name="Google Shape;10586;p4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7" name="Google Shape;10587;p4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8" name="Google Shape;10588;p4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9" name="Google Shape;10589;p4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0" name="Google Shape;10590;p4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1" name="Google Shape;10591;p4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2" name="Google Shape;10592;p4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3" name="Google Shape;10593;p4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4" name="Google Shape;10594;p4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5" name="Google Shape;10595;p4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6" name="Google Shape;10596;p4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7" name="Google Shape;10597;p4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8" name="Google Shape;10598;p4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9" name="Google Shape;10599;p4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0" name="Google Shape;10600;p4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1" name="Google Shape;10601;p4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2" name="Google Shape;10602;p4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3" name="Google Shape;10603;p4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4" name="Google Shape;10604;p4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5" name="Google Shape;10605;p4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6" name="Google Shape;10606;p4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7" name="Google Shape;10607;p4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8" name="Google Shape;10608;p4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9" name="Google Shape;10609;p4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0" name="Google Shape;10610;p4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p4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2" name="Google Shape;10612;p4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3" name="Google Shape;10613;p4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4" name="Google Shape;10614;p4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5" name="Google Shape;10615;p4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6" name="Google Shape;10616;p4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7" name="Google Shape;10617;p4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8" name="Google Shape;10618;p4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9" name="Google Shape;10619;p4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0" name="Google Shape;10620;p4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p4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2" name="Google Shape;10622;p4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3" name="Google Shape;10623;p4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4" name="Google Shape;10624;p4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5" name="Google Shape;10625;p4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6" name="Google Shape;10626;p4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7" name="Google Shape;10627;p4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p4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9" name="Google Shape;10629;p4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0" name="Google Shape;10630;p4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1" name="Google Shape;10631;p4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2" name="Google Shape;10632;p4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3" name="Google Shape;10633;p4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p4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5" name="Google Shape;10635;p4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6" name="Google Shape;10636;p4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p4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8" name="Google Shape;10638;p4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9" name="Google Shape;10639;p4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0" name="Google Shape;10640;p4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1" name="Google Shape;10641;p4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2" name="Google Shape;10642;p4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3" name="Google Shape;10643;p4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4" name="Google Shape;10644;p4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5" name="Google Shape;10645;p4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6" name="Google Shape;10646;p4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7" name="Google Shape;10647;p4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8" name="Google Shape;10648;p4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9" name="Google Shape;10649;p4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0" name="Google Shape;10650;p4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1" name="Google Shape;10651;p4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2" name="Google Shape;10652;p4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3" name="Google Shape;10653;p4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p4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5" name="Google Shape;10655;p4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6" name="Google Shape;10656;p4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7" name="Google Shape;10657;p4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8" name="Google Shape;10658;p4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9" name="Google Shape;10659;p4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0" name="Google Shape;10660;p4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1" name="Google Shape;10661;p4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2" name="Google Shape;10662;p4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3" name="Google Shape;10663;p4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4" name="Google Shape;10664;p4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5" name="Google Shape;10665;p4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6" name="Google Shape;10666;p4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p4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p4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9" name="Google Shape;10669;p4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0" name="Google Shape;10670;p4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1" name="Google Shape;10671;p4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2" name="Google Shape;10672;p4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3" name="Google Shape;10673;p4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4" name="Google Shape;10674;p4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5" name="Google Shape;10675;p4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6" name="Google Shape;10676;p4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p4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8" name="Google Shape;10678;p4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9" name="Google Shape;10679;p4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0" name="Google Shape;10680;p4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1" name="Google Shape;10681;p4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p4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p4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4" name="Google Shape;10684;p4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5" name="Google Shape;10685;p4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6" name="Google Shape;10686;p4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7" name="Google Shape;10687;p4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8" name="Google Shape;10688;p4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9" name="Google Shape;10689;p4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0" name="Google Shape;10690;p43"/>
            <p:cNvSpPr/>
            <p:nvPr/>
          </p:nvSpPr>
          <p:spPr>
            <a:xfrm>
              <a:off x="2595449" y="1751378"/>
              <a:ext cx="0" cy="14"/>
            </a:xfrm>
            <a:custGeom>
              <a:rect b="b" l="l" r="r" t="t"/>
              <a:pathLst>
                <a:path extrusionOk="0" h="1" w="12000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4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2" name="Google Shape;10692;p4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3" name="Google Shape;10693;p4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4" name="Google Shape;10694;p4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5" name="Google Shape;10695;p4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6" name="Google Shape;10696;p4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p4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8" name="Google Shape;10698;p4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9" name="Google Shape;10699;p4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0" name="Google Shape;10700;p4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p4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4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3" name="Google Shape;10703;p4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4" name="Google Shape;10704;p4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p4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p4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4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p4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9" name="Google Shape;10709;p4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0" name="Google Shape;10710;p4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1" name="Google Shape;10711;p4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2" name="Google Shape;10712;p4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3" name="Google Shape;10713;p4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4" name="Google Shape;10714;p4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5" name="Google Shape;10715;p4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6" name="Google Shape;10716;p4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7" name="Google Shape;10717;p4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8" name="Google Shape;10718;p4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9" name="Google Shape;10719;p4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0" name="Google Shape;10720;p4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1" name="Google Shape;10721;p4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2" name="Google Shape;10722;p4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3" name="Google Shape;10723;p4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4" name="Google Shape;10724;p4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p4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p4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7" name="Google Shape;10727;p4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8" name="Google Shape;10728;p4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9" name="Google Shape;10729;p4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0" name="Google Shape;10730;p4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1" name="Google Shape;10731;p4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2" name="Google Shape;10732;p4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3" name="Google Shape;10733;p4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4" name="Google Shape;10734;p4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p4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6" name="Google Shape;10736;p4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7" name="Google Shape;10737;p4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4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9" name="Google Shape;10739;p4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0" name="Google Shape;10740;p4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1" name="Google Shape;10741;p4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p4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3" name="Google Shape;10743;p4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4" name="Google Shape;10744;p4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5" name="Google Shape;10745;p4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6" name="Google Shape;10746;p4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7" name="Google Shape;10747;p4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8" name="Google Shape;10748;p4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9" name="Google Shape;10749;p4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0" name="Google Shape;10750;p4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1" name="Google Shape;10751;p4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2" name="Google Shape;10752;p4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3" name="Google Shape;10753;p4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4" name="Google Shape;10754;p4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5" name="Google Shape;10755;p4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4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7" name="Google Shape;10757;p4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8" name="Google Shape;10758;p4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p4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0" name="Google Shape;10760;p4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1" name="Google Shape;10761;p4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2" name="Google Shape;10762;p4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3" name="Google Shape;10763;p4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4" name="Google Shape;10764;p4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5" name="Google Shape;10765;p4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6" name="Google Shape;10766;p4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7" name="Google Shape;10767;p4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8" name="Google Shape;10768;p4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9" name="Google Shape;10769;p4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0" name="Google Shape;10770;p4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1" name="Google Shape;10771;p4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2" name="Google Shape;10772;p4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3" name="Google Shape;10773;p4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4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5" name="Google Shape;10775;p4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6" name="Google Shape;10776;p4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7" name="Google Shape;10777;p4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8" name="Google Shape;10778;p4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9" name="Google Shape;10779;p4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0" name="Google Shape;10780;p4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1" name="Google Shape;10781;p4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2" name="Google Shape;10782;p4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3" name="Google Shape;10783;p4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p4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5" name="Google Shape;10785;p4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6" name="Google Shape;10786;p4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7" name="Google Shape;10787;p4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8" name="Google Shape;10788;p4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9" name="Google Shape;10789;p4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4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4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4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3" name="Google Shape;10793;p4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4" name="Google Shape;10794;p4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5" name="Google Shape;10795;p4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6" name="Google Shape;10796;p4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7" name="Google Shape;10797;p4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8" name="Google Shape;10798;p4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9" name="Google Shape;10799;p4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0" name="Google Shape;10800;p4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1" name="Google Shape;10801;p4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2" name="Google Shape;10802;p4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3" name="Google Shape;10803;p4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4" name="Google Shape;10804;p4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5" name="Google Shape;10805;p4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6" name="Google Shape;10806;p4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p4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p4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4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0" name="Google Shape;10810;p4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1" name="Google Shape;10811;p4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2" name="Google Shape;10812;p4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3" name="Google Shape;10813;p4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4" name="Google Shape;10814;p4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4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4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7" name="Google Shape;10817;p4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8" name="Google Shape;10818;p4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4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0" name="Google Shape;10820;p4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1" name="Google Shape;10821;p4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2" name="Google Shape;10822;p4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3" name="Google Shape;10823;p4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p4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5" name="Google Shape;10825;p4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6" name="Google Shape;10826;p4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p4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8" name="Google Shape;10828;p4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p4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0" name="Google Shape;10830;p4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1" name="Google Shape;10831;p4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2" name="Google Shape;10832;p4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3" name="Google Shape;10833;p4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4" name="Google Shape;10834;p4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5" name="Google Shape;10835;p4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p4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p4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8" name="Google Shape;10838;p4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9" name="Google Shape;10839;p4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0" name="Google Shape;10840;p4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1" name="Google Shape;10841;p4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2" name="Google Shape;10842;p4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3" name="Google Shape;10843;p4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4" name="Google Shape;10844;p4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5" name="Google Shape;10845;p4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6" name="Google Shape;10846;p4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7" name="Google Shape;10847;p4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8" name="Google Shape;10848;p4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9" name="Google Shape;10849;p4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0" name="Google Shape;10850;p4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1" name="Google Shape;10851;p4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2" name="Google Shape;10852;p4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3" name="Google Shape;10853;p4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4" name="Google Shape;10854;p4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5" name="Google Shape;10855;p4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6" name="Google Shape;10856;p4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7" name="Google Shape;10857;p4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p4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9" name="Google Shape;10859;p4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0" name="Google Shape;10860;p4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1" name="Google Shape;10861;p4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2" name="Google Shape;10862;p43"/>
            <p:cNvSpPr/>
            <p:nvPr/>
          </p:nvSpPr>
          <p:spPr>
            <a:xfrm>
              <a:off x="2962544" y="2114806"/>
              <a:ext cx="0" cy="14"/>
            </a:xfrm>
            <a:custGeom>
              <a:rect b="b" l="l" r="r" t="t"/>
              <a:pathLst>
                <a:path extrusionOk="0" h="1" w="12000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3" name="Google Shape;10863;p4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4" name="Google Shape;10864;p4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4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6" name="Google Shape;10866;p4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7" name="Google Shape;10867;p4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8" name="Google Shape;10868;p4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9" name="Google Shape;10869;p4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0" name="Google Shape;10870;p4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1" name="Google Shape;10871;p4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2" name="Google Shape;10872;p4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3" name="Google Shape;10873;p4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4" name="Google Shape;10874;p4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4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p4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7" name="Google Shape;10877;p4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8" name="Google Shape;10878;p4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9" name="Google Shape;10879;p4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0" name="Google Shape;10880;p4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1" name="Google Shape;10881;p4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2" name="Google Shape;10882;p4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3" name="Google Shape;10883;p4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4" name="Google Shape;10884;p4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5" name="Google Shape;10885;p4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6" name="Google Shape;10886;p4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7" name="Google Shape;10887;p4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8" name="Google Shape;10888;p4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9" name="Google Shape;10889;p4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0" name="Google Shape;10890;p4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1" name="Google Shape;10891;p4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2" name="Google Shape;10892;p4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3" name="Google Shape;10893;p4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4" name="Google Shape;10894;p4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5" name="Google Shape;10895;p4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6" name="Google Shape;10896;p4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7" name="Google Shape;10897;p4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8" name="Google Shape;10898;p4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9" name="Google Shape;10899;p4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0" name="Google Shape;10900;p4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1" name="Google Shape;10901;p4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2" name="Google Shape;10902;p4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3" name="Google Shape;10903;p4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4" name="Google Shape;10904;p4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5" name="Google Shape;10905;p4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6" name="Google Shape;10906;p4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7" name="Google Shape;10907;p4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8" name="Google Shape;10908;p4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9" name="Google Shape;10909;p4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0" name="Google Shape;10910;p4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1" name="Google Shape;10911;p4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2" name="Google Shape;10912;p4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3" name="Google Shape;10913;p4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4" name="Google Shape;10914;p4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5" name="Google Shape;10915;p4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6" name="Google Shape;10916;p4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7" name="Google Shape;10917;p4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8" name="Google Shape;10918;p4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9" name="Google Shape;10919;p4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0" name="Google Shape;10920;p4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1" name="Google Shape;10921;p4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2" name="Google Shape;10922;p4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3" name="Google Shape;10923;p4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4" name="Google Shape;10924;p4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5" name="Google Shape;10925;p4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6" name="Google Shape;10926;p4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7" name="Google Shape;10927;p4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8" name="Google Shape;10928;p4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9" name="Google Shape;10929;p4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4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1" name="Google Shape;10931;p4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2" name="Google Shape;10932;p4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3" name="Google Shape;10933;p4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4" name="Google Shape;10934;p4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5" name="Google Shape;10935;p4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6" name="Google Shape;10936;p4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4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p4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9" name="Google Shape;10939;p4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0" name="Google Shape;10940;p4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1" name="Google Shape;10941;p4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p4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3" name="Google Shape;10943;p4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4" name="Google Shape;10944;p4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5" name="Google Shape;10945;p4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6" name="Google Shape;10946;p4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7" name="Google Shape;10947;p4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4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9" name="Google Shape;10949;p4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0" name="Google Shape;10950;p4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1" name="Google Shape;10951;p4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p4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p4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4" name="Google Shape;10954;p4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4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6" name="Google Shape;10956;p4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7" name="Google Shape;10957;p4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8" name="Google Shape;10958;p4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4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0" name="Google Shape;10960;p4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1" name="Google Shape;10961;p4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4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3" name="Google Shape;10963;p4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4" name="Google Shape;10964;p4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5" name="Google Shape;10965;p43"/>
          <p:cNvGrpSpPr/>
          <p:nvPr/>
        </p:nvGrpSpPr>
        <p:grpSpPr>
          <a:xfrm>
            <a:off x="3597785" y="3065882"/>
            <a:ext cx="2241344" cy="1330655"/>
            <a:chOff x="3597785" y="3065882"/>
            <a:chExt cx="2241344" cy="1330655"/>
          </a:xfrm>
        </p:grpSpPr>
        <p:grpSp>
          <p:nvGrpSpPr>
            <p:cNvPr id="10966" name="Google Shape;10966;p43"/>
            <p:cNvGrpSpPr/>
            <p:nvPr/>
          </p:nvGrpSpPr>
          <p:grpSpPr>
            <a:xfrm>
              <a:off x="5296908" y="3937355"/>
              <a:ext cx="143199" cy="32380"/>
              <a:chOff x="5296908" y="3937355"/>
              <a:chExt cx="143199" cy="32380"/>
            </a:xfrm>
          </p:grpSpPr>
          <p:sp>
            <p:nvSpPr>
              <p:cNvPr id="10967" name="Google Shape;10967;p43"/>
              <p:cNvSpPr/>
              <p:nvPr/>
            </p:nvSpPr>
            <p:spPr>
              <a:xfrm>
                <a:off x="5319457" y="3952794"/>
                <a:ext cx="111895" cy="8"/>
              </a:xfrm>
              <a:custGeom>
                <a:rect b="b" l="l" r="r" t="t"/>
                <a:pathLst>
                  <a:path extrusionOk="0" fill="none" h="1" w="14227">
                    <a:moveTo>
                      <a:pt x="1" y="0"/>
                    </a:moveTo>
                    <a:lnTo>
                      <a:pt x="142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68" name="Google Shape;10968;p43"/>
              <p:cNvGrpSpPr/>
              <p:nvPr/>
            </p:nvGrpSpPr>
            <p:grpSpPr>
              <a:xfrm>
                <a:off x="5402331" y="3937355"/>
                <a:ext cx="37776" cy="32380"/>
                <a:chOff x="5402331" y="3937355"/>
                <a:chExt cx="37776" cy="32380"/>
              </a:xfrm>
            </p:grpSpPr>
            <p:sp>
              <p:nvSpPr>
                <p:cNvPr id="10969" name="Google Shape;10969;p4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0" name="Google Shape;10970;p4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1" name="Google Shape;10971;p43"/>
              <p:cNvGrpSpPr/>
              <p:nvPr/>
            </p:nvGrpSpPr>
            <p:grpSpPr>
              <a:xfrm>
                <a:off x="5296908" y="3937355"/>
                <a:ext cx="37783" cy="32380"/>
                <a:chOff x="5296908" y="3937355"/>
                <a:chExt cx="37783" cy="32380"/>
              </a:xfrm>
            </p:grpSpPr>
            <p:sp>
              <p:nvSpPr>
                <p:cNvPr id="10972" name="Google Shape;10972;p4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3" name="Google Shape;10973;p4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974" name="Google Shape;10974;p43"/>
            <p:cNvGrpSpPr/>
            <p:nvPr/>
          </p:nvGrpSpPr>
          <p:grpSpPr>
            <a:xfrm>
              <a:off x="4724163" y="3119631"/>
              <a:ext cx="120838" cy="84218"/>
              <a:chOff x="4724163" y="3119631"/>
              <a:chExt cx="120838" cy="84218"/>
            </a:xfrm>
          </p:grpSpPr>
          <p:grpSp>
            <p:nvGrpSpPr>
              <p:cNvPr id="10975" name="Google Shape;10975;p43"/>
              <p:cNvGrpSpPr/>
              <p:nvPr/>
            </p:nvGrpSpPr>
            <p:grpSpPr>
              <a:xfrm>
                <a:off x="4746712" y="3132773"/>
                <a:ext cx="86869" cy="56424"/>
                <a:chOff x="4746712" y="3132773"/>
                <a:chExt cx="86869" cy="56424"/>
              </a:xfrm>
            </p:grpSpPr>
            <p:sp>
              <p:nvSpPr>
                <p:cNvPr id="10976" name="Google Shape;10976;p4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7" name="Google Shape;10977;p43"/>
                <p:cNvSpPr/>
                <p:nvPr/>
              </p:nvSpPr>
              <p:spPr>
                <a:xfrm>
                  <a:off x="4746712" y="3145334"/>
                  <a:ext cx="49479" cy="13520"/>
                </a:xfrm>
                <a:custGeom>
                  <a:rect b="b" l="l" r="r" t="t"/>
                  <a:pathLst>
                    <a:path extrusionOk="0" fill="none" h="1719" w="6291">
                      <a:moveTo>
                        <a:pt x="0" y="0"/>
                      </a:moveTo>
                      <a:lnTo>
                        <a:pt x="6290" y="171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8" name="Google Shape;10978;p43"/>
              <p:cNvGrpSpPr/>
              <p:nvPr/>
            </p:nvGrpSpPr>
            <p:grpSpPr>
              <a:xfrm>
                <a:off x="4773634" y="3143336"/>
                <a:ext cx="37776" cy="32451"/>
                <a:chOff x="4773634" y="3143336"/>
                <a:chExt cx="37776" cy="32451"/>
              </a:xfrm>
            </p:grpSpPr>
            <p:sp>
              <p:nvSpPr>
                <p:cNvPr id="10979" name="Google Shape;10979;p4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0" name="Google Shape;10980;p4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1" name="Google Shape;10981;p43"/>
              <p:cNvGrpSpPr/>
              <p:nvPr/>
            </p:nvGrpSpPr>
            <p:grpSpPr>
              <a:xfrm>
                <a:off x="4724163" y="3131248"/>
                <a:ext cx="37776" cy="32459"/>
                <a:chOff x="4724163" y="3131248"/>
                <a:chExt cx="37776" cy="32459"/>
              </a:xfrm>
            </p:grpSpPr>
            <p:sp>
              <p:nvSpPr>
                <p:cNvPr id="10982" name="Google Shape;10982;p4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3" name="Google Shape;10983;p4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4" name="Google Shape;10984;p43"/>
              <p:cNvGrpSpPr/>
              <p:nvPr/>
            </p:nvGrpSpPr>
            <p:grpSpPr>
              <a:xfrm>
                <a:off x="4755081" y="3176054"/>
                <a:ext cx="32357" cy="27795"/>
                <a:chOff x="4755081" y="3176054"/>
                <a:chExt cx="32357" cy="27795"/>
              </a:xfrm>
            </p:grpSpPr>
            <p:sp>
              <p:nvSpPr>
                <p:cNvPr id="10985" name="Google Shape;10985;p4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6" name="Google Shape;10986;p4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7" name="Google Shape;10987;p43"/>
              <p:cNvGrpSpPr/>
              <p:nvPr/>
            </p:nvGrpSpPr>
            <p:grpSpPr>
              <a:xfrm>
                <a:off x="4812550" y="3119631"/>
                <a:ext cx="32451" cy="27803"/>
                <a:chOff x="4812550" y="3119631"/>
                <a:chExt cx="32451" cy="27803"/>
              </a:xfrm>
            </p:grpSpPr>
            <p:sp>
              <p:nvSpPr>
                <p:cNvPr id="10988" name="Google Shape;10988;p4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9" name="Google Shape;10989;p4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990" name="Google Shape;10990;p43"/>
            <p:cNvGrpSpPr/>
            <p:nvPr/>
          </p:nvGrpSpPr>
          <p:grpSpPr>
            <a:xfrm>
              <a:off x="5382826" y="4027197"/>
              <a:ext cx="268967" cy="250421"/>
              <a:chOff x="5382826" y="4027197"/>
              <a:chExt cx="268967" cy="250421"/>
            </a:xfrm>
          </p:grpSpPr>
          <p:grpSp>
            <p:nvGrpSpPr>
              <p:cNvPr id="10991" name="Google Shape;10991;p43"/>
              <p:cNvGrpSpPr/>
              <p:nvPr/>
            </p:nvGrpSpPr>
            <p:grpSpPr>
              <a:xfrm>
                <a:off x="5405280" y="4042510"/>
                <a:ext cx="237570" cy="218647"/>
                <a:chOff x="5405280" y="4042510"/>
                <a:chExt cx="237570" cy="218647"/>
              </a:xfrm>
            </p:grpSpPr>
            <p:sp>
              <p:nvSpPr>
                <p:cNvPr id="10992" name="Google Shape;10992;p4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3" name="Google Shape;10993;p4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4" name="Google Shape;10994;p43"/>
                <p:cNvSpPr/>
                <p:nvPr/>
              </p:nvSpPr>
              <p:spPr>
                <a:xfrm>
                  <a:off x="5543704" y="4042990"/>
                  <a:ext cx="99146" cy="81639"/>
                </a:xfrm>
                <a:custGeom>
                  <a:rect b="b" l="l" r="r" t="t"/>
                  <a:pathLst>
                    <a:path extrusionOk="0" fill="none" h="10380" w="12606">
                      <a:moveTo>
                        <a:pt x="1" y="0"/>
                      </a:moveTo>
                      <a:lnTo>
                        <a:pt x="12606" y="1037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5" name="Google Shape;10995;p43"/>
                <p:cNvSpPr/>
                <p:nvPr/>
              </p:nvSpPr>
              <p:spPr>
                <a:xfrm>
                  <a:off x="5501941" y="4140980"/>
                  <a:ext cx="103708" cy="51862"/>
                </a:xfrm>
                <a:custGeom>
                  <a:rect b="b" l="l" r="r" t="t"/>
                  <a:pathLst>
                    <a:path extrusionOk="0" fill="none" h="6594" w="13186">
                      <a:moveTo>
                        <a:pt x="13186" y="6594"/>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6" name="Google Shape;10996;p43"/>
                <p:cNvSpPr/>
                <p:nvPr/>
              </p:nvSpPr>
              <p:spPr>
                <a:xfrm>
                  <a:off x="5495854" y="4211010"/>
                  <a:ext cx="105989" cy="50147"/>
                </a:xfrm>
                <a:custGeom>
                  <a:rect b="b" l="l" r="r" t="t"/>
                  <a:pathLst>
                    <a:path extrusionOk="0" fill="none" h="6376" w="13476">
                      <a:moveTo>
                        <a:pt x="0" y="0"/>
                      </a:moveTo>
                      <a:lnTo>
                        <a:pt x="13476" y="637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7" name="Google Shape;10997;p43"/>
                <p:cNvSpPr/>
                <p:nvPr/>
              </p:nvSpPr>
              <p:spPr>
                <a:xfrm>
                  <a:off x="5405280" y="4134420"/>
                  <a:ext cx="96669" cy="6567"/>
                </a:xfrm>
                <a:custGeom>
                  <a:rect b="b" l="l" r="r" t="t"/>
                  <a:pathLst>
                    <a:path extrusionOk="0" fill="none" h="835" w="12291">
                      <a:moveTo>
                        <a:pt x="12290" y="835"/>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98" name="Google Shape;10998;p43"/>
              <p:cNvGrpSpPr/>
              <p:nvPr/>
            </p:nvGrpSpPr>
            <p:grpSpPr>
              <a:xfrm>
                <a:off x="5382826" y="4125549"/>
                <a:ext cx="37776" cy="32380"/>
                <a:chOff x="5382826" y="4125549"/>
                <a:chExt cx="37776" cy="32380"/>
              </a:xfrm>
            </p:grpSpPr>
            <p:sp>
              <p:nvSpPr>
                <p:cNvPr id="10999" name="Google Shape;10999;p4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0" name="Google Shape;11000;p4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1" name="Google Shape;11001;p43"/>
              <p:cNvGrpSpPr/>
              <p:nvPr/>
            </p:nvGrpSpPr>
            <p:grpSpPr>
              <a:xfrm>
                <a:off x="5475680" y="4195587"/>
                <a:ext cx="37783" cy="32364"/>
                <a:chOff x="5475680" y="4195587"/>
                <a:chExt cx="37783" cy="32364"/>
              </a:xfrm>
            </p:grpSpPr>
            <p:sp>
              <p:nvSpPr>
                <p:cNvPr id="11002" name="Google Shape;11002;p4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3" name="Google Shape;11003;p4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4" name="Google Shape;11004;p43"/>
              <p:cNvGrpSpPr/>
              <p:nvPr/>
            </p:nvGrpSpPr>
            <p:grpSpPr>
              <a:xfrm>
                <a:off x="5532575" y="4027197"/>
                <a:ext cx="33308" cy="32262"/>
                <a:chOff x="5532575" y="4027197"/>
                <a:chExt cx="33308" cy="32262"/>
              </a:xfrm>
            </p:grpSpPr>
            <p:sp>
              <p:nvSpPr>
                <p:cNvPr id="11005" name="Google Shape;11005;p4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p4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7" name="Google Shape;11007;p43"/>
              <p:cNvGrpSpPr/>
              <p:nvPr/>
            </p:nvGrpSpPr>
            <p:grpSpPr>
              <a:xfrm>
                <a:off x="5590706" y="4245348"/>
                <a:ext cx="33497" cy="32270"/>
                <a:chOff x="5590706" y="4245348"/>
                <a:chExt cx="33497" cy="32270"/>
              </a:xfrm>
            </p:grpSpPr>
            <p:sp>
              <p:nvSpPr>
                <p:cNvPr id="11008" name="Google Shape;11008;p4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9" name="Google Shape;11009;p4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0" name="Google Shape;11010;p43"/>
              <p:cNvGrpSpPr/>
              <p:nvPr/>
            </p:nvGrpSpPr>
            <p:grpSpPr>
              <a:xfrm>
                <a:off x="5618681" y="4109677"/>
                <a:ext cx="33112" cy="32357"/>
                <a:chOff x="5618681" y="4109677"/>
                <a:chExt cx="33112" cy="32357"/>
              </a:xfrm>
            </p:grpSpPr>
            <p:sp>
              <p:nvSpPr>
                <p:cNvPr id="11011" name="Google Shape;11011;p4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2" name="Google Shape;11012;p4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3" name="Google Shape;11013;p43"/>
              <p:cNvGrpSpPr/>
              <p:nvPr/>
            </p:nvGrpSpPr>
            <p:grpSpPr>
              <a:xfrm>
                <a:off x="5479298" y="4128262"/>
                <a:ext cx="31405" cy="26906"/>
                <a:chOff x="5479298" y="4128262"/>
                <a:chExt cx="31405" cy="26906"/>
              </a:xfrm>
            </p:grpSpPr>
            <p:sp>
              <p:nvSpPr>
                <p:cNvPr id="11014" name="Google Shape;11014;p4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5" name="Google Shape;11015;p4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6" name="Google Shape;11016;p43"/>
              <p:cNvGrpSpPr/>
              <p:nvPr/>
            </p:nvGrpSpPr>
            <p:grpSpPr>
              <a:xfrm>
                <a:off x="5582903" y="4180116"/>
                <a:ext cx="31499" cy="26898"/>
                <a:chOff x="5582903" y="4180116"/>
                <a:chExt cx="31499" cy="26898"/>
              </a:xfrm>
            </p:grpSpPr>
            <p:sp>
              <p:nvSpPr>
                <p:cNvPr id="11017" name="Google Shape;11017;p4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8" name="Google Shape;11018;p4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019" name="Google Shape;11019;p43"/>
            <p:cNvGrpSpPr/>
            <p:nvPr/>
          </p:nvGrpSpPr>
          <p:grpSpPr>
            <a:xfrm>
              <a:off x="3977681" y="3230323"/>
              <a:ext cx="94584" cy="84084"/>
              <a:chOff x="3977681" y="3230323"/>
              <a:chExt cx="94584" cy="84084"/>
            </a:xfrm>
          </p:grpSpPr>
          <p:grpSp>
            <p:nvGrpSpPr>
              <p:cNvPr id="11020" name="Google Shape;11020;p43"/>
              <p:cNvGrpSpPr/>
              <p:nvPr/>
            </p:nvGrpSpPr>
            <p:grpSpPr>
              <a:xfrm>
                <a:off x="4000135" y="3243041"/>
                <a:ext cx="59570" cy="57186"/>
                <a:chOff x="4000135" y="3243041"/>
                <a:chExt cx="59570" cy="57186"/>
              </a:xfrm>
            </p:grpSpPr>
            <p:sp>
              <p:nvSpPr>
                <p:cNvPr id="11021" name="Google Shape;11021;p4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2" name="Google Shape;11022;p43"/>
                <p:cNvSpPr/>
                <p:nvPr/>
              </p:nvSpPr>
              <p:spPr>
                <a:xfrm>
                  <a:off x="4024210" y="3246847"/>
                  <a:ext cx="15706" cy="53380"/>
                </a:xfrm>
                <a:custGeom>
                  <a:rect b="b" l="l" r="r" t="t"/>
                  <a:pathLst>
                    <a:path extrusionOk="0" fill="none" h="6787" w="1997">
                      <a:moveTo>
                        <a:pt x="0" y="6787"/>
                      </a:moveTo>
                      <a:lnTo>
                        <a:pt x="199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3" name="Google Shape;11023;p43"/>
                <p:cNvSpPr/>
                <p:nvPr/>
              </p:nvSpPr>
              <p:spPr>
                <a:xfrm>
                  <a:off x="4002896" y="3261311"/>
                  <a:ext cx="56809" cy="14086"/>
                </a:xfrm>
                <a:custGeom>
                  <a:rect b="b" l="l" r="r" t="t"/>
                  <a:pathLst>
                    <a:path extrusionOk="0" fill="none" h="1791" w="7223">
                      <a:moveTo>
                        <a:pt x="7222" y="1791"/>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4" name="Google Shape;11024;p43"/>
              <p:cNvGrpSpPr/>
              <p:nvPr/>
            </p:nvGrpSpPr>
            <p:grpSpPr>
              <a:xfrm>
                <a:off x="3977681" y="3245872"/>
                <a:ext cx="37783" cy="32380"/>
                <a:chOff x="3977681" y="3245872"/>
                <a:chExt cx="37783" cy="32380"/>
              </a:xfrm>
            </p:grpSpPr>
            <p:sp>
              <p:nvSpPr>
                <p:cNvPr id="11025" name="Google Shape;11025;p4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6" name="Google Shape;11026;p4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7" name="Google Shape;11027;p43"/>
              <p:cNvGrpSpPr/>
              <p:nvPr/>
            </p:nvGrpSpPr>
            <p:grpSpPr>
              <a:xfrm>
                <a:off x="4040860" y="3262672"/>
                <a:ext cx="31405" cy="27001"/>
                <a:chOff x="4040860" y="3262672"/>
                <a:chExt cx="31405" cy="27001"/>
              </a:xfrm>
            </p:grpSpPr>
            <p:sp>
              <p:nvSpPr>
                <p:cNvPr id="11028" name="Google Shape;11028;p4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9" name="Google Shape;11029;p4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0" name="Google Shape;11030;p43"/>
              <p:cNvGrpSpPr/>
              <p:nvPr/>
            </p:nvGrpSpPr>
            <p:grpSpPr>
              <a:xfrm>
                <a:off x="4021072" y="3230323"/>
                <a:ext cx="31397" cy="26906"/>
                <a:chOff x="4021072" y="3230323"/>
                <a:chExt cx="31397" cy="26906"/>
              </a:xfrm>
            </p:grpSpPr>
            <p:sp>
              <p:nvSpPr>
                <p:cNvPr id="11031" name="Google Shape;11031;p4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2" name="Google Shape;11032;p4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3" name="Google Shape;11033;p43"/>
              <p:cNvGrpSpPr/>
              <p:nvPr/>
            </p:nvGrpSpPr>
            <p:grpSpPr>
              <a:xfrm>
                <a:off x="4001472" y="3287462"/>
                <a:ext cx="31499" cy="26945"/>
                <a:chOff x="4001472" y="3287462"/>
                <a:chExt cx="31499" cy="26945"/>
              </a:xfrm>
            </p:grpSpPr>
            <p:sp>
              <p:nvSpPr>
                <p:cNvPr id="11034" name="Google Shape;11034;p4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5" name="Google Shape;11035;p4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036" name="Google Shape;11036;p43"/>
            <p:cNvGrpSpPr/>
            <p:nvPr/>
          </p:nvGrpSpPr>
          <p:grpSpPr>
            <a:xfrm>
              <a:off x="4084715" y="3258865"/>
              <a:ext cx="184962" cy="137268"/>
              <a:chOff x="4084715" y="3258865"/>
              <a:chExt cx="184962" cy="137268"/>
            </a:xfrm>
          </p:grpSpPr>
          <p:grpSp>
            <p:nvGrpSpPr>
              <p:cNvPr id="11037" name="Google Shape;11037;p43"/>
              <p:cNvGrpSpPr/>
              <p:nvPr/>
            </p:nvGrpSpPr>
            <p:grpSpPr>
              <a:xfrm>
                <a:off x="4107453" y="3271583"/>
                <a:ext cx="153470" cy="110275"/>
                <a:chOff x="4107453" y="3271583"/>
                <a:chExt cx="153470" cy="110275"/>
              </a:xfrm>
            </p:grpSpPr>
            <p:sp>
              <p:nvSpPr>
                <p:cNvPr id="11038" name="Google Shape;11038;p4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p43"/>
                <p:cNvSpPr/>
                <p:nvPr/>
              </p:nvSpPr>
              <p:spPr>
                <a:xfrm>
                  <a:off x="4155886" y="3271968"/>
                  <a:ext cx="22171" cy="20559"/>
                </a:xfrm>
                <a:custGeom>
                  <a:rect b="b" l="l" r="r" t="t"/>
                  <a:pathLst>
                    <a:path extrusionOk="0" fill="none" h="2614" w="2819">
                      <a:moveTo>
                        <a:pt x="2819" y="2613"/>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p43"/>
                <p:cNvSpPr/>
                <p:nvPr/>
              </p:nvSpPr>
              <p:spPr>
                <a:xfrm>
                  <a:off x="4178049" y="3279196"/>
                  <a:ext cx="42345" cy="13331"/>
                </a:xfrm>
                <a:custGeom>
                  <a:rect b="b" l="l" r="r" t="t"/>
                  <a:pathLst>
                    <a:path extrusionOk="0" fill="none" h="1695" w="5384">
                      <a:moveTo>
                        <a:pt x="1" y="1694"/>
                      </a:moveTo>
                      <a:lnTo>
                        <a:pt x="538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1" name="Google Shape;11041;p43"/>
                <p:cNvSpPr/>
                <p:nvPr/>
              </p:nvSpPr>
              <p:spPr>
                <a:xfrm>
                  <a:off x="4220387" y="3279196"/>
                  <a:ext cx="8" cy="71745"/>
                </a:xfrm>
                <a:custGeom>
                  <a:rect b="b" l="l" r="r" t="t"/>
                  <a:pathLst>
                    <a:path extrusionOk="0" fill="none" h="9122" w="1">
                      <a:moveTo>
                        <a:pt x="1" y="0"/>
                      </a:moveTo>
                      <a:lnTo>
                        <a:pt x="1" y="91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2" name="Google Shape;11042;p43"/>
              <p:cNvGrpSpPr/>
              <p:nvPr/>
            </p:nvGrpSpPr>
            <p:grpSpPr>
              <a:xfrm>
                <a:off x="4136947" y="3258865"/>
                <a:ext cx="31499" cy="27001"/>
                <a:chOff x="4136947" y="3258865"/>
                <a:chExt cx="31499" cy="27001"/>
              </a:xfrm>
            </p:grpSpPr>
            <p:sp>
              <p:nvSpPr>
                <p:cNvPr id="11043" name="Google Shape;11043;p4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4" name="Google Shape;11044;p4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5" name="Google Shape;11045;p43"/>
              <p:cNvGrpSpPr/>
              <p:nvPr/>
            </p:nvGrpSpPr>
            <p:grpSpPr>
              <a:xfrm>
                <a:off x="4084715" y="3266478"/>
                <a:ext cx="31468" cy="26898"/>
                <a:chOff x="4084715" y="3266478"/>
                <a:chExt cx="31468" cy="26898"/>
              </a:xfrm>
            </p:grpSpPr>
            <p:sp>
              <p:nvSpPr>
                <p:cNvPr id="11046" name="Google Shape;11046;p4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7" name="Google Shape;11047;p4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8" name="Google Shape;11048;p43"/>
              <p:cNvGrpSpPr/>
              <p:nvPr/>
            </p:nvGrpSpPr>
            <p:grpSpPr>
              <a:xfrm>
                <a:off x="4159213" y="3279849"/>
                <a:ext cx="31405" cy="26945"/>
                <a:chOff x="4159213" y="3279849"/>
                <a:chExt cx="31405" cy="26945"/>
              </a:xfrm>
            </p:grpSpPr>
            <p:sp>
              <p:nvSpPr>
                <p:cNvPr id="11049" name="Google Shape;11049;p4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0" name="Google Shape;11050;p4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1" name="Google Shape;11051;p43"/>
              <p:cNvGrpSpPr/>
              <p:nvPr/>
            </p:nvGrpSpPr>
            <p:grpSpPr>
              <a:xfrm>
                <a:off x="4201550" y="3266502"/>
                <a:ext cx="31405" cy="26883"/>
                <a:chOff x="4201550" y="3266502"/>
                <a:chExt cx="31405" cy="26883"/>
              </a:xfrm>
            </p:grpSpPr>
            <p:sp>
              <p:nvSpPr>
                <p:cNvPr id="11052" name="Google Shape;11052;p4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3" name="Google Shape;11053;p4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4" name="Google Shape;11054;p43"/>
              <p:cNvGrpSpPr/>
              <p:nvPr/>
            </p:nvGrpSpPr>
            <p:grpSpPr>
              <a:xfrm>
                <a:off x="4201550" y="3338278"/>
                <a:ext cx="31405" cy="26930"/>
                <a:chOff x="4201550" y="3338278"/>
                <a:chExt cx="31405" cy="26930"/>
              </a:xfrm>
            </p:grpSpPr>
            <p:sp>
              <p:nvSpPr>
                <p:cNvPr id="11055" name="Google Shape;11055;p4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6" name="Google Shape;11056;p4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7" name="Google Shape;11057;p43"/>
              <p:cNvGrpSpPr/>
              <p:nvPr/>
            </p:nvGrpSpPr>
            <p:grpSpPr>
              <a:xfrm>
                <a:off x="4238272" y="3369132"/>
                <a:ext cx="31405" cy="27001"/>
                <a:chOff x="4238272" y="3369132"/>
                <a:chExt cx="31405" cy="27001"/>
              </a:xfrm>
            </p:grpSpPr>
            <p:sp>
              <p:nvSpPr>
                <p:cNvPr id="11058" name="Google Shape;11058;p4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9" name="Google Shape;11059;p4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060" name="Google Shape;11060;p43"/>
            <p:cNvGrpSpPr/>
            <p:nvPr/>
          </p:nvGrpSpPr>
          <p:grpSpPr>
            <a:xfrm>
              <a:off x="4068639" y="3200169"/>
              <a:ext cx="77644" cy="37272"/>
              <a:chOff x="4068639" y="3200169"/>
              <a:chExt cx="77644" cy="37272"/>
            </a:xfrm>
          </p:grpSpPr>
          <p:sp>
            <p:nvSpPr>
              <p:cNvPr id="11061" name="Google Shape;11061;p43"/>
              <p:cNvSpPr/>
              <p:nvPr/>
            </p:nvSpPr>
            <p:spPr>
              <a:xfrm>
                <a:off x="4087570" y="3212886"/>
                <a:ext cx="49958" cy="10374"/>
              </a:xfrm>
              <a:custGeom>
                <a:rect b="b" l="l" r="r" t="t"/>
                <a:pathLst>
                  <a:path extrusionOk="0" fill="none" h="1319" w="6352">
                    <a:moveTo>
                      <a:pt x="1" y="1319"/>
                    </a:moveTo>
                    <a:lnTo>
                      <a:pt x="635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62" name="Google Shape;11062;p43"/>
              <p:cNvGrpSpPr/>
              <p:nvPr/>
            </p:nvGrpSpPr>
            <p:grpSpPr>
              <a:xfrm>
                <a:off x="4114878" y="3200169"/>
                <a:ext cx="31405" cy="26993"/>
                <a:chOff x="4114878" y="3200169"/>
                <a:chExt cx="31405" cy="26993"/>
              </a:xfrm>
            </p:grpSpPr>
            <p:sp>
              <p:nvSpPr>
                <p:cNvPr id="11063" name="Google Shape;11063;p4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4" name="Google Shape;11064;p4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5" name="Google Shape;11065;p43"/>
              <p:cNvGrpSpPr/>
              <p:nvPr/>
            </p:nvGrpSpPr>
            <p:grpSpPr>
              <a:xfrm>
                <a:off x="4068639" y="3210535"/>
                <a:ext cx="31499" cy="26906"/>
                <a:chOff x="4068639" y="3210535"/>
                <a:chExt cx="31499" cy="26906"/>
              </a:xfrm>
            </p:grpSpPr>
            <p:sp>
              <p:nvSpPr>
                <p:cNvPr id="11066" name="Google Shape;11066;p4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7" name="Google Shape;11067;p4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068" name="Google Shape;11068;p43"/>
            <p:cNvGrpSpPr/>
            <p:nvPr/>
          </p:nvGrpSpPr>
          <p:grpSpPr>
            <a:xfrm>
              <a:off x="3869702" y="3066935"/>
              <a:ext cx="382663" cy="190294"/>
              <a:chOff x="3869702" y="3066935"/>
              <a:chExt cx="382663" cy="190294"/>
            </a:xfrm>
          </p:grpSpPr>
          <p:grpSp>
            <p:nvGrpSpPr>
              <p:cNvPr id="11069" name="Google Shape;11069;p43"/>
              <p:cNvGrpSpPr/>
              <p:nvPr/>
            </p:nvGrpSpPr>
            <p:grpSpPr>
              <a:xfrm>
                <a:off x="3888633" y="3082351"/>
                <a:ext cx="351173" cy="160698"/>
                <a:chOff x="3888633" y="3082351"/>
                <a:chExt cx="351173" cy="160698"/>
              </a:xfrm>
            </p:grpSpPr>
            <p:sp>
              <p:nvSpPr>
                <p:cNvPr id="11070" name="Google Shape;11070;p4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1" name="Google Shape;11071;p4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2" name="Google Shape;11072;p43"/>
                <p:cNvSpPr/>
                <p:nvPr/>
              </p:nvSpPr>
              <p:spPr>
                <a:xfrm>
                  <a:off x="3960370" y="3203653"/>
                  <a:ext cx="79547" cy="19607"/>
                </a:xfrm>
                <a:custGeom>
                  <a:rect b="b" l="l" r="r" t="t"/>
                  <a:pathLst>
                    <a:path extrusionOk="0" fill="none" h="2493" w="10114">
                      <a:moveTo>
                        <a:pt x="0" y="2493"/>
                      </a:moveTo>
                      <a:lnTo>
                        <a:pt x="1011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p43"/>
                <p:cNvSpPr/>
                <p:nvPr/>
              </p:nvSpPr>
              <p:spPr>
                <a:xfrm>
                  <a:off x="4043613" y="3161504"/>
                  <a:ext cx="108474" cy="42156"/>
                </a:xfrm>
                <a:custGeom>
                  <a:rect b="b" l="l" r="r" t="t"/>
                  <a:pathLst>
                    <a:path extrusionOk="0" fill="none" h="5360" w="13792">
                      <a:moveTo>
                        <a:pt x="1" y="5360"/>
                      </a:moveTo>
                      <a:lnTo>
                        <a:pt x="1379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p43"/>
                <p:cNvSpPr/>
                <p:nvPr/>
              </p:nvSpPr>
              <p:spPr>
                <a:xfrm>
                  <a:off x="4152079" y="3082351"/>
                  <a:ext cx="17224" cy="82968"/>
                </a:xfrm>
                <a:custGeom>
                  <a:rect b="b" l="l" r="r" t="t"/>
                  <a:pathLst>
                    <a:path extrusionOk="0" fill="none" h="10549" w="2190">
                      <a:moveTo>
                        <a:pt x="0" y="10549"/>
                      </a:moveTo>
                      <a:lnTo>
                        <a:pt x="219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5" name="Google Shape;11075;p43"/>
                <p:cNvSpPr/>
                <p:nvPr/>
              </p:nvSpPr>
              <p:spPr>
                <a:xfrm>
                  <a:off x="4169296" y="3082351"/>
                  <a:ext cx="25797" cy="63557"/>
                </a:xfrm>
                <a:custGeom>
                  <a:rect b="b" l="l" r="r" t="t"/>
                  <a:pathLst>
                    <a:path extrusionOk="0" fill="none" h="8081" w="3280">
                      <a:moveTo>
                        <a:pt x="1" y="0"/>
                      </a:moveTo>
                      <a:lnTo>
                        <a:pt x="3279" y="808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6" name="Google Shape;11076;p43"/>
              <p:cNvGrpSpPr/>
              <p:nvPr/>
            </p:nvGrpSpPr>
            <p:grpSpPr>
              <a:xfrm>
                <a:off x="4143703" y="3066935"/>
                <a:ext cx="37783" cy="32357"/>
                <a:chOff x="4143703" y="3066935"/>
                <a:chExt cx="37783" cy="32357"/>
              </a:xfrm>
            </p:grpSpPr>
            <p:sp>
              <p:nvSpPr>
                <p:cNvPr id="11077" name="Google Shape;11077;p4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8" name="Google Shape;11078;p4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9" name="Google Shape;11079;p43"/>
              <p:cNvGrpSpPr/>
              <p:nvPr/>
            </p:nvGrpSpPr>
            <p:grpSpPr>
              <a:xfrm>
                <a:off x="4044565" y="3103563"/>
                <a:ext cx="37783" cy="32451"/>
                <a:chOff x="4044565" y="3103563"/>
                <a:chExt cx="37783" cy="32451"/>
              </a:xfrm>
            </p:grpSpPr>
            <p:sp>
              <p:nvSpPr>
                <p:cNvPr id="11080" name="Google Shape;11080;p4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1" name="Google Shape;11081;p4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2" name="Google Shape;11082;p43"/>
              <p:cNvGrpSpPr/>
              <p:nvPr/>
            </p:nvGrpSpPr>
            <p:grpSpPr>
              <a:xfrm>
                <a:off x="4017454" y="3188237"/>
                <a:ext cx="37776" cy="32357"/>
                <a:chOff x="4017454" y="3188237"/>
                <a:chExt cx="37776" cy="32357"/>
              </a:xfrm>
            </p:grpSpPr>
            <p:sp>
              <p:nvSpPr>
                <p:cNvPr id="11083" name="Google Shape;11083;p4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4" name="Google Shape;11084;p4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5" name="Google Shape;11085;p43"/>
              <p:cNvGrpSpPr/>
              <p:nvPr/>
            </p:nvGrpSpPr>
            <p:grpSpPr>
              <a:xfrm>
                <a:off x="3921548" y="3157509"/>
                <a:ext cx="37783" cy="32357"/>
                <a:chOff x="3921548" y="3157509"/>
                <a:chExt cx="37783" cy="32357"/>
              </a:xfrm>
            </p:grpSpPr>
            <p:sp>
              <p:nvSpPr>
                <p:cNvPr id="11086" name="Google Shape;11086;p4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7" name="Google Shape;11087;p4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8" name="Google Shape;11088;p43"/>
              <p:cNvGrpSpPr/>
              <p:nvPr/>
            </p:nvGrpSpPr>
            <p:grpSpPr>
              <a:xfrm>
                <a:off x="3939056" y="3211620"/>
                <a:ext cx="37783" cy="32380"/>
                <a:chOff x="3939056" y="3211620"/>
                <a:chExt cx="37783" cy="32380"/>
              </a:xfrm>
            </p:grpSpPr>
            <p:sp>
              <p:nvSpPr>
                <p:cNvPr id="11089" name="Google Shape;11089;p4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0" name="Google Shape;11090;p4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1" name="Google Shape;11091;p43"/>
              <p:cNvGrpSpPr/>
              <p:nvPr/>
            </p:nvGrpSpPr>
            <p:grpSpPr>
              <a:xfrm>
                <a:off x="4176240" y="3136965"/>
                <a:ext cx="31405" cy="26930"/>
                <a:chOff x="4176240" y="3136965"/>
                <a:chExt cx="31405" cy="26930"/>
              </a:xfrm>
            </p:grpSpPr>
            <p:sp>
              <p:nvSpPr>
                <p:cNvPr id="11092" name="Google Shape;11092;p4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3" name="Google Shape;11093;p4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4" name="Google Shape;11094;p43"/>
              <p:cNvGrpSpPr/>
              <p:nvPr/>
            </p:nvGrpSpPr>
            <p:grpSpPr>
              <a:xfrm>
                <a:off x="4133148" y="3152593"/>
                <a:ext cx="31499" cy="27001"/>
                <a:chOff x="4133148" y="3152593"/>
                <a:chExt cx="31499" cy="27001"/>
              </a:xfrm>
            </p:grpSpPr>
            <p:sp>
              <p:nvSpPr>
                <p:cNvPr id="11095" name="Google Shape;11095;p4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6" name="Google Shape;11096;p4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7" name="Google Shape;11097;p43"/>
              <p:cNvGrpSpPr/>
              <p:nvPr/>
            </p:nvGrpSpPr>
            <p:grpSpPr>
              <a:xfrm>
                <a:off x="4220866" y="3073534"/>
                <a:ext cx="31499" cy="26898"/>
                <a:chOff x="4220866" y="3073534"/>
                <a:chExt cx="31499" cy="26898"/>
              </a:xfrm>
            </p:grpSpPr>
            <p:sp>
              <p:nvSpPr>
                <p:cNvPr id="11098" name="Google Shape;11098;p4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9" name="Google Shape;11099;p4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00" name="Google Shape;11100;p43"/>
              <p:cNvGrpSpPr/>
              <p:nvPr/>
            </p:nvGrpSpPr>
            <p:grpSpPr>
              <a:xfrm>
                <a:off x="3869702" y="3230323"/>
                <a:ext cx="31499" cy="26906"/>
                <a:chOff x="3869702" y="3230323"/>
                <a:chExt cx="31499" cy="26906"/>
              </a:xfrm>
            </p:grpSpPr>
            <p:sp>
              <p:nvSpPr>
                <p:cNvPr id="11101" name="Google Shape;11101;p4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2" name="Google Shape;11102;p4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103" name="Google Shape;11103;p43"/>
            <p:cNvGrpSpPr/>
            <p:nvPr/>
          </p:nvGrpSpPr>
          <p:grpSpPr>
            <a:xfrm>
              <a:off x="4271383" y="3065882"/>
              <a:ext cx="304557" cy="341663"/>
              <a:chOff x="4271383" y="3065882"/>
              <a:chExt cx="304557" cy="341663"/>
            </a:xfrm>
          </p:grpSpPr>
          <p:grpSp>
            <p:nvGrpSpPr>
              <p:cNvPr id="11104" name="Google Shape;11104;p43"/>
              <p:cNvGrpSpPr/>
              <p:nvPr/>
            </p:nvGrpSpPr>
            <p:grpSpPr>
              <a:xfrm>
                <a:off x="4293838" y="3078639"/>
                <a:ext cx="269353" cy="311973"/>
                <a:chOff x="4293838" y="3078639"/>
                <a:chExt cx="269353" cy="311973"/>
              </a:xfrm>
            </p:grpSpPr>
            <p:sp>
              <p:nvSpPr>
                <p:cNvPr id="11105" name="Google Shape;11105;p4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6" name="Google Shape;11106;p43"/>
                <p:cNvSpPr/>
                <p:nvPr/>
              </p:nvSpPr>
              <p:spPr>
                <a:xfrm>
                  <a:off x="4306965" y="3099473"/>
                  <a:ext cx="62519" cy="69652"/>
                </a:xfrm>
                <a:custGeom>
                  <a:rect b="b" l="l" r="r" t="t"/>
                  <a:pathLst>
                    <a:path extrusionOk="0" fill="none" h="8856" w="7949">
                      <a:moveTo>
                        <a:pt x="1" y="1"/>
                      </a:moveTo>
                      <a:lnTo>
                        <a:pt x="7948" y="885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7" name="Google Shape;11107;p43"/>
                <p:cNvSpPr/>
                <p:nvPr/>
              </p:nvSpPr>
              <p:spPr>
                <a:xfrm>
                  <a:off x="4369476" y="3169118"/>
                  <a:ext cx="26072" cy="98666"/>
                </a:xfrm>
                <a:custGeom>
                  <a:rect b="b" l="l" r="r" t="t"/>
                  <a:pathLst>
                    <a:path extrusionOk="0" fill="none" h="12545" w="3315">
                      <a:moveTo>
                        <a:pt x="0" y="1"/>
                      </a:moveTo>
                      <a:lnTo>
                        <a:pt x="3315" y="1254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8" name="Google Shape;11108;p43"/>
                <p:cNvSpPr/>
                <p:nvPr/>
              </p:nvSpPr>
              <p:spPr>
                <a:xfrm>
                  <a:off x="4399347" y="3078639"/>
                  <a:ext cx="60041" cy="110558"/>
                </a:xfrm>
                <a:custGeom>
                  <a:rect b="b" l="l" r="r" t="t"/>
                  <a:pathLst>
                    <a:path extrusionOk="0" fill="none" h="14057" w="7634">
                      <a:moveTo>
                        <a:pt x="7634" y="14057"/>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9" name="Google Shape;11109;p43"/>
                <p:cNvSpPr/>
                <p:nvPr/>
              </p:nvSpPr>
              <p:spPr>
                <a:xfrm>
                  <a:off x="4373282" y="3169118"/>
                  <a:ext cx="82299" cy="20079"/>
                </a:xfrm>
                <a:custGeom>
                  <a:rect b="b" l="l" r="r" t="t"/>
                  <a:pathLst>
                    <a:path extrusionOk="0" fill="none" h="2553" w="10464">
                      <a:moveTo>
                        <a:pt x="0" y="1"/>
                      </a:moveTo>
                      <a:lnTo>
                        <a:pt x="10464" y="255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p43"/>
                <p:cNvSpPr/>
                <p:nvPr/>
              </p:nvSpPr>
              <p:spPr>
                <a:xfrm>
                  <a:off x="4369476" y="3078639"/>
                  <a:ext cx="29879" cy="90487"/>
                </a:xfrm>
                <a:custGeom>
                  <a:rect b="b" l="l" r="r" t="t"/>
                  <a:pathLst>
                    <a:path extrusionOk="0" fill="none" h="11505" w="3799">
                      <a:moveTo>
                        <a:pt x="0" y="11505"/>
                      </a:moveTo>
                      <a:lnTo>
                        <a:pt x="379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1" name="Google Shape;11111;p43"/>
                <p:cNvSpPr/>
                <p:nvPr/>
              </p:nvSpPr>
              <p:spPr>
                <a:xfrm>
                  <a:off x="4293932" y="3169118"/>
                  <a:ext cx="75551" cy="41110"/>
                </a:xfrm>
                <a:custGeom>
                  <a:rect b="b" l="l" r="r" t="t"/>
                  <a:pathLst>
                    <a:path extrusionOk="0" fill="none" h="5227" w="9606">
                      <a:moveTo>
                        <a:pt x="1" y="5226"/>
                      </a:moveTo>
                      <a:lnTo>
                        <a:pt x="9605"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2" name="Google Shape;11112;p43"/>
                <p:cNvSpPr/>
                <p:nvPr/>
              </p:nvSpPr>
              <p:spPr>
                <a:xfrm>
                  <a:off x="4350159" y="3267776"/>
                  <a:ext cx="45389" cy="27032"/>
                </a:xfrm>
                <a:custGeom>
                  <a:rect b="b" l="l" r="r" t="t"/>
                  <a:pathLst>
                    <a:path extrusionOk="0" fill="none" h="3437" w="5771">
                      <a:moveTo>
                        <a:pt x="1" y="3436"/>
                      </a:moveTo>
                      <a:lnTo>
                        <a:pt x="577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3" name="Google Shape;11113;p43"/>
                <p:cNvSpPr/>
                <p:nvPr/>
              </p:nvSpPr>
              <p:spPr>
                <a:xfrm>
                  <a:off x="4395540" y="3267776"/>
                  <a:ext cx="38830" cy="76031"/>
                </a:xfrm>
                <a:custGeom>
                  <a:rect b="b" l="l" r="r" t="t"/>
                  <a:pathLst>
                    <a:path extrusionOk="0" fill="none" h="9667" w="4937">
                      <a:moveTo>
                        <a:pt x="1" y="1"/>
                      </a:moveTo>
                      <a:lnTo>
                        <a:pt x="4936" y="96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4" name="Google Shape;11114;p43"/>
                <p:cNvSpPr/>
                <p:nvPr/>
              </p:nvSpPr>
              <p:spPr>
                <a:xfrm>
                  <a:off x="4360439" y="3267776"/>
                  <a:ext cx="35109" cy="121978"/>
                </a:xfrm>
                <a:custGeom>
                  <a:rect b="b" l="l" r="r" t="t"/>
                  <a:pathLst>
                    <a:path extrusionOk="0" fill="none" h="15509" w="4464">
                      <a:moveTo>
                        <a:pt x="0" y="15509"/>
                      </a:moveTo>
                      <a:lnTo>
                        <a:pt x="446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5" name="Google Shape;11115;p43"/>
                <p:cNvSpPr/>
                <p:nvPr/>
              </p:nvSpPr>
              <p:spPr>
                <a:xfrm>
                  <a:off x="4293932" y="3210220"/>
                  <a:ext cx="101616" cy="57564"/>
                </a:xfrm>
                <a:custGeom>
                  <a:rect b="b" l="l" r="r" t="t"/>
                  <a:pathLst>
                    <a:path extrusionOk="0" fill="none" h="7319" w="12920">
                      <a:moveTo>
                        <a:pt x="1" y="0"/>
                      </a:moveTo>
                      <a:lnTo>
                        <a:pt x="12920" y="73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6" name="Google Shape;11116;p43"/>
                <p:cNvSpPr/>
                <p:nvPr/>
              </p:nvSpPr>
              <p:spPr>
                <a:xfrm>
                  <a:off x="4395540" y="3186436"/>
                  <a:ext cx="66420" cy="79735"/>
                </a:xfrm>
                <a:custGeom>
                  <a:rect b="b" l="l" r="r" t="t"/>
                  <a:pathLst>
                    <a:path extrusionOk="0" fill="none" h="10138" w="8445">
                      <a:moveTo>
                        <a:pt x="8444" y="0"/>
                      </a:moveTo>
                      <a:lnTo>
                        <a:pt x="1" y="1013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7" name="Google Shape;11117;p43"/>
                <p:cNvSpPr/>
                <p:nvPr/>
              </p:nvSpPr>
              <p:spPr>
                <a:xfrm>
                  <a:off x="4459380" y="3189669"/>
                  <a:ext cx="41873" cy="123402"/>
                </a:xfrm>
                <a:custGeom>
                  <a:rect b="b" l="l" r="r" t="t"/>
                  <a:pathLst>
                    <a:path extrusionOk="0" fill="none" h="15690" w="5324">
                      <a:moveTo>
                        <a:pt x="1" y="0"/>
                      </a:moveTo>
                      <a:lnTo>
                        <a:pt x="5323" y="1569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8" name="Google Shape;11118;p43"/>
                <p:cNvSpPr/>
                <p:nvPr/>
              </p:nvSpPr>
              <p:spPr>
                <a:xfrm>
                  <a:off x="4395540" y="3267776"/>
                  <a:ext cx="105713" cy="45295"/>
                </a:xfrm>
                <a:custGeom>
                  <a:rect b="b" l="l" r="r" t="t"/>
                  <a:pathLst>
                    <a:path extrusionOk="0" fill="none" h="5759" w="13441">
                      <a:moveTo>
                        <a:pt x="1" y="1"/>
                      </a:moveTo>
                      <a:lnTo>
                        <a:pt x="13440" y="575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9" name="Google Shape;11119;p43"/>
                <p:cNvSpPr/>
                <p:nvPr/>
              </p:nvSpPr>
              <p:spPr>
                <a:xfrm>
                  <a:off x="4501246" y="3223252"/>
                  <a:ext cx="46435" cy="89818"/>
                </a:xfrm>
                <a:custGeom>
                  <a:rect b="b" l="l" r="r" t="t"/>
                  <a:pathLst>
                    <a:path extrusionOk="0" fill="none" h="11420" w="5904">
                      <a:moveTo>
                        <a:pt x="0" y="11420"/>
                      </a:moveTo>
                      <a:lnTo>
                        <a:pt x="590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0" name="Google Shape;11120;p43"/>
                <p:cNvSpPr/>
                <p:nvPr/>
              </p:nvSpPr>
              <p:spPr>
                <a:xfrm>
                  <a:off x="4459671" y="3104231"/>
                  <a:ext cx="58421" cy="84966"/>
                </a:xfrm>
                <a:custGeom>
                  <a:rect b="b" l="l" r="r" t="t"/>
                  <a:pathLst>
                    <a:path extrusionOk="0" fill="none" h="10803" w="7428">
                      <a:moveTo>
                        <a:pt x="0" y="10803"/>
                      </a:moveTo>
                      <a:lnTo>
                        <a:pt x="7428"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1" name="Google Shape;11121;p43"/>
                <p:cNvSpPr/>
                <p:nvPr/>
              </p:nvSpPr>
              <p:spPr>
                <a:xfrm>
                  <a:off x="4459671" y="3189189"/>
                  <a:ext cx="86586" cy="36737"/>
                </a:xfrm>
                <a:custGeom>
                  <a:rect b="b" l="l" r="r" t="t"/>
                  <a:pathLst>
                    <a:path extrusionOk="0" fill="none" h="4671" w="11009">
                      <a:moveTo>
                        <a:pt x="0" y="1"/>
                      </a:moveTo>
                      <a:lnTo>
                        <a:pt x="11008" y="467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22" name="Google Shape;11122;p43"/>
              <p:cNvGrpSpPr/>
              <p:nvPr/>
            </p:nvGrpSpPr>
            <p:grpSpPr>
              <a:xfrm>
                <a:off x="4538164" y="3342061"/>
                <a:ext cx="37776" cy="32380"/>
                <a:chOff x="4538164" y="3342061"/>
                <a:chExt cx="37776" cy="32380"/>
              </a:xfrm>
            </p:grpSpPr>
            <p:sp>
              <p:nvSpPr>
                <p:cNvPr id="11123" name="Google Shape;11123;p4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p4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25" name="Google Shape;11125;p43"/>
              <p:cNvGrpSpPr/>
              <p:nvPr/>
            </p:nvGrpSpPr>
            <p:grpSpPr>
              <a:xfrm>
                <a:off x="4271383" y="3194742"/>
                <a:ext cx="37783" cy="32420"/>
                <a:chOff x="4271383" y="3194742"/>
                <a:chExt cx="37783" cy="32420"/>
              </a:xfrm>
            </p:grpSpPr>
            <p:sp>
              <p:nvSpPr>
                <p:cNvPr id="11126" name="Google Shape;11126;p4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7" name="Google Shape;11127;p4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28" name="Google Shape;11128;p43"/>
              <p:cNvGrpSpPr/>
              <p:nvPr/>
            </p:nvGrpSpPr>
            <p:grpSpPr>
              <a:xfrm>
                <a:off x="4284416" y="3084058"/>
                <a:ext cx="37783" cy="32357"/>
                <a:chOff x="4284416" y="3084058"/>
                <a:chExt cx="37783" cy="32357"/>
              </a:xfrm>
            </p:grpSpPr>
            <p:sp>
              <p:nvSpPr>
                <p:cNvPr id="11129" name="Google Shape;11129;p4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0" name="Google Shape;11130;p4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1" name="Google Shape;11131;p43"/>
              <p:cNvGrpSpPr/>
              <p:nvPr/>
            </p:nvGrpSpPr>
            <p:grpSpPr>
              <a:xfrm>
                <a:off x="4478697" y="3297561"/>
                <a:ext cx="37776" cy="32451"/>
                <a:chOff x="4478697" y="3297561"/>
                <a:chExt cx="37776" cy="32451"/>
              </a:xfrm>
            </p:grpSpPr>
            <p:sp>
              <p:nvSpPr>
                <p:cNvPr id="11132" name="Google Shape;11132;p4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3" name="Google Shape;11133;p4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4" name="Google Shape;11134;p43"/>
              <p:cNvGrpSpPr/>
              <p:nvPr/>
            </p:nvGrpSpPr>
            <p:grpSpPr>
              <a:xfrm>
                <a:off x="4411813" y="3331711"/>
                <a:ext cx="37776" cy="32451"/>
                <a:chOff x="4411813" y="3331711"/>
                <a:chExt cx="37776" cy="32451"/>
              </a:xfrm>
            </p:grpSpPr>
            <p:sp>
              <p:nvSpPr>
                <p:cNvPr id="11135" name="Google Shape;11135;p4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6" name="Google Shape;11136;p4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7" name="Google Shape;11137;p43"/>
              <p:cNvGrpSpPr/>
              <p:nvPr/>
            </p:nvGrpSpPr>
            <p:grpSpPr>
              <a:xfrm>
                <a:off x="4337984" y="3375188"/>
                <a:ext cx="37776" cy="32357"/>
                <a:chOff x="4337984" y="3375188"/>
                <a:chExt cx="37776" cy="32357"/>
              </a:xfrm>
            </p:grpSpPr>
            <p:sp>
              <p:nvSpPr>
                <p:cNvPr id="11138" name="Google Shape;11138;p4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9" name="Google Shape;11139;p4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0" name="Google Shape;11140;p43"/>
              <p:cNvGrpSpPr/>
              <p:nvPr/>
            </p:nvGrpSpPr>
            <p:grpSpPr>
              <a:xfrm>
                <a:off x="4494867" y="3090530"/>
                <a:ext cx="37878" cy="32451"/>
                <a:chOff x="4494867" y="3090530"/>
                <a:chExt cx="37878" cy="32451"/>
              </a:xfrm>
            </p:grpSpPr>
            <p:sp>
              <p:nvSpPr>
                <p:cNvPr id="11141" name="Google Shape;11141;p4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2" name="Google Shape;11142;p4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3" name="Google Shape;11143;p43"/>
              <p:cNvGrpSpPr/>
              <p:nvPr/>
            </p:nvGrpSpPr>
            <p:grpSpPr>
              <a:xfrm>
                <a:off x="4525124" y="3207774"/>
                <a:ext cx="37783" cy="32420"/>
                <a:chOff x="4525124" y="3207774"/>
                <a:chExt cx="37783" cy="32420"/>
              </a:xfrm>
            </p:grpSpPr>
            <p:sp>
              <p:nvSpPr>
                <p:cNvPr id="11144" name="Google Shape;11144;p4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5" name="Google Shape;11145;p4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6" name="Google Shape;11146;p43"/>
              <p:cNvGrpSpPr/>
              <p:nvPr/>
            </p:nvGrpSpPr>
            <p:grpSpPr>
              <a:xfrm>
                <a:off x="4440544" y="3176479"/>
                <a:ext cx="31499" cy="26898"/>
                <a:chOff x="4440544" y="3176479"/>
                <a:chExt cx="31499" cy="26898"/>
              </a:xfrm>
            </p:grpSpPr>
            <p:sp>
              <p:nvSpPr>
                <p:cNvPr id="11147" name="Google Shape;11147;p4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8" name="Google Shape;11148;p4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9" name="Google Shape;11149;p43"/>
              <p:cNvGrpSpPr/>
              <p:nvPr/>
            </p:nvGrpSpPr>
            <p:grpSpPr>
              <a:xfrm>
                <a:off x="4350545" y="3156400"/>
                <a:ext cx="31405" cy="27001"/>
                <a:chOff x="4350545" y="3156400"/>
                <a:chExt cx="31405" cy="27001"/>
              </a:xfrm>
            </p:grpSpPr>
            <p:sp>
              <p:nvSpPr>
                <p:cNvPr id="11150" name="Google Shape;11150;p4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1" name="Google Shape;11151;p4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52" name="Google Shape;11152;p43"/>
              <p:cNvGrpSpPr/>
              <p:nvPr/>
            </p:nvGrpSpPr>
            <p:grpSpPr>
              <a:xfrm>
                <a:off x="4376703" y="3255058"/>
                <a:ext cx="31405" cy="27001"/>
                <a:chOff x="4376703" y="3255058"/>
                <a:chExt cx="31405" cy="27001"/>
              </a:xfrm>
            </p:grpSpPr>
            <p:sp>
              <p:nvSpPr>
                <p:cNvPr id="11153" name="Google Shape;11153;p4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4" name="Google Shape;11154;p4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55" name="Google Shape;11155;p43"/>
              <p:cNvGrpSpPr/>
              <p:nvPr/>
            </p:nvGrpSpPr>
            <p:grpSpPr>
              <a:xfrm>
                <a:off x="4331322" y="3283656"/>
                <a:ext cx="31405" cy="26945"/>
                <a:chOff x="4331322" y="3283656"/>
                <a:chExt cx="31405" cy="26945"/>
              </a:xfrm>
            </p:grpSpPr>
            <p:sp>
              <p:nvSpPr>
                <p:cNvPr id="11156" name="Google Shape;11156;p4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7" name="Google Shape;11157;p4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58" name="Google Shape;11158;p43"/>
              <p:cNvGrpSpPr/>
              <p:nvPr/>
            </p:nvGrpSpPr>
            <p:grpSpPr>
              <a:xfrm>
                <a:off x="4380510" y="3065882"/>
                <a:ext cx="31405" cy="26938"/>
                <a:chOff x="4380510" y="3065882"/>
                <a:chExt cx="31405" cy="26938"/>
              </a:xfrm>
            </p:grpSpPr>
            <p:sp>
              <p:nvSpPr>
                <p:cNvPr id="11159" name="Google Shape;11159;p4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p4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161" name="Google Shape;11161;p43"/>
            <p:cNvGrpSpPr/>
            <p:nvPr/>
          </p:nvGrpSpPr>
          <p:grpSpPr>
            <a:xfrm>
              <a:off x="4558998" y="3188237"/>
              <a:ext cx="1280131" cy="1052747"/>
              <a:chOff x="4558998" y="3188237"/>
              <a:chExt cx="1280131" cy="1052747"/>
            </a:xfrm>
          </p:grpSpPr>
          <p:sp>
            <p:nvSpPr>
              <p:cNvPr id="11162" name="Google Shape;11162;p43"/>
              <p:cNvSpPr/>
              <p:nvPr/>
            </p:nvSpPr>
            <p:spPr>
              <a:xfrm>
                <a:off x="4916156" y="3750813"/>
                <a:ext cx="8" cy="8"/>
              </a:xfrm>
              <a:custGeom>
                <a:rect b="b" l="l" r="r" t="t"/>
                <a:pathLst>
                  <a:path extrusionOk="0" fill="none" h="1" w="1">
                    <a:moveTo>
                      <a:pt x="0" y="0"/>
                    </a:move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63" name="Google Shape;11163;p43"/>
              <p:cNvGrpSpPr/>
              <p:nvPr/>
            </p:nvGrpSpPr>
            <p:grpSpPr>
              <a:xfrm>
                <a:off x="4579164" y="3203653"/>
                <a:ext cx="1244833" cy="1020397"/>
                <a:chOff x="4579164" y="3203653"/>
                <a:chExt cx="1244833" cy="1020397"/>
              </a:xfrm>
            </p:grpSpPr>
            <p:sp>
              <p:nvSpPr>
                <p:cNvPr id="11164" name="Google Shape;11164;p43"/>
                <p:cNvSpPr/>
                <p:nvPr/>
              </p:nvSpPr>
              <p:spPr>
                <a:xfrm>
                  <a:off x="5490144" y="3482892"/>
                  <a:ext cx="58995" cy="4955"/>
                </a:xfrm>
                <a:custGeom>
                  <a:rect b="b" l="l" r="r" t="t"/>
                  <a:pathLst>
                    <a:path extrusionOk="0" fill="none" h="630" w="7501">
                      <a:moveTo>
                        <a:pt x="0" y="630"/>
                      </a:moveTo>
                      <a:lnTo>
                        <a:pt x="750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5" name="Google Shape;11165;p43"/>
                <p:cNvSpPr/>
                <p:nvPr/>
              </p:nvSpPr>
              <p:spPr>
                <a:xfrm>
                  <a:off x="5490616" y="3482892"/>
                  <a:ext cx="66137" cy="77360"/>
                </a:xfrm>
                <a:custGeom>
                  <a:rect b="b" l="l" r="r" t="t"/>
                  <a:pathLst>
                    <a:path extrusionOk="0" fill="none" h="9836" w="8409">
                      <a:moveTo>
                        <a:pt x="1" y="1"/>
                      </a:moveTo>
                      <a:lnTo>
                        <a:pt x="8408" y="98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66" name="Google Shape;11166;p43"/>
                <p:cNvGrpSpPr/>
                <p:nvPr/>
              </p:nvGrpSpPr>
              <p:grpSpPr>
                <a:xfrm>
                  <a:off x="4579164" y="3203653"/>
                  <a:ext cx="1244833" cy="1020397"/>
                  <a:chOff x="4579164" y="3203653"/>
                  <a:chExt cx="1244833" cy="1020397"/>
                </a:xfrm>
              </p:grpSpPr>
              <p:sp>
                <p:nvSpPr>
                  <p:cNvPr id="11167" name="Google Shape;11167;p43"/>
                  <p:cNvSpPr/>
                  <p:nvPr/>
                </p:nvSpPr>
                <p:spPr>
                  <a:xfrm>
                    <a:off x="4787909" y="3833395"/>
                    <a:ext cx="69267" cy="22266"/>
                  </a:xfrm>
                  <a:custGeom>
                    <a:rect b="b" l="l" r="r" t="t"/>
                    <a:pathLst>
                      <a:path extrusionOk="0" fill="none" h="2831" w="8807">
                        <a:moveTo>
                          <a:pt x="8806" y="0"/>
                        </a:moveTo>
                        <a:lnTo>
                          <a:pt x="0" y="283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8" name="Google Shape;11168;p43"/>
                  <p:cNvSpPr/>
                  <p:nvPr/>
                </p:nvSpPr>
                <p:spPr>
                  <a:xfrm>
                    <a:off x="4857263" y="3819695"/>
                    <a:ext cx="69936" cy="14181"/>
                  </a:xfrm>
                  <a:custGeom>
                    <a:rect b="b" l="l" r="r" t="t"/>
                    <a:pathLst>
                      <a:path extrusionOk="0" fill="none" h="1803" w="8892">
                        <a:moveTo>
                          <a:pt x="1" y="1803"/>
                        </a:moveTo>
                        <a:lnTo>
                          <a:pt x="889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69" name="Google Shape;11169;p43"/>
                  <p:cNvGrpSpPr/>
                  <p:nvPr/>
                </p:nvGrpSpPr>
                <p:grpSpPr>
                  <a:xfrm>
                    <a:off x="4579164" y="3203653"/>
                    <a:ext cx="1244833" cy="1020397"/>
                    <a:chOff x="4579164" y="3203653"/>
                    <a:chExt cx="1244833" cy="1020397"/>
                  </a:xfrm>
                </p:grpSpPr>
                <p:sp>
                  <p:nvSpPr>
                    <p:cNvPr id="11170" name="Google Shape;11170;p43"/>
                    <p:cNvSpPr/>
                    <p:nvPr/>
                  </p:nvSpPr>
                  <p:spPr>
                    <a:xfrm>
                      <a:off x="4930329" y="3363965"/>
                      <a:ext cx="23894" cy="102764"/>
                    </a:xfrm>
                    <a:custGeom>
                      <a:rect b="b" l="l" r="r" t="t"/>
                      <a:pathLst>
                        <a:path extrusionOk="0" fill="none" h="13066" w="3038">
                          <a:moveTo>
                            <a:pt x="3037" y="13065"/>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1" name="Google Shape;11171;p43"/>
                    <p:cNvSpPr/>
                    <p:nvPr/>
                  </p:nvSpPr>
                  <p:spPr>
                    <a:xfrm>
                      <a:off x="4849846" y="3385948"/>
                      <a:ext cx="104085" cy="79256"/>
                    </a:xfrm>
                    <a:custGeom>
                      <a:rect b="b" l="l" r="r" t="t"/>
                      <a:pathLst>
                        <a:path extrusionOk="0" fill="none" h="10077" w="13234">
                          <a:moveTo>
                            <a:pt x="0" y="0"/>
                          </a:moveTo>
                          <a:lnTo>
                            <a:pt x="13234" y="1007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2" name="Google Shape;11172;p43"/>
                    <p:cNvSpPr/>
                    <p:nvPr/>
                  </p:nvSpPr>
                  <p:spPr>
                    <a:xfrm>
                      <a:off x="4849650" y="3306598"/>
                      <a:ext cx="45869" cy="79358"/>
                    </a:xfrm>
                    <a:custGeom>
                      <a:rect b="b" l="l" r="r" t="t"/>
                      <a:pathLst>
                        <a:path extrusionOk="0" fill="none" h="10090" w="5832">
                          <a:moveTo>
                            <a:pt x="5831" y="0"/>
                          </a:moveTo>
                          <a:lnTo>
                            <a:pt x="1" y="1008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3" name="Google Shape;11173;p43"/>
                    <p:cNvSpPr/>
                    <p:nvPr/>
                  </p:nvSpPr>
                  <p:spPr>
                    <a:xfrm>
                      <a:off x="4849650" y="3361299"/>
                      <a:ext cx="84305" cy="24657"/>
                    </a:xfrm>
                    <a:custGeom>
                      <a:rect b="b" l="l" r="r" t="t"/>
                      <a:pathLst>
                        <a:path extrusionOk="0" fill="none" h="3135" w="10719">
                          <a:moveTo>
                            <a:pt x="1" y="3134"/>
                          </a:moveTo>
                          <a:lnTo>
                            <a:pt x="1071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4" name="Google Shape;11174;p43"/>
                    <p:cNvSpPr/>
                    <p:nvPr/>
                  </p:nvSpPr>
                  <p:spPr>
                    <a:xfrm>
                      <a:off x="4789616" y="3306598"/>
                      <a:ext cx="19702" cy="54709"/>
                    </a:xfrm>
                    <a:custGeom>
                      <a:rect b="b" l="l" r="r" t="t"/>
                      <a:pathLst>
                        <a:path extrusionOk="0" fill="none" h="6956" w="2505">
                          <a:moveTo>
                            <a:pt x="2505" y="6956"/>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5" name="Google Shape;11175;p43"/>
                    <p:cNvSpPr/>
                    <p:nvPr/>
                  </p:nvSpPr>
                  <p:spPr>
                    <a:xfrm>
                      <a:off x="4738242" y="3357500"/>
                      <a:ext cx="74883" cy="10280"/>
                    </a:xfrm>
                    <a:custGeom>
                      <a:rect b="b" l="l" r="r" t="t"/>
                      <a:pathLst>
                        <a:path extrusionOk="0" fill="none" h="1307" w="9521">
                          <a:moveTo>
                            <a:pt x="1" y="1307"/>
                          </a:moveTo>
                          <a:lnTo>
                            <a:pt x="952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6" name="Google Shape;11176;p43"/>
                    <p:cNvSpPr/>
                    <p:nvPr/>
                  </p:nvSpPr>
                  <p:spPr>
                    <a:xfrm>
                      <a:off x="4710274" y="3357500"/>
                      <a:ext cx="99044" cy="63557"/>
                    </a:xfrm>
                    <a:custGeom>
                      <a:rect b="b" l="l" r="r" t="t"/>
                      <a:pathLst>
                        <a:path extrusionOk="0" fill="none" h="8081" w="12593">
                          <a:moveTo>
                            <a:pt x="0" y="8081"/>
                          </a:moveTo>
                          <a:lnTo>
                            <a:pt x="1259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7" name="Google Shape;11177;p43"/>
                    <p:cNvSpPr/>
                    <p:nvPr/>
                  </p:nvSpPr>
                  <p:spPr>
                    <a:xfrm>
                      <a:off x="4809310" y="3306598"/>
                      <a:ext cx="87443" cy="50910"/>
                    </a:xfrm>
                    <a:custGeom>
                      <a:rect b="b" l="l" r="r" t="t"/>
                      <a:pathLst>
                        <a:path extrusionOk="0" fill="none" h="6473" w="11118">
                          <a:moveTo>
                            <a:pt x="1" y="6472"/>
                          </a:moveTo>
                          <a:lnTo>
                            <a:pt x="1111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78" name="Google Shape;11178;p43"/>
                    <p:cNvGrpSpPr/>
                    <p:nvPr/>
                  </p:nvGrpSpPr>
                  <p:grpSpPr>
                    <a:xfrm>
                      <a:off x="4579164" y="3203653"/>
                      <a:ext cx="1244833" cy="1020397"/>
                      <a:chOff x="4579164" y="3203653"/>
                      <a:chExt cx="1244833" cy="1020397"/>
                    </a:xfrm>
                  </p:grpSpPr>
                  <p:sp>
                    <p:nvSpPr>
                      <p:cNvPr id="11179" name="Google Shape;11179;p43"/>
                      <p:cNvSpPr/>
                      <p:nvPr/>
                    </p:nvSpPr>
                    <p:spPr>
                      <a:xfrm>
                        <a:off x="4617986" y="3614284"/>
                        <a:ext cx="53002" cy="21031"/>
                      </a:xfrm>
                      <a:custGeom>
                        <a:rect b="b" l="l" r="r" t="t"/>
                        <a:pathLst>
                          <a:path extrusionOk="0" fill="none" h="2674" w="6739">
                            <a:moveTo>
                              <a:pt x="0" y="0"/>
                            </a:moveTo>
                            <a:lnTo>
                              <a:pt x="6738" y="267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0" name="Google Shape;11180;p43"/>
                      <p:cNvSpPr/>
                      <p:nvPr/>
                    </p:nvSpPr>
                    <p:spPr>
                      <a:xfrm>
                        <a:off x="4624545" y="3589069"/>
                        <a:ext cx="43682" cy="63180"/>
                      </a:xfrm>
                      <a:custGeom>
                        <a:rect b="b" l="l" r="r" t="t"/>
                        <a:pathLst>
                          <a:path extrusionOk="0" fill="none" h="8033" w="5554">
                            <a:moveTo>
                              <a:pt x="1" y="8033"/>
                            </a:moveTo>
                            <a:lnTo>
                              <a:pt x="555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1" name="Google Shape;11181;p43"/>
                      <p:cNvSpPr/>
                      <p:nvPr/>
                    </p:nvSpPr>
                    <p:spPr>
                      <a:xfrm>
                        <a:off x="4668220" y="3517907"/>
                        <a:ext cx="112178" cy="71170"/>
                      </a:xfrm>
                      <a:custGeom>
                        <a:rect b="b" l="l" r="r" t="t"/>
                        <a:pathLst>
                          <a:path extrusionOk="0" fill="none" h="9049" w="14263">
                            <a:moveTo>
                              <a:pt x="0" y="9049"/>
                            </a:moveTo>
                            <a:lnTo>
                              <a:pt x="1426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2" name="Google Shape;11182;p43"/>
                      <p:cNvSpPr/>
                      <p:nvPr/>
                    </p:nvSpPr>
                    <p:spPr>
                      <a:xfrm>
                        <a:off x="4706562" y="3516766"/>
                        <a:ext cx="77455" cy="79924"/>
                      </a:xfrm>
                      <a:custGeom>
                        <a:rect b="b" l="l" r="r" t="t"/>
                        <a:pathLst>
                          <a:path extrusionOk="0" fill="none" h="10162" w="9848">
                            <a:moveTo>
                              <a:pt x="0" y="10161"/>
                            </a:moveTo>
                            <a:lnTo>
                              <a:pt x="984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3" name="Google Shape;11183;p43"/>
                      <p:cNvSpPr/>
                      <p:nvPr/>
                    </p:nvSpPr>
                    <p:spPr>
                      <a:xfrm>
                        <a:off x="4763646" y="3516766"/>
                        <a:ext cx="20370" cy="52806"/>
                      </a:xfrm>
                      <a:custGeom>
                        <a:rect b="b" l="l" r="r" t="t"/>
                        <a:pathLst>
                          <a:path extrusionOk="0" fill="none" h="6714" w="2590">
                            <a:moveTo>
                              <a:pt x="0" y="6714"/>
                            </a:moveTo>
                            <a:lnTo>
                              <a:pt x="258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4" name="Google Shape;11184;p43"/>
                      <p:cNvSpPr/>
                      <p:nvPr/>
                    </p:nvSpPr>
                    <p:spPr>
                      <a:xfrm>
                        <a:off x="4783151" y="3520565"/>
                        <a:ext cx="45861" cy="97432"/>
                      </a:xfrm>
                      <a:custGeom>
                        <a:rect b="b" l="l" r="r" t="t"/>
                        <a:pathLst>
                          <a:path extrusionOk="0" fill="none" h="12388" w="5831">
                            <a:moveTo>
                              <a:pt x="5831" y="12388"/>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5" name="Google Shape;11185;p43"/>
                      <p:cNvSpPr/>
                      <p:nvPr/>
                    </p:nvSpPr>
                    <p:spPr>
                      <a:xfrm>
                        <a:off x="4738242" y="3483175"/>
                        <a:ext cx="44917" cy="37398"/>
                      </a:xfrm>
                      <a:custGeom>
                        <a:rect b="b" l="l" r="r" t="t"/>
                        <a:pathLst>
                          <a:path extrusionOk="0" fill="none" h="4755" w="5711">
                            <a:moveTo>
                              <a:pt x="1" y="1"/>
                            </a:moveTo>
                            <a:lnTo>
                              <a:pt x="5710" y="475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6" name="Google Shape;11186;p43"/>
                      <p:cNvSpPr/>
                      <p:nvPr/>
                    </p:nvSpPr>
                    <p:spPr>
                      <a:xfrm>
                        <a:off x="4704941" y="3501823"/>
                        <a:ext cx="78217" cy="18750"/>
                      </a:xfrm>
                      <a:custGeom>
                        <a:rect b="b" l="l" r="r" t="t"/>
                        <a:pathLst>
                          <a:path extrusionOk="0" fill="none" h="2384" w="9945">
                            <a:moveTo>
                              <a:pt x="1" y="1"/>
                            </a:moveTo>
                            <a:lnTo>
                              <a:pt x="9944" y="238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7" name="Google Shape;11187;p43"/>
                      <p:cNvSpPr/>
                      <p:nvPr/>
                    </p:nvSpPr>
                    <p:spPr>
                      <a:xfrm>
                        <a:off x="4668220" y="3520565"/>
                        <a:ext cx="115796" cy="19324"/>
                      </a:xfrm>
                      <a:custGeom>
                        <a:rect b="b" l="l" r="r" t="t"/>
                        <a:pathLst>
                          <a:path extrusionOk="0" fill="none" h="2457" w="14723">
                            <a:moveTo>
                              <a:pt x="0" y="2457"/>
                            </a:moveTo>
                            <a:lnTo>
                              <a:pt x="14722"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8" name="Google Shape;11188;p43"/>
                      <p:cNvSpPr/>
                      <p:nvPr/>
                    </p:nvSpPr>
                    <p:spPr>
                      <a:xfrm>
                        <a:off x="4813117" y="3462915"/>
                        <a:ext cx="40347" cy="51193"/>
                      </a:xfrm>
                      <a:custGeom>
                        <a:rect b="b" l="l" r="r" t="t"/>
                        <a:pathLst>
                          <a:path extrusionOk="0" fill="none" h="6509" w="5130">
                            <a:moveTo>
                              <a:pt x="5130" y="6508"/>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9" name="Google Shape;11189;p43"/>
                      <p:cNvSpPr/>
                      <p:nvPr/>
                    </p:nvSpPr>
                    <p:spPr>
                      <a:xfrm>
                        <a:off x="4787807" y="3462915"/>
                        <a:ext cx="25317" cy="55000"/>
                      </a:xfrm>
                      <a:custGeom>
                        <a:rect b="b" l="l" r="r" t="t"/>
                        <a:pathLst>
                          <a:path extrusionOk="0" fill="none" h="6993" w="3219">
                            <a:moveTo>
                              <a:pt x="1" y="6992"/>
                            </a:moveTo>
                            <a:lnTo>
                              <a:pt x="321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0" name="Google Shape;11190;p43"/>
                      <p:cNvSpPr/>
                      <p:nvPr/>
                    </p:nvSpPr>
                    <p:spPr>
                      <a:xfrm>
                        <a:off x="4781342" y="3514100"/>
                        <a:ext cx="72311" cy="6953"/>
                      </a:xfrm>
                      <a:custGeom>
                        <a:rect b="b" l="l" r="r" t="t"/>
                        <a:pathLst>
                          <a:path extrusionOk="0" fill="none" h="884" w="9194">
                            <a:moveTo>
                              <a:pt x="0" y="883"/>
                            </a:moveTo>
                            <a:lnTo>
                              <a:pt x="919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1" name="Google Shape;11191;p43"/>
                      <p:cNvSpPr/>
                      <p:nvPr/>
                    </p:nvSpPr>
                    <p:spPr>
                      <a:xfrm>
                        <a:off x="4853645" y="3514100"/>
                        <a:ext cx="26175" cy="59184"/>
                      </a:xfrm>
                      <a:custGeom>
                        <a:rect b="b" l="l" r="r" t="t"/>
                        <a:pathLst>
                          <a:path extrusionOk="0" fill="none" h="7525" w="3328">
                            <a:moveTo>
                              <a:pt x="1" y="0"/>
                            </a:moveTo>
                            <a:lnTo>
                              <a:pt x="3328" y="752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2" name="Google Shape;11192;p43"/>
                      <p:cNvSpPr/>
                      <p:nvPr/>
                    </p:nvSpPr>
                    <p:spPr>
                      <a:xfrm>
                        <a:off x="4827392" y="3514100"/>
                        <a:ext cx="26261" cy="100381"/>
                      </a:xfrm>
                      <a:custGeom>
                        <a:rect b="b" l="l" r="r" t="t"/>
                        <a:pathLst>
                          <a:path extrusionOk="0" fill="none" h="12763" w="3339">
                            <a:moveTo>
                              <a:pt x="3339" y="0"/>
                            </a:moveTo>
                            <a:lnTo>
                              <a:pt x="0" y="1276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93" name="Google Shape;11193;p43"/>
                      <p:cNvGrpSpPr/>
                      <p:nvPr/>
                    </p:nvGrpSpPr>
                    <p:grpSpPr>
                      <a:xfrm>
                        <a:off x="4579164" y="3203653"/>
                        <a:ext cx="1244833" cy="1020397"/>
                        <a:chOff x="4579164" y="3203653"/>
                        <a:chExt cx="1244833" cy="1020397"/>
                      </a:xfrm>
                    </p:grpSpPr>
                    <p:sp>
                      <p:nvSpPr>
                        <p:cNvPr id="11194" name="Google Shape;11194;p43"/>
                        <p:cNvSpPr/>
                        <p:nvPr/>
                      </p:nvSpPr>
                      <p:spPr>
                        <a:xfrm>
                          <a:off x="4879812" y="3466721"/>
                          <a:ext cx="74411" cy="106563"/>
                        </a:xfrm>
                        <a:custGeom>
                          <a:rect b="b" l="l" r="r" t="t"/>
                          <a:pathLst>
                            <a:path extrusionOk="0" fill="none" h="13549" w="9461">
                              <a:moveTo>
                                <a:pt x="1" y="13549"/>
                              </a:moveTo>
                              <a:lnTo>
                                <a:pt x="946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p43"/>
                        <p:cNvSpPr/>
                        <p:nvPr/>
                      </p:nvSpPr>
                      <p:spPr>
                        <a:xfrm>
                          <a:off x="4954215" y="3408017"/>
                          <a:ext cx="105989" cy="58712"/>
                        </a:xfrm>
                        <a:custGeom>
                          <a:rect b="b" l="l" r="r" t="t"/>
                          <a:pathLst>
                            <a:path extrusionOk="0" fill="none" h="7465" w="13476">
                              <a:moveTo>
                                <a:pt x="0" y="7464"/>
                              </a:moveTo>
                              <a:lnTo>
                                <a:pt x="1347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p43"/>
                        <p:cNvSpPr/>
                        <p:nvPr/>
                      </p:nvSpPr>
                      <p:spPr>
                        <a:xfrm>
                          <a:off x="4953924" y="3465195"/>
                          <a:ext cx="119792" cy="54811"/>
                        </a:xfrm>
                        <a:custGeom>
                          <a:rect b="b" l="l" r="r" t="t"/>
                          <a:pathLst>
                            <a:path extrusionOk="0" fill="none" h="6969" w="15231">
                              <a:moveTo>
                                <a:pt x="1" y="1"/>
                              </a:moveTo>
                              <a:lnTo>
                                <a:pt x="15231" y="696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7" name="Google Shape;11197;p43"/>
                        <p:cNvSpPr/>
                        <p:nvPr/>
                      </p:nvSpPr>
                      <p:spPr>
                        <a:xfrm>
                          <a:off x="5073708" y="3521045"/>
                          <a:ext cx="26938" cy="71839"/>
                        </a:xfrm>
                        <a:custGeom>
                          <a:rect b="b" l="l" r="r" t="t"/>
                          <a:pathLst>
                            <a:path extrusionOk="0" fill="none" h="9134" w="3425">
                              <a:moveTo>
                                <a:pt x="1" y="0"/>
                              </a:moveTo>
                              <a:lnTo>
                                <a:pt x="3424" y="913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8" name="Google Shape;11198;p43"/>
                        <p:cNvSpPr/>
                        <p:nvPr/>
                      </p:nvSpPr>
                      <p:spPr>
                        <a:xfrm>
                          <a:off x="5100637" y="3586309"/>
                          <a:ext cx="26741" cy="81167"/>
                        </a:xfrm>
                        <a:custGeom>
                          <a:rect b="b" l="l" r="r" t="t"/>
                          <a:pathLst>
                            <a:path extrusionOk="0" fill="none" h="10320" w="3400">
                              <a:moveTo>
                                <a:pt x="3399" y="10319"/>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9" name="Google Shape;11199;p4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0" name="Google Shape;11200;p4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1" name="Google Shape;11201;p4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2" name="Google Shape;11202;p43"/>
                        <p:cNvSpPr/>
                        <p:nvPr/>
                      </p:nvSpPr>
                      <p:spPr>
                        <a:xfrm>
                          <a:off x="5100637" y="3507533"/>
                          <a:ext cx="99618" cy="78784"/>
                        </a:xfrm>
                        <a:custGeom>
                          <a:rect b="b" l="l" r="r" t="t"/>
                          <a:pathLst>
                            <a:path extrusionOk="0" fill="none" h="10017" w="12666">
                              <a:moveTo>
                                <a:pt x="0" y="10017"/>
                              </a:moveTo>
                              <a:lnTo>
                                <a:pt x="12665"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3" name="Google Shape;11203;p43"/>
                        <p:cNvSpPr/>
                        <p:nvPr/>
                      </p:nvSpPr>
                      <p:spPr>
                        <a:xfrm>
                          <a:off x="5200248" y="3501068"/>
                          <a:ext cx="156514" cy="6473"/>
                        </a:xfrm>
                        <a:custGeom>
                          <a:rect b="b" l="l" r="r" t="t"/>
                          <a:pathLst>
                            <a:path extrusionOk="0" fill="none" h="823" w="19900">
                              <a:moveTo>
                                <a:pt x="0" y="823"/>
                              </a:moveTo>
                              <a:lnTo>
                                <a:pt x="1990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4" name="Google Shape;11204;p43"/>
                        <p:cNvSpPr/>
                        <p:nvPr/>
                      </p:nvSpPr>
                      <p:spPr>
                        <a:xfrm>
                          <a:off x="5127371" y="3507533"/>
                          <a:ext cx="72885" cy="155853"/>
                        </a:xfrm>
                        <a:custGeom>
                          <a:rect b="b" l="l" r="r" t="t"/>
                          <a:pathLst>
                            <a:path extrusionOk="0" fill="none" h="19816" w="9267">
                              <a:moveTo>
                                <a:pt x="9266" y="1"/>
                              </a:moveTo>
                              <a:lnTo>
                                <a:pt x="0" y="1981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p43"/>
                        <p:cNvSpPr/>
                        <p:nvPr/>
                      </p:nvSpPr>
                      <p:spPr>
                        <a:xfrm>
                          <a:off x="5352947" y="3384139"/>
                          <a:ext cx="126265" cy="117692"/>
                        </a:xfrm>
                        <a:custGeom>
                          <a:rect b="b" l="l" r="r" t="t"/>
                          <a:pathLst>
                            <a:path extrusionOk="0" fill="none" h="14964" w="16054">
                              <a:moveTo>
                                <a:pt x="1" y="14964"/>
                              </a:moveTo>
                              <a:lnTo>
                                <a:pt x="1605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6" name="Google Shape;11206;p43"/>
                        <p:cNvSpPr/>
                        <p:nvPr/>
                      </p:nvSpPr>
                      <p:spPr>
                        <a:xfrm>
                          <a:off x="5356753" y="3246375"/>
                          <a:ext cx="61567" cy="254700"/>
                        </a:xfrm>
                        <a:custGeom>
                          <a:rect b="b" l="l" r="r" t="t"/>
                          <a:pathLst>
                            <a:path extrusionOk="0" fill="none" h="32384" w="7828">
                              <a:moveTo>
                                <a:pt x="1" y="32383"/>
                              </a:moveTo>
                              <a:lnTo>
                                <a:pt x="78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7" name="Google Shape;11207;p43"/>
                        <p:cNvSpPr/>
                        <p:nvPr/>
                      </p:nvSpPr>
                      <p:spPr>
                        <a:xfrm>
                          <a:off x="5352947" y="3486698"/>
                          <a:ext cx="141483" cy="10571"/>
                        </a:xfrm>
                        <a:custGeom>
                          <a:rect b="b" l="l" r="r" t="t"/>
                          <a:pathLst>
                            <a:path extrusionOk="0" fill="none" h="1344" w="17989">
                              <a:moveTo>
                                <a:pt x="1" y="1343"/>
                              </a:moveTo>
                              <a:lnTo>
                                <a:pt x="1798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8" name="Google Shape;11208;p43"/>
                        <p:cNvSpPr/>
                        <p:nvPr/>
                      </p:nvSpPr>
                      <p:spPr>
                        <a:xfrm>
                          <a:off x="5353898" y="3501068"/>
                          <a:ext cx="18089" cy="136725"/>
                        </a:xfrm>
                        <a:custGeom>
                          <a:rect b="b" l="l" r="r" t="t"/>
                          <a:pathLst>
                            <a:path extrusionOk="0" fill="none" h="17384" w="2300">
                              <a:moveTo>
                                <a:pt x="1" y="0"/>
                              </a:moveTo>
                              <a:lnTo>
                                <a:pt x="2299" y="1738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9" name="Google Shape;11209;p43"/>
                        <p:cNvSpPr/>
                        <p:nvPr/>
                      </p:nvSpPr>
                      <p:spPr>
                        <a:xfrm>
                          <a:off x="5206721" y="3620749"/>
                          <a:ext cx="102379" cy="98863"/>
                        </a:xfrm>
                        <a:custGeom>
                          <a:rect b="b" l="l" r="r" t="t"/>
                          <a:pathLst>
                            <a:path extrusionOk="0" fill="none" h="12570" w="13017">
                              <a:moveTo>
                                <a:pt x="0" y="1"/>
                              </a:moveTo>
                              <a:lnTo>
                                <a:pt x="13016" y="125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0" name="Google Shape;11210;p43"/>
                        <p:cNvSpPr/>
                        <p:nvPr/>
                      </p:nvSpPr>
                      <p:spPr>
                        <a:xfrm>
                          <a:off x="5293102" y="3715798"/>
                          <a:ext cx="15997" cy="101238"/>
                        </a:xfrm>
                        <a:custGeom>
                          <a:rect b="b" l="l" r="r" t="t"/>
                          <a:pathLst>
                            <a:path extrusionOk="0" fill="none" h="12872" w="2034">
                              <a:moveTo>
                                <a:pt x="2033" y="0"/>
                              </a:moveTo>
                              <a:lnTo>
                                <a:pt x="1" y="1287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1" name="Google Shape;11211;p43"/>
                        <p:cNvSpPr/>
                        <p:nvPr/>
                      </p:nvSpPr>
                      <p:spPr>
                        <a:xfrm>
                          <a:off x="5127371" y="3659854"/>
                          <a:ext cx="92862" cy="134539"/>
                        </a:xfrm>
                        <a:custGeom>
                          <a:rect b="b" l="l" r="r" t="t"/>
                          <a:pathLst>
                            <a:path extrusionOk="0" fill="none" h="17106" w="11807">
                              <a:moveTo>
                                <a:pt x="11807" y="17105"/>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2" name="Google Shape;11212;p43"/>
                        <p:cNvSpPr/>
                        <p:nvPr/>
                      </p:nvSpPr>
                      <p:spPr>
                        <a:xfrm>
                          <a:off x="5479203" y="3327149"/>
                          <a:ext cx="150615" cy="56998"/>
                        </a:xfrm>
                        <a:custGeom>
                          <a:rect b="b" l="l" r="r" t="t"/>
                          <a:pathLst>
                            <a:path extrusionOk="0" fill="none" h="7247" w="19150">
                              <a:moveTo>
                                <a:pt x="19149" y="0"/>
                              </a:moveTo>
                              <a:lnTo>
                                <a:pt x="0" y="72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3" name="Google Shape;11213;p43"/>
                        <p:cNvSpPr/>
                        <p:nvPr/>
                      </p:nvSpPr>
                      <p:spPr>
                        <a:xfrm>
                          <a:off x="5371980" y="3633790"/>
                          <a:ext cx="59373" cy="4003"/>
                        </a:xfrm>
                        <a:custGeom>
                          <a:rect b="b" l="l" r="r" t="t"/>
                          <a:pathLst>
                            <a:path extrusionOk="0" fill="none" h="509" w="7549">
                              <a:moveTo>
                                <a:pt x="0" y="508"/>
                              </a:moveTo>
                              <a:lnTo>
                                <a:pt x="754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4" name="Google Shape;11214;p43"/>
                        <p:cNvSpPr/>
                        <p:nvPr/>
                      </p:nvSpPr>
                      <p:spPr>
                        <a:xfrm>
                          <a:off x="5352947" y="3497261"/>
                          <a:ext cx="78406" cy="136536"/>
                        </a:xfrm>
                        <a:custGeom>
                          <a:rect b="b" l="l" r="r" t="t"/>
                          <a:pathLst>
                            <a:path extrusionOk="0" fill="none" h="17360" w="9969">
                              <a:moveTo>
                                <a:pt x="9969" y="17359"/>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5" name="Google Shape;11215;p43"/>
                        <p:cNvSpPr/>
                        <p:nvPr/>
                      </p:nvSpPr>
                      <p:spPr>
                        <a:xfrm>
                          <a:off x="4917296" y="3466721"/>
                          <a:ext cx="40733" cy="122356"/>
                        </a:xfrm>
                        <a:custGeom>
                          <a:rect b="b" l="l" r="r" t="t"/>
                          <a:pathLst>
                            <a:path extrusionOk="0" fill="none" h="15557" w="5179">
                              <a:moveTo>
                                <a:pt x="1" y="15557"/>
                              </a:moveTo>
                              <a:lnTo>
                                <a:pt x="517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6" name="Google Shape;11216;p43"/>
                        <p:cNvSpPr/>
                        <p:nvPr/>
                      </p:nvSpPr>
                      <p:spPr>
                        <a:xfrm>
                          <a:off x="5060203" y="3408017"/>
                          <a:ext cx="111416" cy="19513"/>
                        </a:xfrm>
                        <a:custGeom>
                          <a:rect b="b" l="l" r="r" t="t"/>
                          <a:pathLst>
                            <a:path extrusionOk="0" fill="none" h="2481" w="14166">
                              <a:moveTo>
                                <a:pt x="0" y="0"/>
                              </a:moveTo>
                              <a:lnTo>
                                <a:pt x="14165" y="248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7" name="Google Shape;11217;p43"/>
                        <p:cNvSpPr/>
                        <p:nvPr/>
                      </p:nvSpPr>
                      <p:spPr>
                        <a:xfrm>
                          <a:off x="5127371" y="3620749"/>
                          <a:ext cx="79358" cy="42636"/>
                        </a:xfrm>
                        <a:custGeom>
                          <a:rect b="b" l="l" r="r" t="t"/>
                          <a:pathLst>
                            <a:path extrusionOk="0" fill="none" h="5421" w="10090">
                              <a:moveTo>
                                <a:pt x="0" y="5420"/>
                              </a:moveTo>
                              <a:lnTo>
                                <a:pt x="1008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18" name="Google Shape;11218;p43"/>
                        <p:cNvGrpSpPr/>
                        <p:nvPr/>
                      </p:nvGrpSpPr>
                      <p:grpSpPr>
                        <a:xfrm>
                          <a:off x="4579164" y="3203653"/>
                          <a:ext cx="1244833" cy="1020397"/>
                          <a:chOff x="4579164" y="3203653"/>
                          <a:chExt cx="1244833" cy="1020397"/>
                        </a:xfrm>
                      </p:grpSpPr>
                      <p:sp>
                        <p:nvSpPr>
                          <p:cNvPr id="11219" name="Google Shape;11219;p43"/>
                          <p:cNvSpPr/>
                          <p:nvPr/>
                        </p:nvSpPr>
                        <p:spPr>
                          <a:xfrm>
                            <a:off x="4949551" y="3708185"/>
                            <a:ext cx="37972" cy="3815"/>
                          </a:xfrm>
                          <a:custGeom>
                            <a:rect b="b" l="l" r="r" t="t"/>
                            <a:pathLst>
                              <a:path extrusionOk="0" fill="none" h="485" w="4828">
                                <a:moveTo>
                                  <a:pt x="0" y="1"/>
                                </a:moveTo>
                                <a:lnTo>
                                  <a:pt x="4827" y="48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20" name="Google Shape;11220;p43"/>
                          <p:cNvGrpSpPr/>
                          <p:nvPr/>
                        </p:nvGrpSpPr>
                        <p:grpSpPr>
                          <a:xfrm>
                            <a:off x="4579164" y="3203653"/>
                            <a:ext cx="1244833" cy="1020397"/>
                            <a:chOff x="4579164" y="3203653"/>
                            <a:chExt cx="1244833" cy="1020397"/>
                          </a:xfrm>
                        </p:grpSpPr>
                        <p:sp>
                          <p:nvSpPr>
                            <p:cNvPr id="11221" name="Google Shape;11221;p43"/>
                            <p:cNvSpPr/>
                            <p:nvPr/>
                          </p:nvSpPr>
                          <p:spPr>
                            <a:xfrm>
                              <a:off x="4953357" y="3586309"/>
                              <a:ext cx="147288" cy="121884"/>
                            </a:xfrm>
                            <a:custGeom>
                              <a:rect b="b" l="l" r="r" t="t"/>
                              <a:pathLst>
                                <a:path extrusionOk="0" fill="none" h="15497" w="18727">
                                  <a:moveTo>
                                    <a:pt x="18726" y="1"/>
                                  </a:moveTo>
                                  <a:lnTo>
                                    <a:pt x="0" y="1549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2" name="Google Shape;11222;p43"/>
                            <p:cNvSpPr/>
                            <p:nvPr/>
                          </p:nvSpPr>
                          <p:spPr>
                            <a:xfrm>
                              <a:off x="4987515" y="3592876"/>
                              <a:ext cx="113130" cy="119123"/>
                            </a:xfrm>
                            <a:custGeom>
                              <a:rect b="b" l="l" r="r" t="t"/>
                              <a:pathLst>
                                <a:path extrusionOk="0" fill="none" h="15146" w="14384">
                                  <a:moveTo>
                                    <a:pt x="0" y="15146"/>
                                  </a:moveTo>
                                  <a:lnTo>
                                    <a:pt x="1438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3" name="Google Shape;11223;p43"/>
                            <p:cNvSpPr/>
                            <p:nvPr/>
                          </p:nvSpPr>
                          <p:spPr>
                            <a:xfrm>
                              <a:off x="4913395" y="3708185"/>
                              <a:ext cx="39970" cy="45389"/>
                            </a:xfrm>
                            <a:custGeom>
                              <a:rect b="b" l="l" r="r" t="t"/>
                              <a:pathLst>
                                <a:path extrusionOk="0" fill="none" h="5771" w="5082">
                                  <a:moveTo>
                                    <a:pt x="1" y="5771"/>
                                  </a:moveTo>
                                  <a:lnTo>
                                    <a:pt x="508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4" name="Google Shape;11224;p43"/>
                            <p:cNvSpPr/>
                            <p:nvPr/>
                          </p:nvSpPr>
                          <p:spPr>
                            <a:xfrm>
                              <a:off x="4888943" y="3704378"/>
                              <a:ext cx="60616" cy="26080"/>
                            </a:xfrm>
                            <a:custGeom>
                              <a:rect b="b" l="l" r="r" t="t"/>
                              <a:pathLst>
                                <a:path extrusionOk="0" fill="none" h="3316" w="7707">
                                  <a:moveTo>
                                    <a:pt x="1" y="3315"/>
                                  </a:moveTo>
                                  <a:lnTo>
                                    <a:pt x="770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5" name="Google Shape;11225;p43"/>
                            <p:cNvSpPr/>
                            <p:nvPr/>
                          </p:nvSpPr>
                          <p:spPr>
                            <a:xfrm>
                              <a:off x="4917296" y="3589069"/>
                              <a:ext cx="32262" cy="119123"/>
                            </a:xfrm>
                            <a:custGeom>
                              <a:rect b="b" l="l" r="r" t="t"/>
                              <a:pathLst>
                                <a:path extrusionOk="0" fill="none" h="15146" w="4102">
                                  <a:moveTo>
                                    <a:pt x="1" y="1"/>
                                  </a:moveTo>
                                  <a:lnTo>
                                    <a:pt x="4101" y="151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6" name="Google Shape;11226;p43"/>
                            <p:cNvSpPr/>
                            <p:nvPr/>
                          </p:nvSpPr>
                          <p:spPr>
                            <a:xfrm>
                              <a:off x="4949551" y="3708185"/>
                              <a:ext cx="22840" cy="72885"/>
                            </a:xfrm>
                            <a:custGeom>
                              <a:rect b="b" l="l" r="r" t="t"/>
                              <a:pathLst>
                                <a:path extrusionOk="0" fill="none" h="9267" w="2904">
                                  <a:moveTo>
                                    <a:pt x="0" y="1"/>
                                  </a:moveTo>
                                  <a:lnTo>
                                    <a:pt x="2904" y="926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7" name="Google Shape;11227;p43"/>
                            <p:cNvSpPr/>
                            <p:nvPr/>
                          </p:nvSpPr>
                          <p:spPr>
                            <a:xfrm>
                              <a:off x="4912066" y="3752237"/>
                              <a:ext cx="60325" cy="28833"/>
                            </a:xfrm>
                            <a:custGeom>
                              <a:rect b="b" l="l" r="r" t="t"/>
                              <a:pathLst>
                                <a:path extrusionOk="0" fill="none" h="3666" w="7670">
                                  <a:moveTo>
                                    <a:pt x="0" y="1"/>
                                  </a:moveTo>
                                  <a:lnTo>
                                    <a:pt x="7670" y="36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28" name="Google Shape;11228;p43"/>
                            <p:cNvGrpSpPr/>
                            <p:nvPr/>
                          </p:nvGrpSpPr>
                          <p:grpSpPr>
                            <a:xfrm>
                              <a:off x="4579164" y="3203653"/>
                              <a:ext cx="1244833" cy="1020397"/>
                              <a:chOff x="4579164" y="3203653"/>
                              <a:chExt cx="1244833" cy="1020397"/>
                            </a:xfrm>
                          </p:grpSpPr>
                          <p:sp>
                            <p:nvSpPr>
                              <p:cNvPr id="11229" name="Google Shape;11229;p43"/>
                              <p:cNvSpPr/>
                              <p:nvPr/>
                            </p:nvSpPr>
                            <p:spPr>
                              <a:xfrm>
                                <a:off x="4590301" y="3738347"/>
                                <a:ext cx="92956" cy="91722"/>
                              </a:xfrm>
                              <a:custGeom>
                                <a:rect b="b" l="l" r="r" t="t"/>
                                <a:pathLst>
                                  <a:path extrusionOk="0" fill="none" h="11662" w="11819">
                                    <a:moveTo>
                                      <a:pt x="0" y="0"/>
                                    </a:moveTo>
                                    <a:lnTo>
                                      <a:pt x="11819" y="1166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0" name="Google Shape;11230;p43"/>
                              <p:cNvSpPr/>
                              <p:nvPr/>
                            </p:nvSpPr>
                            <p:spPr>
                              <a:xfrm>
                                <a:off x="4683250" y="3652241"/>
                                <a:ext cx="33591" cy="177828"/>
                              </a:xfrm>
                              <a:custGeom>
                                <a:rect b="b" l="l" r="r" t="t"/>
                                <a:pathLst>
                                  <a:path extrusionOk="0" fill="none" h="22610" w="4271">
                                    <a:moveTo>
                                      <a:pt x="1" y="22610"/>
                                    </a:moveTo>
                                    <a:lnTo>
                                      <a:pt x="427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1" name="Google Shape;11231;p43"/>
                              <p:cNvSpPr/>
                              <p:nvPr/>
                            </p:nvSpPr>
                            <p:spPr>
                              <a:xfrm>
                                <a:off x="4716833" y="3652241"/>
                                <a:ext cx="70982" cy="207707"/>
                              </a:xfrm>
                              <a:custGeom>
                                <a:rect b="b" l="l" r="r" t="t"/>
                                <a:pathLst>
                                  <a:path extrusionOk="0" fill="none" h="26409" w="9025">
                                    <a:moveTo>
                                      <a:pt x="1" y="1"/>
                                    </a:moveTo>
                                    <a:lnTo>
                                      <a:pt x="9025" y="2640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2" name="Google Shape;11232;p43"/>
                              <p:cNvSpPr/>
                              <p:nvPr/>
                            </p:nvSpPr>
                            <p:spPr>
                              <a:xfrm>
                                <a:off x="4813117" y="3694578"/>
                                <a:ext cx="44154" cy="139297"/>
                              </a:xfrm>
                              <a:custGeom>
                                <a:rect b="b" l="l" r="r" t="t"/>
                                <a:pathLst>
                                  <a:path extrusionOk="0" fill="none" h="17711" w="5614">
                                    <a:moveTo>
                                      <a:pt x="5614" y="17711"/>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3" name="Google Shape;11233;p43"/>
                              <p:cNvSpPr/>
                              <p:nvPr/>
                            </p:nvSpPr>
                            <p:spPr>
                              <a:xfrm>
                                <a:off x="4787807" y="3694578"/>
                                <a:ext cx="25317" cy="165369"/>
                              </a:xfrm>
                              <a:custGeom>
                                <a:rect b="b" l="l" r="r" t="t"/>
                                <a:pathLst>
                                  <a:path extrusionOk="0" fill="none" h="21026" w="3219">
                                    <a:moveTo>
                                      <a:pt x="3219" y="1"/>
                                    </a:moveTo>
                                    <a:lnTo>
                                      <a:pt x="1" y="2102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4" name="Google Shape;11234;p43"/>
                              <p:cNvSpPr/>
                              <p:nvPr/>
                            </p:nvSpPr>
                            <p:spPr>
                              <a:xfrm>
                                <a:off x="4683250" y="3830061"/>
                                <a:ext cx="106374" cy="25223"/>
                              </a:xfrm>
                              <a:custGeom>
                                <a:rect b="b" l="l" r="r" t="t"/>
                                <a:pathLst>
                                  <a:path extrusionOk="0" fill="none" h="3207" w="13525">
                                    <a:moveTo>
                                      <a:pt x="1" y="1"/>
                                    </a:moveTo>
                                    <a:lnTo>
                                      <a:pt x="13525" y="320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5" name="Google Shape;11235;p43"/>
                              <p:cNvSpPr/>
                              <p:nvPr/>
                            </p:nvSpPr>
                            <p:spPr>
                              <a:xfrm>
                                <a:off x="4670980" y="3830061"/>
                                <a:ext cx="12277" cy="79263"/>
                              </a:xfrm>
                              <a:custGeom>
                                <a:rect b="b" l="l" r="r" t="t"/>
                                <a:pathLst>
                                  <a:path extrusionOk="0" fill="none" h="10078" w="1561">
                                    <a:moveTo>
                                      <a:pt x="1561" y="1"/>
                                    </a:moveTo>
                                    <a:lnTo>
                                      <a:pt x="0" y="1007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6" name="Google Shape;11236;p43"/>
                              <p:cNvSpPr/>
                              <p:nvPr/>
                            </p:nvSpPr>
                            <p:spPr>
                              <a:xfrm>
                                <a:off x="4583828" y="3830061"/>
                                <a:ext cx="99429" cy="34543"/>
                              </a:xfrm>
                              <a:custGeom>
                                <a:rect b="b" l="l" r="r" t="t"/>
                                <a:pathLst>
                                  <a:path extrusionOk="0" fill="none" h="4392" w="12642">
                                    <a:moveTo>
                                      <a:pt x="0" y="4392"/>
                                    </a:moveTo>
                                    <a:lnTo>
                                      <a:pt x="12642"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7" name="Google Shape;11237;p43"/>
                              <p:cNvSpPr/>
                              <p:nvPr/>
                            </p:nvSpPr>
                            <p:spPr>
                              <a:xfrm>
                                <a:off x="4683250" y="3830061"/>
                                <a:ext cx="50336" cy="117983"/>
                              </a:xfrm>
                              <a:custGeom>
                                <a:rect b="b" l="l" r="r" t="t"/>
                                <a:pathLst>
                                  <a:path extrusionOk="0" fill="none" h="15001" w="6400">
                                    <a:moveTo>
                                      <a:pt x="1" y="1"/>
                                    </a:moveTo>
                                    <a:lnTo>
                                      <a:pt x="6400" y="1500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8" name="Google Shape;11238;p43"/>
                              <p:cNvSpPr/>
                              <p:nvPr/>
                            </p:nvSpPr>
                            <p:spPr>
                              <a:xfrm>
                                <a:off x="4733578" y="3855276"/>
                                <a:ext cx="56046" cy="92768"/>
                              </a:xfrm>
                              <a:custGeom>
                                <a:rect b="b" l="l" r="r" t="t"/>
                                <a:pathLst>
                                  <a:path extrusionOk="0" fill="none" h="11795" w="7126">
                                    <a:moveTo>
                                      <a:pt x="1" y="11795"/>
                                    </a:moveTo>
                                    <a:lnTo>
                                      <a:pt x="712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9" name="Google Shape;11239;p43"/>
                              <p:cNvSpPr/>
                              <p:nvPr/>
                            </p:nvSpPr>
                            <p:spPr>
                              <a:xfrm>
                                <a:off x="4888943" y="3730450"/>
                                <a:ext cx="34928" cy="89252"/>
                              </a:xfrm>
                              <a:custGeom>
                                <a:rect b="b" l="l" r="r" t="t"/>
                                <a:pathLst>
                                  <a:path extrusionOk="0" fill="none" h="11348" w="4441">
                                    <a:moveTo>
                                      <a:pt x="4440" y="11347"/>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0" name="Google Shape;11240;p43"/>
                              <p:cNvSpPr/>
                              <p:nvPr/>
                            </p:nvSpPr>
                            <p:spPr>
                              <a:xfrm>
                                <a:off x="4590301" y="3667468"/>
                                <a:ext cx="49762" cy="70887"/>
                              </a:xfrm>
                              <a:custGeom>
                                <a:rect b="b" l="l" r="r" t="t"/>
                                <a:pathLst>
                                  <a:path extrusionOk="0" fill="none" h="9013" w="6327">
                                    <a:moveTo>
                                      <a:pt x="0" y="9012"/>
                                    </a:moveTo>
                                    <a:lnTo>
                                      <a:pt x="63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1" name="Google Shape;11241;p43"/>
                              <p:cNvSpPr/>
                              <p:nvPr/>
                            </p:nvSpPr>
                            <p:spPr>
                              <a:xfrm>
                                <a:off x="4640338" y="3648536"/>
                                <a:ext cx="80593" cy="20268"/>
                              </a:xfrm>
                              <a:custGeom>
                                <a:rect b="b" l="l" r="r" t="t"/>
                                <a:pathLst>
                                  <a:path extrusionOk="0" fill="none" h="2577" w="10247">
                                    <a:moveTo>
                                      <a:pt x="1" y="2577"/>
                                    </a:moveTo>
                                    <a:lnTo>
                                      <a:pt x="1024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42" name="Google Shape;11242;p43"/>
                              <p:cNvGrpSpPr/>
                              <p:nvPr/>
                            </p:nvGrpSpPr>
                            <p:grpSpPr>
                              <a:xfrm>
                                <a:off x="4579164" y="3203653"/>
                                <a:ext cx="1244833" cy="1020397"/>
                                <a:chOff x="4579164" y="3203653"/>
                                <a:chExt cx="1244833" cy="1020397"/>
                              </a:xfrm>
                            </p:grpSpPr>
                            <p:sp>
                              <p:nvSpPr>
                                <p:cNvPr id="11243" name="Google Shape;11243;p43"/>
                                <p:cNvSpPr/>
                                <p:nvPr/>
                              </p:nvSpPr>
                              <p:spPr>
                                <a:xfrm>
                                  <a:off x="4753083" y="3966015"/>
                                  <a:ext cx="92964" cy="53765"/>
                                </a:xfrm>
                                <a:custGeom>
                                  <a:rect b="b" l="l" r="r" t="t"/>
                                  <a:pathLst>
                                    <a:path extrusionOk="0" fill="none" h="6836" w="11820">
                                      <a:moveTo>
                                        <a:pt x="1" y="6836"/>
                                      </a:moveTo>
                                      <a:lnTo>
                                        <a:pt x="1181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4" name="Google Shape;11244;p43"/>
                                <p:cNvSpPr/>
                                <p:nvPr/>
                              </p:nvSpPr>
                              <p:spPr>
                                <a:xfrm>
                                  <a:off x="4846040" y="3952794"/>
                                  <a:ext cx="103519" cy="13135"/>
                                </a:xfrm>
                                <a:custGeom>
                                  <a:rect b="b" l="l" r="r" t="t"/>
                                  <a:pathLst>
                                    <a:path extrusionOk="0" fill="none" h="1670" w="13162">
                                      <a:moveTo>
                                        <a:pt x="13161" y="0"/>
                                      </a:moveTo>
                                      <a:lnTo>
                                        <a:pt x="0" y="167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5" name="Google Shape;11245;p43"/>
                                <p:cNvSpPr/>
                                <p:nvPr/>
                              </p:nvSpPr>
                              <p:spPr>
                                <a:xfrm>
                                  <a:off x="4846040" y="3962216"/>
                                  <a:ext cx="64800" cy="128066"/>
                                </a:xfrm>
                                <a:custGeom>
                                  <a:rect b="b" l="l" r="r" t="t"/>
                                  <a:pathLst>
                                    <a:path extrusionOk="0" fill="none" h="16283" w="8239">
                                      <a:moveTo>
                                        <a:pt x="0" y="0"/>
                                      </a:moveTo>
                                      <a:lnTo>
                                        <a:pt x="8238" y="1628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6" name="Google Shape;11246;p43"/>
                                <p:cNvSpPr/>
                                <p:nvPr/>
                              </p:nvSpPr>
                              <p:spPr>
                                <a:xfrm>
                                  <a:off x="4842233" y="3962216"/>
                                  <a:ext cx="3815" cy="164787"/>
                                </a:xfrm>
                                <a:custGeom>
                                  <a:rect b="b" l="l" r="r" t="t"/>
                                  <a:pathLst>
                                    <a:path extrusionOk="0" fill="none" h="20952" w="485">
                                      <a:moveTo>
                                        <a:pt x="0" y="20952"/>
                                      </a:moveTo>
                                      <a:lnTo>
                                        <a:pt x="48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7" name="Google Shape;11247;p43"/>
                                <p:cNvSpPr/>
                                <p:nvPr/>
                              </p:nvSpPr>
                              <p:spPr>
                                <a:xfrm>
                                  <a:off x="4842233" y="4123189"/>
                                  <a:ext cx="37587" cy="53002"/>
                                </a:xfrm>
                                <a:custGeom>
                                  <a:rect b="b" l="l" r="r" t="t"/>
                                  <a:pathLst>
                                    <a:path extrusionOk="0" fill="none" h="6739" w="4779">
                                      <a:moveTo>
                                        <a:pt x="4779" y="6739"/>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8" name="Google Shape;11248;p43"/>
                                <p:cNvSpPr/>
                                <p:nvPr/>
                              </p:nvSpPr>
                              <p:spPr>
                                <a:xfrm>
                                  <a:off x="4770779" y="4118525"/>
                                  <a:ext cx="71461" cy="4672"/>
                                </a:xfrm>
                                <a:custGeom>
                                  <a:rect b="b" l="l" r="r" t="t"/>
                                  <a:pathLst>
                                    <a:path extrusionOk="0" fill="none" h="594" w="9086">
                                      <a:moveTo>
                                        <a:pt x="9085" y="594"/>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9" name="Google Shape;11249;p43"/>
                                <p:cNvSpPr/>
                                <p:nvPr/>
                              </p:nvSpPr>
                              <p:spPr>
                                <a:xfrm>
                                  <a:off x="4842233" y="4090274"/>
                                  <a:ext cx="68606" cy="32923"/>
                                </a:xfrm>
                                <a:custGeom>
                                  <a:rect b="b" l="l" r="r" t="t"/>
                                  <a:pathLst>
                                    <a:path extrusionOk="0" fill="none" h="4186" w="8723">
                                      <a:moveTo>
                                        <a:pt x="0" y="4186"/>
                                      </a:moveTo>
                                      <a:lnTo>
                                        <a:pt x="872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50" name="Google Shape;11250;p43"/>
                                <p:cNvGrpSpPr/>
                                <p:nvPr/>
                              </p:nvGrpSpPr>
                              <p:grpSpPr>
                                <a:xfrm>
                                  <a:off x="4579164" y="3203653"/>
                                  <a:ext cx="1244833" cy="1020397"/>
                                  <a:chOff x="4579164" y="3203653"/>
                                  <a:chExt cx="1244833" cy="1020397"/>
                                </a:xfrm>
                              </p:grpSpPr>
                              <p:sp>
                                <p:nvSpPr>
                                  <p:cNvPr id="11251" name="Google Shape;11251;p43"/>
                                  <p:cNvSpPr/>
                                  <p:nvPr/>
                                </p:nvSpPr>
                                <p:spPr>
                                  <a:xfrm>
                                    <a:off x="4788476" y="3855276"/>
                                    <a:ext cx="57572" cy="110747"/>
                                  </a:xfrm>
                                  <a:custGeom>
                                    <a:rect b="b" l="l" r="r" t="t"/>
                                    <a:pathLst>
                                      <a:path extrusionOk="0" fill="none" h="14081" w="7320">
                                        <a:moveTo>
                                          <a:pt x="7319" y="14081"/>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2" name="Google Shape;11252;p43"/>
                                  <p:cNvSpPr/>
                                  <p:nvPr/>
                                </p:nvSpPr>
                                <p:spPr>
                                  <a:xfrm>
                                    <a:off x="4846040" y="3833867"/>
                                    <a:ext cx="11231" cy="132156"/>
                                  </a:xfrm>
                                  <a:custGeom>
                                    <a:rect b="b" l="l" r="r" t="t"/>
                                    <a:pathLst>
                                      <a:path extrusionOk="0" fill="none" h="16803" w="1428">
                                        <a:moveTo>
                                          <a:pt x="0" y="16803"/>
                                        </a:moveTo>
                                        <a:lnTo>
                                          <a:pt x="1428"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3" name="Google Shape;11253;p43"/>
                                  <p:cNvSpPr/>
                                  <p:nvPr/>
                                </p:nvSpPr>
                                <p:spPr>
                                  <a:xfrm>
                                    <a:off x="4761554" y="3854796"/>
                                    <a:ext cx="26261" cy="164984"/>
                                  </a:xfrm>
                                  <a:custGeom>
                                    <a:rect b="b" l="l" r="r" t="t"/>
                                    <a:pathLst>
                                      <a:path extrusionOk="0" fill="none" h="20977" w="3339">
                                        <a:moveTo>
                                          <a:pt x="0" y="20977"/>
                                        </a:moveTo>
                                        <a:lnTo>
                                          <a:pt x="333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4" name="Google Shape;11254;p43"/>
                                  <p:cNvSpPr/>
                                  <p:nvPr/>
                                </p:nvSpPr>
                                <p:spPr>
                                  <a:xfrm>
                                    <a:off x="4846991" y="3818263"/>
                                    <a:ext cx="74025" cy="146242"/>
                                  </a:xfrm>
                                  <a:custGeom>
                                    <a:rect b="b" l="l" r="r" t="t"/>
                                    <a:pathLst>
                                      <a:path extrusionOk="0" fill="none" h="18594" w="9412">
                                        <a:moveTo>
                                          <a:pt x="0" y="18593"/>
                                        </a:moveTo>
                                        <a:lnTo>
                                          <a:pt x="941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p43"/>
                                  <p:cNvSpPr/>
                                  <p:nvPr/>
                                </p:nvSpPr>
                                <p:spPr>
                                  <a:xfrm>
                                    <a:off x="4927191" y="3823305"/>
                                    <a:ext cx="22368" cy="129497"/>
                                  </a:xfrm>
                                  <a:custGeom>
                                    <a:rect b="b" l="l" r="r" t="t"/>
                                    <a:pathLst>
                                      <a:path extrusionOk="0" fill="none" h="16465" w="2844">
                                        <a:moveTo>
                                          <a:pt x="1" y="1"/>
                                        </a:moveTo>
                                        <a:lnTo>
                                          <a:pt x="2843" y="1646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56" name="Google Shape;11256;p43"/>
                                  <p:cNvGrpSpPr/>
                                  <p:nvPr/>
                                </p:nvGrpSpPr>
                                <p:grpSpPr>
                                  <a:xfrm>
                                    <a:off x="4579164" y="3203653"/>
                                    <a:ext cx="1244833" cy="1020397"/>
                                    <a:chOff x="4579164" y="3203653"/>
                                    <a:chExt cx="1244833" cy="1020397"/>
                                  </a:xfrm>
                                </p:grpSpPr>
                                <p:sp>
                                  <p:nvSpPr>
                                    <p:cNvPr id="11257" name="Google Shape;11257;p4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8" name="Google Shape;11258;p4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9" name="Google Shape;11259;p4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p43"/>
                                    <p:cNvSpPr/>
                                    <p:nvPr/>
                                  </p:nvSpPr>
                                  <p:spPr>
                                    <a:xfrm>
                                      <a:off x="4972383" y="3756043"/>
                                      <a:ext cx="25412" cy="25026"/>
                                    </a:xfrm>
                                    <a:custGeom>
                                      <a:rect b="b" l="l" r="r" t="t"/>
                                      <a:pathLst>
                                        <a:path extrusionOk="0" fill="none" h="3182" w="3231">
                                          <a:moveTo>
                                            <a:pt x="1" y="3182"/>
                                          </a:moveTo>
                                          <a:lnTo>
                                            <a:pt x="323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11261" name="Google Shape;11261;p43"/>
                            <p:cNvSpPr/>
                            <p:nvPr/>
                          </p:nvSpPr>
                          <p:spPr>
                            <a:xfrm>
                              <a:off x="4890375" y="3688019"/>
                              <a:ext cx="5144" cy="43769"/>
                            </a:xfrm>
                            <a:custGeom>
                              <a:rect b="b" l="l" r="r" t="t"/>
                              <a:pathLst>
                                <a:path extrusionOk="0" fill="none" h="5565" w="654">
                                  <a:moveTo>
                                    <a:pt x="653" y="0"/>
                                  </a:moveTo>
                                  <a:lnTo>
                                    <a:pt x="0" y="556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2" name="Google Shape;11262;p43"/>
                            <p:cNvSpPr/>
                            <p:nvPr/>
                          </p:nvSpPr>
                          <p:spPr>
                            <a:xfrm>
                              <a:off x="4899317" y="3688019"/>
                              <a:ext cx="54048" cy="20174"/>
                            </a:xfrm>
                            <a:custGeom>
                              <a:rect b="b" l="l" r="r" t="t"/>
                              <a:pathLst>
                                <a:path extrusionOk="0" fill="none" h="2565" w="6872">
                                  <a:moveTo>
                                    <a:pt x="0" y="0"/>
                                  </a:moveTo>
                                  <a:lnTo>
                                    <a:pt x="6871" y="256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3" name="Google Shape;11263;p43"/>
                            <p:cNvSpPr/>
                            <p:nvPr/>
                          </p:nvSpPr>
                          <p:spPr>
                            <a:xfrm>
                              <a:off x="4862690" y="3700571"/>
                              <a:ext cx="27693" cy="31216"/>
                            </a:xfrm>
                            <a:custGeom>
                              <a:rect b="b" l="l" r="r" t="t"/>
                              <a:pathLst>
                                <a:path extrusionOk="0" fill="none" h="3969" w="3521">
                                  <a:moveTo>
                                    <a:pt x="0" y="1"/>
                                  </a:moveTo>
                                  <a:lnTo>
                                    <a:pt x="3520" y="39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1264" name="Google Shape;11264;p43"/>
                        <p:cNvSpPr/>
                        <p:nvPr/>
                      </p:nvSpPr>
                      <p:spPr>
                        <a:xfrm>
                          <a:off x="4953924" y="3297081"/>
                          <a:ext cx="146053" cy="168122"/>
                        </a:xfrm>
                        <a:custGeom>
                          <a:rect b="b" l="l" r="r" t="t"/>
                          <a:pathLst>
                            <a:path extrusionOk="0" fill="none" h="21376" w="18570">
                              <a:moveTo>
                                <a:pt x="1" y="21376"/>
                              </a:moveTo>
                              <a:lnTo>
                                <a:pt x="1856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grpSp>
            <p:nvGrpSpPr>
              <p:cNvPr id="11265" name="Google Shape;11265;p43"/>
              <p:cNvGrpSpPr/>
              <p:nvPr/>
            </p:nvGrpSpPr>
            <p:grpSpPr>
              <a:xfrm>
                <a:off x="4595437" y="3598775"/>
                <a:ext cx="37776" cy="32451"/>
                <a:chOff x="4595437" y="3598775"/>
                <a:chExt cx="37776" cy="32451"/>
              </a:xfrm>
            </p:grpSpPr>
            <p:sp>
              <p:nvSpPr>
                <p:cNvPr id="11266" name="Google Shape;11266;p4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7" name="Google Shape;11267;p4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68" name="Google Shape;11268;p43"/>
              <p:cNvGrpSpPr/>
              <p:nvPr/>
            </p:nvGrpSpPr>
            <p:grpSpPr>
              <a:xfrm>
                <a:off x="4641864" y="3524443"/>
                <a:ext cx="37776" cy="32380"/>
                <a:chOff x="4641864" y="3524443"/>
                <a:chExt cx="37776" cy="32380"/>
              </a:xfrm>
            </p:grpSpPr>
            <p:sp>
              <p:nvSpPr>
                <p:cNvPr id="11269" name="Google Shape;11269;p4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0" name="Google Shape;11270;p4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1" name="Google Shape;11271;p43"/>
              <p:cNvGrpSpPr/>
              <p:nvPr/>
            </p:nvGrpSpPr>
            <p:grpSpPr>
              <a:xfrm>
                <a:off x="4648431" y="3893901"/>
                <a:ext cx="37776" cy="32357"/>
                <a:chOff x="4648431" y="3893901"/>
                <a:chExt cx="37776" cy="32357"/>
              </a:xfrm>
            </p:grpSpPr>
            <p:sp>
              <p:nvSpPr>
                <p:cNvPr id="11272" name="Google Shape;11272;p4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3" name="Google Shape;11273;p4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4" name="Google Shape;11274;p43"/>
              <p:cNvGrpSpPr/>
              <p:nvPr/>
            </p:nvGrpSpPr>
            <p:grpSpPr>
              <a:xfrm>
                <a:off x="4567752" y="3722908"/>
                <a:ext cx="37870" cy="32380"/>
                <a:chOff x="4567752" y="3722908"/>
                <a:chExt cx="37870" cy="32380"/>
              </a:xfrm>
            </p:grpSpPr>
            <p:sp>
              <p:nvSpPr>
                <p:cNvPr id="11275" name="Google Shape;11275;p4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6" name="Google Shape;11276;p4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7" name="Google Shape;11277;p43"/>
              <p:cNvGrpSpPr/>
              <p:nvPr/>
            </p:nvGrpSpPr>
            <p:grpSpPr>
              <a:xfrm>
                <a:off x="4617506" y="3652052"/>
                <a:ext cx="37783" cy="32357"/>
                <a:chOff x="4617506" y="3652052"/>
                <a:chExt cx="37783" cy="32357"/>
              </a:xfrm>
            </p:grpSpPr>
            <p:sp>
              <p:nvSpPr>
                <p:cNvPr id="11278" name="Google Shape;11278;p4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9" name="Google Shape;11279;p4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0" name="Google Shape;11280;p43"/>
              <p:cNvGrpSpPr/>
              <p:nvPr/>
            </p:nvGrpSpPr>
            <p:grpSpPr>
              <a:xfrm>
                <a:off x="4739005" y="3554149"/>
                <a:ext cx="37870" cy="32357"/>
                <a:chOff x="4739005" y="3554149"/>
                <a:chExt cx="37870" cy="32357"/>
              </a:xfrm>
            </p:grpSpPr>
            <p:sp>
              <p:nvSpPr>
                <p:cNvPr id="11281" name="Google Shape;11281;p4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p4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3" name="Google Shape;11283;p43"/>
              <p:cNvGrpSpPr/>
              <p:nvPr/>
            </p:nvGrpSpPr>
            <p:grpSpPr>
              <a:xfrm>
                <a:off x="4806557" y="3630258"/>
                <a:ext cx="37776" cy="32364"/>
                <a:chOff x="4806557" y="3630258"/>
                <a:chExt cx="37776" cy="32364"/>
              </a:xfrm>
            </p:grpSpPr>
            <p:sp>
              <p:nvSpPr>
                <p:cNvPr id="11284" name="Google Shape;11284;p4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5" name="Google Shape;11285;p4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6" name="Google Shape;11286;p43"/>
              <p:cNvGrpSpPr/>
              <p:nvPr/>
            </p:nvGrpSpPr>
            <p:grpSpPr>
              <a:xfrm>
                <a:off x="4737007" y="4004357"/>
                <a:ext cx="37870" cy="32357"/>
                <a:chOff x="4737007" y="4004357"/>
                <a:chExt cx="37870" cy="32357"/>
              </a:xfrm>
            </p:grpSpPr>
            <p:sp>
              <p:nvSpPr>
                <p:cNvPr id="11287" name="Google Shape;11287;p4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8" name="Google Shape;11288;p4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9" name="Google Shape;11289;p43"/>
              <p:cNvGrpSpPr/>
              <p:nvPr/>
            </p:nvGrpSpPr>
            <p:grpSpPr>
              <a:xfrm>
                <a:off x="4773634" y="4208627"/>
                <a:ext cx="37776" cy="32357"/>
                <a:chOff x="4773634" y="4208627"/>
                <a:chExt cx="37776" cy="32357"/>
              </a:xfrm>
            </p:grpSpPr>
            <p:sp>
              <p:nvSpPr>
                <p:cNvPr id="11290" name="Google Shape;11290;p4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1" name="Google Shape;11291;p4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2" name="Google Shape;11292;p43"/>
              <p:cNvGrpSpPr/>
              <p:nvPr/>
            </p:nvGrpSpPr>
            <p:grpSpPr>
              <a:xfrm>
                <a:off x="4888282" y="4074764"/>
                <a:ext cx="37776" cy="32451"/>
                <a:chOff x="4888282" y="4074764"/>
                <a:chExt cx="37776" cy="32451"/>
              </a:xfrm>
            </p:grpSpPr>
            <p:sp>
              <p:nvSpPr>
                <p:cNvPr id="11293" name="Google Shape;11293;p4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4" name="Google Shape;11294;p4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5" name="Google Shape;11295;p43"/>
              <p:cNvGrpSpPr/>
              <p:nvPr/>
            </p:nvGrpSpPr>
            <p:grpSpPr>
              <a:xfrm>
                <a:off x="4901315" y="3804271"/>
                <a:ext cx="37776" cy="32364"/>
                <a:chOff x="4901315" y="3804271"/>
                <a:chExt cx="37776" cy="32364"/>
              </a:xfrm>
            </p:grpSpPr>
            <p:sp>
              <p:nvSpPr>
                <p:cNvPr id="11296" name="Google Shape;11296;p4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7" name="Google Shape;11297;p4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8" name="Google Shape;11298;p43"/>
              <p:cNvGrpSpPr/>
              <p:nvPr/>
            </p:nvGrpSpPr>
            <p:grpSpPr>
              <a:xfrm>
                <a:off x="4866394" y="3715035"/>
                <a:ext cx="37846" cy="32357"/>
                <a:chOff x="4866394" y="3715035"/>
                <a:chExt cx="37846" cy="32357"/>
              </a:xfrm>
            </p:grpSpPr>
            <p:sp>
              <p:nvSpPr>
                <p:cNvPr id="11299" name="Google Shape;11299;p4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0" name="Google Shape;11300;p4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1" name="Google Shape;11301;p43"/>
              <p:cNvGrpSpPr/>
              <p:nvPr/>
            </p:nvGrpSpPr>
            <p:grpSpPr>
              <a:xfrm>
                <a:off x="4979233" y="3839798"/>
                <a:ext cx="37878" cy="32420"/>
                <a:chOff x="4979233" y="3839798"/>
                <a:chExt cx="37878" cy="32420"/>
              </a:xfrm>
            </p:grpSpPr>
            <p:sp>
              <p:nvSpPr>
                <p:cNvPr id="11302" name="Google Shape;11302;p4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3" name="Google Shape;11303;p4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4" name="Google Shape;11304;p43"/>
              <p:cNvGrpSpPr/>
              <p:nvPr/>
            </p:nvGrpSpPr>
            <p:grpSpPr>
              <a:xfrm>
                <a:off x="4790662" y="3679147"/>
                <a:ext cx="37783" cy="32380"/>
                <a:chOff x="4790662" y="3679147"/>
                <a:chExt cx="37783" cy="32380"/>
              </a:xfrm>
            </p:grpSpPr>
            <p:sp>
              <p:nvSpPr>
                <p:cNvPr id="11305" name="Google Shape;11305;p4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6" name="Google Shape;11306;p4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7" name="Google Shape;11307;p43"/>
              <p:cNvGrpSpPr/>
              <p:nvPr/>
            </p:nvGrpSpPr>
            <p:grpSpPr>
              <a:xfrm>
                <a:off x="4857263" y="3557861"/>
                <a:ext cx="37776" cy="32357"/>
                <a:chOff x="4857263" y="3557861"/>
                <a:chExt cx="37776" cy="32357"/>
              </a:xfrm>
            </p:grpSpPr>
            <p:sp>
              <p:nvSpPr>
                <p:cNvPr id="11308" name="Google Shape;11308;p4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9" name="Google Shape;11309;p4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0" name="Google Shape;11310;p43"/>
              <p:cNvGrpSpPr/>
              <p:nvPr/>
            </p:nvGrpSpPr>
            <p:grpSpPr>
              <a:xfrm>
                <a:off x="4883902" y="3648033"/>
                <a:ext cx="37783" cy="32380"/>
                <a:chOff x="4883902" y="3648033"/>
                <a:chExt cx="37783" cy="32380"/>
              </a:xfrm>
            </p:grpSpPr>
            <p:sp>
              <p:nvSpPr>
                <p:cNvPr id="11311" name="Google Shape;11311;p4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2" name="Google Shape;11312;p4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3" name="Google Shape;11313;p43"/>
              <p:cNvGrpSpPr/>
              <p:nvPr/>
            </p:nvGrpSpPr>
            <p:grpSpPr>
              <a:xfrm>
                <a:off x="4907780" y="3347220"/>
                <a:ext cx="37878" cy="32357"/>
                <a:chOff x="4907780" y="3347220"/>
                <a:chExt cx="37878" cy="32357"/>
              </a:xfrm>
            </p:grpSpPr>
            <p:sp>
              <p:nvSpPr>
                <p:cNvPr id="11314" name="Google Shape;11314;p4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5" name="Google Shape;11315;p4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6" name="Google Shape;11316;p43"/>
              <p:cNvGrpSpPr/>
              <p:nvPr/>
            </p:nvGrpSpPr>
            <p:grpSpPr>
              <a:xfrm>
                <a:off x="5065048" y="3738150"/>
                <a:ext cx="37783" cy="32364"/>
                <a:chOff x="5065048" y="3738150"/>
                <a:chExt cx="37783" cy="32364"/>
              </a:xfrm>
            </p:grpSpPr>
            <p:sp>
              <p:nvSpPr>
                <p:cNvPr id="11317" name="Google Shape;11317;p4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8" name="Google Shape;11318;p4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9" name="Google Shape;11319;p43"/>
              <p:cNvGrpSpPr/>
              <p:nvPr/>
            </p:nvGrpSpPr>
            <p:grpSpPr>
              <a:xfrm>
                <a:off x="5071616" y="3284615"/>
                <a:ext cx="37783" cy="32357"/>
                <a:chOff x="5071616" y="3284615"/>
                <a:chExt cx="37783" cy="32357"/>
              </a:xfrm>
            </p:grpSpPr>
            <p:sp>
              <p:nvSpPr>
                <p:cNvPr id="11320" name="Google Shape;11320;p4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1" name="Google Shape;11321;p4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22" name="Google Shape;11322;p43"/>
              <p:cNvGrpSpPr/>
              <p:nvPr/>
            </p:nvGrpSpPr>
            <p:grpSpPr>
              <a:xfrm>
                <a:off x="5389291" y="3759921"/>
                <a:ext cx="37783" cy="32380"/>
                <a:chOff x="5389291" y="3759921"/>
                <a:chExt cx="37783" cy="32380"/>
              </a:xfrm>
            </p:grpSpPr>
            <p:sp>
              <p:nvSpPr>
                <p:cNvPr id="11323" name="Google Shape;11323;p4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4" name="Google Shape;11324;p4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25" name="Google Shape;11325;p43"/>
              <p:cNvGrpSpPr/>
              <p:nvPr/>
            </p:nvGrpSpPr>
            <p:grpSpPr>
              <a:xfrm>
                <a:off x="5431534" y="3632932"/>
                <a:ext cx="37878" cy="32451"/>
                <a:chOff x="5431534" y="3632932"/>
                <a:chExt cx="37878" cy="32451"/>
              </a:xfrm>
            </p:grpSpPr>
            <p:sp>
              <p:nvSpPr>
                <p:cNvPr id="11326" name="Google Shape;11326;p4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7" name="Google Shape;11327;p4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28" name="Google Shape;11328;p43"/>
              <p:cNvGrpSpPr/>
              <p:nvPr/>
            </p:nvGrpSpPr>
            <p:grpSpPr>
              <a:xfrm>
                <a:off x="5540755" y="3544829"/>
                <a:ext cx="37783" cy="32357"/>
                <a:chOff x="5540755" y="3544829"/>
                <a:chExt cx="37783" cy="32357"/>
              </a:xfrm>
            </p:grpSpPr>
            <p:sp>
              <p:nvSpPr>
                <p:cNvPr id="11329" name="Google Shape;11329;p4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0" name="Google Shape;11330;p4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1" name="Google Shape;11331;p43"/>
              <p:cNvGrpSpPr/>
              <p:nvPr/>
            </p:nvGrpSpPr>
            <p:grpSpPr>
              <a:xfrm>
                <a:off x="5579293" y="3412107"/>
                <a:ext cx="37776" cy="32357"/>
                <a:chOff x="5579293" y="3412107"/>
                <a:chExt cx="37776" cy="32357"/>
              </a:xfrm>
            </p:grpSpPr>
            <p:sp>
              <p:nvSpPr>
                <p:cNvPr id="11332" name="Google Shape;11332;p4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3" name="Google Shape;11333;p4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4" name="Google Shape;11334;p43"/>
              <p:cNvGrpSpPr/>
              <p:nvPr/>
            </p:nvGrpSpPr>
            <p:grpSpPr>
              <a:xfrm>
                <a:off x="5801346" y="3284615"/>
                <a:ext cx="37783" cy="32357"/>
                <a:chOff x="5801346" y="3284615"/>
                <a:chExt cx="37783" cy="32357"/>
              </a:xfrm>
            </p:grpSpPr>
            <p:sp>
              <p:nvSpPr>
                <p:cNvPr id="11335" name="Google Shape;11335;p4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6" name="Google Shape;11336;p4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7" name="Google Shape;11337;p43"/>
              <p:cNvGrpSpPr/>
              <p:nvPr/>
            </p:nvGrpSpPr>
            <p:grpSpPr>
              <a:xfrm>
                <a:off x="5763578" y="3399067"/>
                <a:ext cx="37776" cy="32364"/>
                <a:chOff x="5763578" y="3399067"/>
                <a:chExt cx="37776" cy="32364"/>
              </a:xfrm>
            </p:grpSpPr>
            <p:sp>
              <p:nvSpPr>
                <p:cNvPr id="11338" name="Google Shape;11338;p4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9" name="Google Shape;11339;p4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0" name="Google Shape;11340;p43"/>
              <p:cNvGrpSpPr/>
              <p:nvPr/>
            </p:nvGrpSpPr>
            <p:grpSpPr>
              <a:xfrm>
                <a:off x="5395858" y="3230952"/>
                <a:ext cx="37776" cy="32364"/>
                <a:chOff x="5395858" y="3230952"/>
                <a:chExt cx="37776" cy="32364"/>
              </a:xfrm>
            </p:grpSpPr>
            <p:sp>
              <p:nvSpPr>
                <p:cNvPr id="11341" name="Google Shape;11341;p4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2" name="Google Shape;11342;p4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3" name="Google Shape;11343;p43"/>
              <p:cNvGrpSpPr/>
              <p:nvPr/>
            </p:nvGrpSpPr>
            <p:grpSpPr>
              <a:xfrm>
                <a:off x="5264088" y="3188237"/>
                <a:ext cx="37776" cy="32357"/>
                <a:chOff x="5264088" y="3188237"/>
                <a:chExt cx="37776" cy="32357"/>
              </a:xfrm>
            </p:grpSpPr>
            <p:sp>
              <p:nvSpPr>
                <p:cNvPr id="11344" name="Google Shape;11344;p4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5" name="Google Shape;11345;p4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6" name="Google Shape;11346;p43"/>
              <p:cNvGrpSpPr/>
              <p:nvPr/>
            </p:nvGrpSpPr>
            <p:grpSpPr>
              <a:xfrm>
                <a:off x="5585758" y="3237425"/>
                <a:ext cx="37878" cy="32357"/>
                <a:chOff x="5585758" y="3237425"/>
                <a:chExt cx="37878" cy="32357"/>
              </a:xfrm>
            </p:grpSpPr>
            <p:sp>
              <p:nvSpPr>
                <p:cNvPr id="11347" name="Google Shape;11347;p4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8" name="Google Shape;11348;p4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9" name="Google Shape;11349;p43"/>
              <p:cNvGrpSpPr/>
              <p:nvPr/>
            </p:nvGrpSpPr>
            <p:grpSpPr>
              <a:xfrm>
                <a:off x="4874196" y="3291088"/>
                <a:ext cx="37878" cy="32451"/>
                <a:chOff x="4874196" y="3291088"/>
                <a:chExt cx="37878" cy="32451"/>
              </a:xfrm>
            </p:grpSpPr>
            <p:sp>
              <p:nvSpPr>
                <p:cNvPr id="11350" name="Google Shape;11350;p4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1" name="Google Shape;11351;p4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2" name="Google Shape;11352;p43"/>
              <p:cNvGrpSpPr/>
              <p:nvPr/>
            </p:nvGrpSpPr>
            <p:grpSpPr>
              <a:xfrm>
                <a:off x="5197770" y="3785466"/>
                <a:ext cx="37783" cy="32427"/>
                <a:chOff x="5197770" y="3785466"/>
                <a:chExt cx="37783" cy="32427"/>
              </a:xfrm>
            </p:grpSpPr>
            <p:sp>
              <p:nvSpPr>
                <p:cNvPr id="11353" name="Google Shape;11353;p4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4" name="Google Shape;11354;p4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5" name="Google Shape;11355;p43"/>
              <p:cNvGrpSpPr/>
              <p:nvPr/>
            </p:nvGrpSpPr>
            <p:grpSpPr>
              <a:xfrm>
                <a:off x="5177699" y="3492117"/>
                <a:ext cx="37776" cy="32357"/>
                <a:chOff x="5177699" y="3492117"/>
                <a:chExt cx="37776" cy="32357"/>
              </a:xfrm>
            </p:grpSpPr>
            <p:sp>
              <p:nvSpPr>
                <p:cNvPr id="11356" name="Google Shape;11356;p4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7" name="Google Shape;11357;p4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8" name="Google Shape;11358;p43"/>
              <p:cNvGrpSpPr/>
              <p:nvPr/>
            </p:nvGrpSpPr>
            <p:grpSpPr>
              <a:xfrm>
                <a:off x="5349431" y="3622346"/>
                <a:ext cx="37870" cy="32380"/>
                <a:chOff x="5349431" y="3622346"/>
                <a:chExt cx="37870" cy="32380"/>
              </a:xfrm>
            </p:grpSpPr>
            <p:sp>
              <p:nvSpPr>
                <p:cNvPr id="11359" name="Google Shape;11359;p4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0" name="Google Shape;11360;p4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1" name="Google Shape;11361;p43"/>
              <p:cNvGrpSpPr/>
              <p:nvPr/>
            </p:nvGrpSpPr>
            <p:grpSpPr>
              <a:xfrm>
                <a:off x="5068855" y="3563980"/>
                <a:ext cx="53954" cy="46223"/>
                <a:chOff x="5068855" y="3563980"/>
                <a:chExt cx="53954" cy="46223"/>
              </a:xfrm>
            </p:grpSpPr>
            <p:sp>
              <p:nvSpPr>
                <p:cNvPr id="11362" name="Google Shape;11362;p4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3" name="Google Shape;11363;p4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4" name="Google Shape;11364;p43"/>
              <p:cNvGrpSpPr/>
              <p:nvPr/>
            </p:nvGrpSpPr>
            <p:grpSpPr>
              <a:xfrm>
                <a:off x="5037654" y="3392507"/>
                <a:ext cx="37870" cy="32451"/>
                <a:chOff x="5037654" y="3392507"/>
                <a:chExt cx="37870" cy="32451"/>
              </a:xfrm>
            </p:grpSpPr>
            <p:sp>
              <p:nvSpPr>
                <p:cNvPr id="11365" name="Google Shape;11365;p4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6" name="Google Shape;11366;p4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7" name="Google Shape;11367;p43"/>
              <p:cNvGrpSpPr/>
              <p:nvPr/>
            </p:nvGrpSpPr>
            <p:grpSpPr>
              <a:xfrm>
                <a:off x="5456560" y="3368629"/>
                <a:ext cx="37870" cy="32451"/>
                <a:chOff x="5456560" y="3368629"/>
                <a:chExt cx="37870" cy="32451"/>
              </a:xfrm>
            </p:grpSpPr>
            <p:sp>
              <p:nvSpPr>
                <p:cNvPr id="11368" name="Google Shape;11368;p4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9" name="Google Shape;11369;p4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0" name="Google Shape;11370;p43"/>
              <p:cNvGrpSpPr/>
              <p:nvPr/>
            </p:nvGrpSpPr>
            <p:grpSpPr>
              <a:xfrm>
                <a:off x="4755749" y="3501516"/>
                <a:ext cx="46246" cy="39608"/>
                <a:chOff x="4755749" y="3501516"/>
                <a:chExt cx="46246" cy="39608"/>
              </a:xfrm>
            </p:grpSpPr>
            <p:sp>
              <p:nvSpPr>
                <p:cNvPr id="11371" name="Google Shape;11371;p4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2" name="Google Shape;11372;p4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3" name="Google Shape;11373;p43"/>
              <p:cNvGrpSpPr/>
              <p:nvPr/>
            </p:nvGrpSpPr>
            <p:grpSpPr>
              <a:xfrm>
                <a:off x="4681346" y="3485582"/>
                <a:ext cx="37783" cy="32427"/>
                <a:chOff x="4681346" y="3485582"/>
                <a:chExt cx="37783" cy="32427"/>
              </a:xfrm>
            </p:grpSpPr>
            <p:sp>
              <p:nvSpPr>
                <p:cNvPr id="11374" name="Google Shape;11374;p4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5" name="Google Shape;11375;p4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6" name="Google Shape;11376;p43"/>
              <p:cNvGrpSpPr/>
              <p:nvPr/>
            </p:nvGrpSpPr>
            <p:grpSpPr>
              <a:xfrm>
                <a:off x="4767067" y="3291088"/>
                <a:ext cx="37878" cy="32451"/>
                <a:chOff x="4767067" y="3291088"/>
                <a:chExt cx="37878" cy="32451"/>
              </a:xfrm>
            </p:grpSpPr>
            <p:sp>
              <p:nvSpPr>
                <p:cNvPr id="11377" name="Google Shape;11377;p4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8" name="Google Shape;11378;p4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9" name="Google Shape;11379;p43"/>
              <p:cNvGrpSpPr/>
              <p:nvPr/>
            </p:nvGrpSpPr>
            <p:grpSpPr>
              <a:xfrm>
                <a:off x="4687819" y="3405539"/>
                <a:ext cx="37776" cy="32451"/>
                <a:chOff x="4687819" y="3405539"/>
                <a:chExt cx="37776" cy="32451"/>
              </a:xfrm>
            </p:grpSpPr>
            <p:sp>
              <p:nvSpPr>
                <p:cNvPr id="11380" name="Google Shape;11380;p4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1" name="Google Shape;11381;p4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2" name="Google Shape;11382;p43"/>
              <p:cNvGrpSpPr/>
              <p:nvPr/>
            </p:nvGrpSpPr>
            <p:grpSpPr>
              <a:xfrm>
                <a:off x="4923101" y="3444809"/>
                <a:ext cx="52813" cy="45318"/>
                <a:chOff x="4923101" y="3444809"/>
                <a:chExt cx="52813" cy="45318"/>
              </a:xfrm>
            </p:grpSpPr>
            <p:sp>
              <p:nvSpPr>
                <p:cNvPr id="11383" name="Google Shape;11383;p4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4" name="Google Shape;11384;p4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5" name="Google Shape;11385;p43"/>
              <p:cNvGrpSpPr/>
              <p:nvPr/>
            </p:nvGrpSpPr>
            <p:grpSpPr>
              <a:xfrm>
                <a:off x="4846040" y="3654750"/>
                <a:ext cx="31405" cy="26993"/>
                <a:chOff x="4846040" y="3654750"/>
                <a:chExt cx="31405" cy="26993"/>
              </a:xfrm>
            </p:grpSpPr>
            <p:sp>
              <p:nvSpPr>
                <p:cNvPr id="11386" name="Google Shape;11386;p4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7" name="Google Shape;11387;p4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8" name="Google Shape;11388;p43"/>
              <p:cNvGrpSpPr/>
              <p:nvPr/>
            </p:nvGrpSpPr>
            <p:grpSpPr>
              <a:xfrm>
                <a:off x="4925673" y="3691700"/>
                <a:ext cx="40253" cy="34472"/>
                <a:chOff x="4925673" y="3691700"/>
                <a:chExt cx="40253" cy="34472"/>
              </a:xfrm>
            </p:grpSpPr>
            <p:sp>
              <p:nvSpPr>
                <p:cNvPr id="11389" name="Google Shape;11389;p4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0" name="Google Shape;11390;p4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1" name="Google Shape;11391;p43"/>
              <p:cNvGrpSpPr/>
              <p:nvPr/>
            </p:nvGrpSpPr>
            <p:grpSpPr>
              <a:xfrm>
                <a:off x="4894653" y="3740848"/>
                <a:ext cx="31405" cy="26906"/>
                <a:chOff x="4894653" y="3740848"/>
                <a:chExt cx="31405" cy="26906"/>
              </a:xfrm>
            </p:grpSpPr>
            <p:sp>
              <p:nvSpPr>
                <p:cNvPr id="11392" name="Google Shape;11392;p4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3" name="Google Shape;11393;p4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4" name="Google Shape;11394;p43"/>
              <p:cNvGrpSpPr/>
              <p:nvPr/>
            </p:nvGrpSpPr>
            <p:grpSpPr>
              <a:xfrm>
                <a:off x="4962300" y="3696348"/>
                <a:ext cx="38255" cy="32773"/>
                <a:chOff x="4962300" y="3696348"/>
                <a:chExt cx="38255" cy="32773"/>
              </a:xfrm>
            </p:grpSpPr>
            <p:sp>
              <p:nvSpPr>
                <p:cNvPr id="11395" name="Google Shape;11395;p4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6" name="Google Shape;11396;p4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7" name="Google Shape;11397;p43"/>
              <p:cNvGrpSpPr/>
              <p:nvPr/>
            </p:nvGrpSpPr>
            <p:grpSpPr>
              <a:xfrm>
                <a:off x="4980185" y="3743349"/>
                <a:ext cx="31499" cy="26969"/>
                <a:chOff x="4980185" y="3743349"/>
                <a:chExt cx="31499" cy="26969"/>
              </a:xfrm>
            </p:grpSpPr>
            <p:sp>
              <p:nvSpPr>
                <p:cNvPr id="11398" name="Google Shape;11398;p4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9" name="Google Shape;11399;p4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0" name="Google Shape;11400;p43"/>
              <p:cNvGrpSpPr/>
              <p:nvPr/>
            </p:nvGrpSpPr>
            <p:grpSpPr>
              <a:xfrm>
                <a:off x="5013768" y="3734312"/>
                <a:ext cx="31499" cy="26969"/>
                <a:chOff x="5013768" y="3734312"/>
                <a:chExt cx="31499" cy="26969"/>
              </a:xfrm>
            </p:grpSpPr>
            <p:sp>
              <p:nvSpPr>
                <p:cNvPr id="11401" name="Google Shape;11401;p4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2" name="Google Shape;11402;p4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3" name="Google Shape;11403;p43"/>
              <p:cNvGrpSpPr/>
              <p:nvPr/>
            </p:nvGrpSpPr>
            <p:grpSpPr>
              <a:xfrm>
                <a:off x="5036703" y="3764545"/>
                <a:ext cx="31499" cy="26898"/>
                <a:chOff x="5036703" y="3764545"/>
                <a:chExt cx="31499" cy="26898"/>
              </a:xfrm>
            </p:grpSpPr>
            <p:sp>
              <p:nvSpPr>
                <p:cNvPr id="11404" name="Google Shape;11404;p4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5" name="Google Shape;11405;p4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6" name="Google Shape;11406;p43"/>
              <p:cNvGrpSpPr/>
              <p:nvPr/>
            </p:nvGrpSpPr>
            <p:grpSpPr>
              <a:xfrm>
                <a:off x="4953546" y="3768352"/>
                <a:ext cx="31405" cy="26898"/>
                <a:chOff x="4953546" y="3768352"/>
                <a:chExt cx="31405" cy="26898"/>
              </a:xfrm>
            </p:grpSpPr>
            <p:sp>
              <p:nvSpPr>
                <p:cNvPr id="11407" name="Google Shape;11407;p4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8" name="Google Shape;11408;p4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9" name="Google Shape;11409;p43"/>
              <p:cNvGrpSpPr/>
              <p:nvPr/>
            </p:nvGrpSpPr>
            <p:grpSpPr>
              <a:xfrm>
                <a:off x="4964770" y="3814016"/>
                <a:ext cx="31499" cy="26993"/>
                <a:chOff x="4964770" y="3814016"/>
                <a:chExt cx="31499" cy="26993"/>
              </a:xfrm>
            </p:grpSpPr>
            <p:sp>
              <p:nvSpPr>
                <p:cNvPr id="11410" name="Google Shape;11410;p4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1" name="Google Shape;11411;p4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2" name="Google Shape;11412;p43"/>
              <p:cNvGrpSpPr/>
              <p:nvPr/>
            </p:nvGrpSpPr>
            <p:grpSpPr>
              <a:xfrm>
                <a:off x="4923290" y="3800504"/>
                <a:ext cx="31468" cy="26898"/>
                <a:chOff x="4923290" y="3800504"/>
                <a:chExt cx="31468" cy="26898"/>
              </a:xfrm>
            </p:grpSpPr>
            <p:sp>
              <p:nvSpPr>
                <p:cNvPr id="11413" name="Google Shape;11413;p4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4" name="Google Shape;11414;p4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5" name="Google Shape;11415;p43"/>
              <p:cNvGrpSpPr/>
              <p:nvPr/>
            </p:nvGrpSpPr>
            <p:grpSpPr>
              <a:xfrm>
                <a:off x="5108534" y="3650943"/>
                <a:ext cx="31405" cy="26993"/>
                <a:chOff x="5108534" y="3650943"/>
                <a:chExt cx="31405" cy="26993"/>
              </a:xfrm>
            </p:grpSpPr>
            <p:sp>
              <p:nvSpPr>
                <p:cNvPr id="11416" name="Google Shape;11416;p4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7" name="Google Shape;11417;p4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8" name="Google Shape;11418;p43"/>
              <p:cNvGrpSpPr/>
              <p:nvPr/>
            </p:nvGrpSpPr>
            <p:grpSpPr>
              <a:xfrm>
                <a:off x="5119380" y="3760739"/>
                <a:ext cx="31499" cy="26993"/>
                <a:chOff x="5119380" y="3760739"/>
                <a:chExt cx="31499" cy="26993"/>
              </a:xfrm>
            </p:grpSpPr>
            <p:sp>
              <p:nvSpPr>
                <p:cNvPr id="11419" name="Google Shape;11419;p4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0" name="Google Shape;11420;p4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1" name="Google Shape;11421;p43"/>
              <p:cNvGrpSpPr/>
              <p:nvPr/>
            </p:nvGrpSpPr>
            <p:grpSpPr>
              <a:xfrm>
                <a:off x="5119380" y="3788235"/>
                <a:ext cx="31499" cy="26993"/>
                <a:chOff x="5119380" y="3788235"/>
                <a:chExt cx="31499" cy="26993"/>
              </a:xfrm>
            </p:grpSpPr>
            <p:sp>
              <p:nvSpPr>
                <p:cNvPr id="11422" name="Google Shape;11422;p4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p4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4" name="Google Shape;11424;p43"/>
              <p:cNvGrpSpPr/>
              <p:nvPr/>
            </p:nvGrpSpPr>
            <p:grpSpPr>
              <a:xfrm>
                <a:off x="5158005" y="3875284"/>
                <a:ext cx="31405" cy="27001"/>
                <a:chOff x="5158005" y="3875284"/>
                <a:chExt cx="31405" cy="27001"/>
              </a:xfrm>
            </p:grpSpPr>
            <p:sp>
              <p:nvSpPr>
                <p:cNvPr id="11425" name="Google Shape;11425;p4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6" name="Google Shape;11426;p4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7" name="Google Shape;11427;p43"/>
              <p:cNvGrpSpPr/>
              <p:nvPr/>
            </p:nvGrpSpPr>
            <p:grpSpPr>
              <a:xfrm>
                <a:off x="5233163" y="3764545"/>
                <a:ext cx="31499" cy="26898"/>
                <a:chOff x="5233163" y="3764545"/>
                <a:chExt cx="31499" cy="26898"/>
              </a:xfrm>
            </p:grpSpPr>
            <p:sp>
              <p:nvSpPr>
                <p:cNvPr id="11428" name="Google Shape;11428;p4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9" name="Google Shape;11429;p4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0" name="Google Shape;11430;p43"/>
              <p:cNvGrpSpPr/>
              <p:nvPr/>
            </p:nvGrpSpPr>
            <p:grpSpPr>
              <a:xfrm>
                <a:off x="5276168" y="3805545"/>
                <a:ext cx="31499" cy="26906"/>
                <a:chOff x="5276168" y="3805545"/>
                <a:chExt cx="31499" cy="26906"/>
              </a:xfrm>
            </p:grpSpPr>
            <p:sp>
              <p:nvSpPr>
                <p:cNvPr id="11431" name="Google Shape;11431;p4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2" name="Google Shape;11432;p4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3" name="Google Shape;11433;p43"/>
              <p:cNvGrpSpPr/>
              <p:nvPr/>
            </p:nvGrpSpPr>
            <p:grpSpPr>
              <a:xfrm>
                <a:off x="5294053" y="3851933"/>
                <a:ext cx="31405" cy="26945"/>
                <a:chOff x="5294053" y="3851933"/>
                <a:chExt cx="31405" cy="26945"/>
              </a:xfrm>
            </p:grpSpPr>
            <p:sp>
              <p:nvSpPr>
                <p:cNvPr id="11434" name="Google Shape;11434;p4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5" name="Google Shape;11435;p4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6" name="Google Shape;11436;p43"/>
              <p:cNvGrpSpPr/>
              <p:nvPr/>
            </p:nvGrpSpPr>
            <p:grpSpPr>
              <a:xfrm>
                <a:off x="5341723" y="3851902"/>
                <a:ext cx="31405" cy="26977"/>
                <a:chOff x="5341723" y="3851902"/>
                <a:chExt cx="31405" cy="26977"/>
              </a:xfrm>
            </p:grpSpPr>
            <p:sp>
              <p:nvSpPr>
                <p:cNvPr id="11437" name="Google Shape;11437;p4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8" name="Google Shape;11438;p4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9" name="Google Shape;11439;p43"/>
              <p:cNvGrpSpPr/>
              <p:nvPr/>
            </p:nvGrpSpPr>
            <p:grpSpPr>
              <a:xfrm>
                <a:off x="5054871" y="3507855"/>
                <a:ext cx="31405" cy="26993"/>
                <a:chOff x="5054871" y="3507855"/>
                <a:chExt cx="31405" cy="26993"/>
              </a:xfrm>
            </p:grpSpPr>
            <p:sp>
              <p:nvSpPr>
                <p:cNvPr id="11440" name="Google Shape;11440;p4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1" name="Google Shape;11441;p4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2" name="Google Shape;11442;p43"/>
              <p:cNvGrpSpPr/>
              <p:nvPr/>
            </p:nvGrpSpPr>
            <p:grpSpPr>
              <a:xfrm>
                <a:off x="4876579" y="3675325"/>
                <a:ext cx="31405" cy="26969"/>
                <a:chOff x="4876579" y="3675325"/>
                <a:chExt cx="31405" cy="26969"/>
              </a:xfrm>
            </p:grpSpPr>
            <p:sp>
              <p:nvSpPr>
                <p:cNvPr id="11443" name="Google Shape;11443;p4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4" name="Google Shape;11444;p4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5" name="Google Shape;11445;p43"/>
              <p:cNvGrpSpPr/>
              <p:nvPr/>
            </p:nvGrpSpPr>
            <p:grpSpPr>
              <a:xfrm>
                <a:off x="4842233" y="3688333"/>
                <a:ext cx="31405" cy="26993"/>
                <a:chOff x="4842233" y="3688333"/>
                <a:chExt cx="31405" cy="26993"/>
              </a:xfrm>
            </p:grpSpPr>
            <p:sp>
              <p:nvSpPr>
                <p:cNvPr id="11446" name="Google Shape;11446;p4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7" name="Google Shape;11447;p4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8" name="Google Shape;11448;p43"/>
              <p:cNvGrpSpPr/>
              <p:nvPr/>
            </p:nvGrpSpPr>
            <p:grpSpPr>
              <a:xfrm>
                <a:off x="5187876" y="3608032"/>
                <a:ext cx="31405" cy="27001"/>
                <a:chOff x="5187876" y="3608032"/>
                <a:chExt cx="31405" cy="27001"/>
              </a:xfrm>
            </p:grpSpPr>
            <p:sp>
              <p:nvSpPr>
                <p:cNvPr id="11449" name="Google Shape;11449;p4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0" name="Google Shape;11450;p4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51" name="Google Shape;11451;p4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2" name="Google Shape;11452;p4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53" name="Google Shape;11453;p43"/>
              <p:cNvGrpSpPr/>
              <p:nvPr/>
            </p:nvGrpSpPr>
            <p:grpSpPr>
              <a:xfrm>
                <a:off x="5269224" y="3304167"/>
                <a:ext cx="40253" cy="34402"/>
                <a:chOff x="5269224" y="3304167"/>
                <a:chExt cx="40253" cy="34402"/>
              </a:xfrm>
            </p:grpSpPr>
            <p:sp>
              <p:nvSpPr>
                <p:cNvPr id="11454" name="Google Shape;11454;p4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5" name="Google Shape;11455;p4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6" name="Google Shape;11456;p43"/>
              <p:cNvGrpSpPr/>
              <p:nvPr/>
            </p:nvGrpSpPr>
            <p:grpSpPr>
              <a:xfrm>
                <a:off x="5327354" y="3476615"/>
                <a:ext cx="49864" cy="42723"/>
                <a:chOff x="5327354" y="3476615"/>
                <a:chExt cx="49864" cy="42723"/>
              </a:xfrm>
            </p:grpSpPr>
            <p:sp>
              <p:nvSpPr>
                <p:cNvPr id="11457" name="Google Shape;11457;p4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p4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59" name="Google Shape;11459;p4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0" name="Google Shape;11460;p4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61" name="Google Shape;11461;p43"/>
              <p:cNvGrpSpPr/>
              <p:nvPr/>
            </p:nvGrpSpPr>
            <p:grpSpPr>
              <a:xfrm>
                <a:off x="5341723" y="3775957"/>
                <a:ext cx="31405" cy="26898"/>
                <a:chOff x="5341723" y="3775957"/>
                <a:chExt cx="31405" cy="26898"/>
              </a:xfrm>
            </p:grpSpPr>
            <p:sp>
              <p:nvSpPr>
                <p:cNvPr id="11462" name="Google Shape;11462;p4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3" name="Google Shape;11463;p4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4" name="Google Shape;11464;p43"/>
              <p:cNvGrpSpPr/>
              <p:nvPr/>
            </p:nvGrpSpPr>
            <p:grpSpPr>
              <a:xfrm>
                <a:off x="5439053" y="3699274"/>
                <a:ext cx="31405" cy="26898"/>
                <a:chOff x="5439053" y="3699274"/>
                <a:chExt cx="31405" cy="26898"/>
              </a:xfrm>
            </p:grpSpPr>
            <p:sp>
              <p:nvSpPr>
                <p:cNvPr id="11465" name="Google Shape;11465;p4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6" name="Google Shape;11466;p4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7" name="Google Shape;11467;p43"/>
              <p:cNvGrpSpPr/>
              <p:nvPr/>
            </p:nvGrpSpPr>
            <p:grpSpPr>
              <a:xfrm>
                <a:off x="5412414" y="3622307"/>
                <a:ext cx="31499" cy="26993"/>
                <a:chOff x="5412414" y="3622307"/>
                <a:chExt cx="31499" cy="26993"/>
              </a:xfrm>
            </p:grpSpPr>
            <p:sp>
              <p:nvSpPr>
                <p:cNvPr id="11468" name="Google Shape;11468;p4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9" name="Google Shape;11469;p4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0" name="Google Shape;11470;p43"/>
              <p:cNvGrpSpPr/>
              <p:nvPr/>
            </p:nvGrpSpPr>
            <p:grpSpPr>
              <a:xfrm>
                <a:off x="5476254" y="3473949"/>
                <a:ext cx="26835" cy="26930"/>
                <a:chOff x="5476254" y="3473949"/>
                <a:chExt cx="26835" cy="26930"/>
              </a:xfrm>
            </p:grpSpPr>
            <p:sp>
              <p:nvSpPr>
                <p:cNvPr id="11471" name="Google Shape;11471;p4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2" name="Google Shape;11472;p4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3" name="Google Shape;11473;p43"/>
              <p:cNvGrpSpPr/>
              <p:nvPr/>
            </p:nvGrpSpPr>
            <p:grpSpPr>
              <a:xfrm>
                <a:off x="5564547" y="3481594"/>
                <a:ext cx="31397" cy="26898"/>
                <a:chOff x="5564547" y="3481594"/>
                <a:chExt cx="31397" cy="26898"/>
              </a:xfrm>
            </p:grpSpPr>
            <p:sp>
              <p:nvSpPr>
                <p:cNvPr id="11474" name="Google Shape;11474;p4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5" name="Google Shape;11475;p4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6" name="Google Shape;11476;p43"/>
              <p:cNvGrpSpPr/>
              <p:nvPr/>
            </p:nvGrpSpPr>
            <p:grpSpPr>
              <a:xfrm>
                <a:off x="5534101" y="3470174"/>
                <a:ext cx="31397" cy="26906"/>
                <a:chOff x="5534101" y="3470174"/>
                <a:chExt cx="31397" cy="26906"/>
              </a:xfrm>
            </p:grpSpPr>
            <p:sp>
              <p:nvSpPr>
                <p:cNvPr id="11477" name="Google Shape;11477;p4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8" name="Google Shape;11478;p4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9" name="Google Shape;11479;p43"/>
              <p:cNvGrpSpPr/>
              <p:nvPr/>
            </p:nvGrpSpPr>
            <p:grpSpPr>
              <a:xfrm>
                <a:off x="5610879" y="3314486"/>
                <a:ext cx="31499" cy="26938"/>
                <a:chOff x="5610879" y="3314486"/>
                <a:chExt cx="31499" cy="26938"/>
              </a:xfrm>
            </p:grpSpPr>
            <p:sp>
              <p:nvSpPr>
                <p:cNvPr id="11480" name="Google Shape;11480;p4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1" name="Google Shape;11481;p4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2" name="Google Shape;11482;p43"/>
              <p:cNvGrpSpPr/>
              <p:nvPr/>
            </p:nvGrpSpPr>
            <p:grpSpPr>
              <a:xfrm>
                <a:off x="4834525" y="3501382"/>
                <a:ext cx="31499" cy="26898"/>
                <a:chOff x="4834525" y="3501382"/>
                <a:chExt cx="31499" cy="26898"/>
              </a:xfrm>
            </p:grpSpPr>
            <p:sp>
              <p:nvSpPr>
                <p:cNvPr id="11483" name="Google Shape;11483;p4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4" name="Google Shape;11484;p4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5" name="Google Shape;11485;p43"/>
              <p:cNvGrpSpPr/>
              <p:nvPr/>
            </p:nvGrpSpPr>
            <p:grpSpPr>
              <a:xfrm>
                <a:off x="4898460" y="3580158"/>
                <a:ext cx="31405" cy="26898"/>
                <a:chOff x="4898460" y="3580158"/>
                <a:chExt cx="31405" cy="26898"/>
              </a:xfrm>
            </p:grpSpPr>
            <p:sp>
              <p:nvSpPr>
                <p:cNvPr id="11486" name="Google Shape;11486;p4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7" name="Google Shape;11487;p4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8" name="Google Shape;11488;p43"/>
              <p:cNvGrpSpPr/>
              <p:nvPr/>
            </p:nvGrpSpPr>
            <p:grpSpPr>
              <a:xfrm>
                <a:off x="4882667" y="3608032"/>
                <a:ext cx="31499" cy="27001"/>
                <a:chOff x="4882667" y="3608032"/>
                <a:chExt cx="31499" cy="27001"/>
              </a:xfrm>
            </p:grpSpPr>
            <p:sp>
              <p:nvSpPr>
                <p:cNvPr id="11489" name="Google Shape;11489;p4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0" name="Google Shape;11490;p4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1" name="Google Shape;11491;p43"/>
              <p:cNvGrpSpPr/>
              <p:nvPr/>
            </p:nvGrpSpPr>
            <p:grpSpPr>
              <a:xfrm>
                <a:off x="4843373" y="3631407"/>
                <a:ext cx="16273" cy="16186"/>
                <a:chOff x="4843373" y="3631407"/>
                <a:chExt cx="16273" cy="16186"/>
              </a:xfrm>
            </p:grpSpPr>
            <p:sp>
              <p:nvSpPr>
                <p:cNvPr id="11492" name="Google Shape;11492;p4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3" name="Google Shape;11493;p4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4" name="Google Shape;11494;p43"/>
              <p:cNvGrpSpPr/>
              <p:nvPr/>
            </p:nvGrpSpPr>
            <p:grpSpPr>
              <a:xfrm>
                <a:off x="4727773" y="3591578"/>
                <a:ext cx="31499" cy="26898"/>
                <a:chOff x="4727773" y="3591578"/>
                <a:chExt cx="31499" cy="26898"/>
              </a:xfrm>
            </p:grpSpPr>
            <p:sp>
              <p:nvSpPr>
                <p:cNvPr id="11495" name="Google Shape;11495;p4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6" name="Google Shape;11496;p4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97" name="Google Shape;11497;p4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8" name="Google Shape;11498;p4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99" name="Google Shape;11499;p43"/>
              <p:cNvGrpSpPr/>
              <p:nvPr/>
            </p:nvGrpSpPr>
            <p:grpSpPr>
              <a:xfrm>
                <a:off x="4609421" y="3577398"/>
                <a:ext cx="31499" cy="27001"/>
                <a:chOff x="4609421" y="3577398"/>
                <a:chExt cx="31499" cy="27001"/>
              </a:xfrm>
            </p:grpSpPr>
            <p:sp>
              <p:nvSpPr>
                <p:cNvPr id="11500" name="Google Shape;11500;p4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1" name="Google Shape;11501;p4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2" name="Google Shape;11502;p43"/>
              <p:cNvGrpSpPr/>
              <p:nvPr/>
            </p:nvGrpSpPr>
            <p:grpSpPr>
              <a:xfrm>
                <a:off x="4649289" y="3577398"/>
                <a:ext cx="31499" cy="27001"/>
                <a:chOff x="4649289" y="3577398"/>
                <a:chExt cx="31499" cy="27001"/>
              </a:xfrm>
            </p:grpSpPr>
            <p:sp>
              <p:nvSpPr>
                <p:cNvPr id="11503" name="Google Shape;11503;p4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4" name="Google Shape;11504;p4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5" name="Google Shape;11505;p43"/>
              <p:cNvGrpSpPr/>
              <p:nvPr/>
            </p:nvGrpSpPr>
            <p:grpSpPr>
              <a:xfrm>
                <a:off x="4605614" y="3639523"/>
                <a:ext cx="31499" cy="26906"/>
                <a:chOff x="4605614" y="3639523"/>
                <a:chExt cx="31499" cy="26906"/>
              </a:xfrm>
            </p:grpSpPr>
            <p:sp>
              <p:nvSpPr>
                <p:cNvPr id="11506" name="Google Shape;11506;p4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7" name="Google Shape;11507;p4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8" name="Google Shape;11508;p43"/>
              <p:cNvGrpSpPr/>
              <p:nvPr/>
            </p:nvGrpSpPr>
            <p:grpSpPr>
              <a:xfrm>
                <a:off x="4785149" y="3618846"/>
                <a:ext cx="26930" cy="26843"/>
                <a:chOff x="4785149" y="3618846"/>
                <a:chExt cx="26930" cy="26843"/>
              </a:xfrm>
            </p:grpSpPr>
            <p:sp>
              <p:nvSpPr>
                <p:cNvPr id="11509" name="Google Shape;11509;p4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0" name="Google Shape;11510;p4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1" name="Google Shape;11511;p43"/>
              <p:cNvGrpSpPr/>
              <p:nvPr/>
            </p:nvGrpSpPr>
            <p:grpSpPr>
              <a:xfrm>
                <a:off x="4810167" y="3601567"/>
                <a:ext cx="31405" cy="26898"/>
                <a:chOff x="4810167" y="3601567"/>
                <a:chExt cx="31405" cy="26898"/>
              </a:xfrm>
            </p:grpSpPr>
            <p:sp>
              <p:nvSpPr>
                <p:cNvPr id="11512" name="Google Shape;11512;p4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3" name="Google Shape;11513;p4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4" name="Google Shape;11514;p43"/>
              <p:cNvGrpSpPr/>
              <p:nvPr/>
            </p:nvGrpSpPr>
            <p:grpSpPr>
              <a:xfrm>
                <a:off x="4831002" y="3373230"/>
                <a:ext cx="31405" cy="26898"/>
                <a:chOff x="4831002" y="3373230"/>
                <a:chExt cx="31405" cy="26898"/>
              </a:xfrm>
            </p:grpSpPr>
            <p:sp>
              <p:nvSpPr>
                <p:cNvPr id="11515" name="Google Shape;11515;p4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6" name="Google Shape;11516;p4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7" name="Google Shape;11517;p43"/>
              <p:cNvGrpSpPr/>
              <p:nvPr/>
            </p:nvGrpSpPr>
            <p:grpSpPr>
              <a:xfrm>
                <a:off x="4719311" y="3355054"/>
                <a:ext cx="31499" cy="27001"/>
                <a:chOff x="4719311" y="3355054"/>
                <a:chExt cx="31499" cy="27001"/>
              </a:xfrm>
            </p:grpSpPr>
            <p:sp>
              <p:nvSpPr>
                <p:cNvPr id="11518" name="Google Shape;11518;p4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p4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0" name="Google Shape;11520;p43"/>
              <p:cNvGrpSpPr/>
              <p:nvPr/>
            </p:nvGrpSpPr>
            <p:grpSpPr>
              <a:xfrm>
                <a:off x="4798755" y="3450260"/>
                <a:ext cx="26930" cy="26930"/>
                <a:chOff x="4798755" y="3450260"/>
                <a:chExt cx="26930" cy="26930"/>
              </a:xfrm>
            </p:grpSpPr>
            <p:sp>
              <p:nvSpPr>
                <p:cNvPr id="11521" name="Google Shape;11521;p4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2" name="Google Shape;11522;p4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3" name="Google Shape;11523;p43"/>
              <p:cNvGrpSpPr/>
              <p:nvPr/>
            </p:nvGrpSpPr>
            <p:grpSpPr>
              <a:xfrm>
                <a:off x="4645576" y="3467555"/>
                <a:ext cx="31405" cy="26953"/>
                <a:chOff x="4645576" y="3467555"/>
                <a:chExt cx="31405" cy="26953"/>
              </a:xfrm>
            </p:grpSpPr>
            <p:sp>
              <p:nvSpPr>
                <p:cNvPr id="11524" name="Google Shape;11524;p4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5" name="Google Shape;11525;p4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6" name="Google Shape;11526;p43"/>
              <p:cNvGrpSpPr/>
              <p:nvPr/>
            </p:nvGrpSpPr>
            <p:grpSpPr>
              <a:xfrm>
                <a:off x="4687631" y="3583965"/>
                <a:ext cx="31499" cy="26898"/>
                <a:chOff x="4687631" y="3583965"/>
                <a:chExt cx="31499" cy="26898"/>
              </a:xfrm>
            </p:grpSpPr>
            <p:sp>
              <p:nvSpPr>
                <p:cNvPr id="11527" name="Google Shape;11527;p4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8" name="Google Shape;11528;p4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9" name="Google Shape;11529;p43"/>
              <p:cNvGrpSpPr/>
              <p:nvPr/>
            </p:nvGrpSpPr>
            <p:grpSpPr>
              <a:xfrm>
                <a:off x="4719311" y="3471314"/>
                <a:ext cx="31499" cy="27001"/>
                <a:chOff x="4719311" y="3471314"/>
                <a:chExt cx="31499" cy="27001"/>
              </a:xfrm>
            </p:grpSpPr>
            <p:sp>
              <p:nvSpPr>
                <p:cNvPr id="11530" name="Google Shape;11530;p4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1" name="Google Shape;11531;p4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2" name="Google Shape;11532;p43"/>
              <p:cNvGrpSpPr/>
              <p:nvPr/>
            </p:nvGrpSpPr>
            <p:grpSpPr>
              <a:xfrm>
                <a:off x="4719311" y="3434404"/>
                <a:ext cx="31499" cy="26898"/>
                <a:chOff x="4719311" y="3434404"/>
                <a:chExt cx="31499" cy="26898"/>
              </a:xfrm>
            </p:grpSpPr>
            <p:sp>
              <p:nvSpPr>
                <p:cNvPr id="11533" name="Google Shape;11533;p4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4" name="Google Shape;11534;p4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5" name="Google Shape;11535;p43"/>
              <p:cNvGrpSpPr/>
              <p:nvPr/>
            </p:nvGrpSpPr>
            <p:grpSpPr>
              <a:xfrm>
                <a:off x="4768876" y="3401772"/>
                <a:ext cx="31499" cy="26898"/>
                <a:chOff x="4768876" y="3401772"/>
                <a:chExt cx="31499" cy="26898"/>
              </a:xfrm>
            </p:grpSpPr>
            <p:sp>
              <p:nvSpPr>
                <p:cNvPr id="11536" name="Google Shape;11536;p4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7" name="Google Shape;11537;p4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8" name="Google Shape;11538;p43"/>
              <p:cNvGrpSpPr/>
              <p:nvPr/>
            </p:nvGrpSpPr>
            <p:grpSpPr>
              <a:xfrm>
                <a:off x="4762214" y="3471377"/>
                <a:ext cx="26938" cy="26938"/>
                <a:chOff x="4762214" y="3471377"/>
                <a:chExt cx="26938" cy="26938"/>
              </a:xfrm>
            </p:grpSpPr>
            <p:sp>
              <p:nvSpPr>
                <p:cNvPr id="11539" name="Google Shape;11539;p4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0" name="Google Shape;11540;p4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1" name="Google Shape;11541;p43"/>
              <p:cNvGrpSpPr/>
              <p:nvPr/>
            </p:nvGrpSpPr>
            <p:grpSpPr>
              <a:xfrm>
                <a:off x="4790473" y="3344782"/>
                <a:ext cx="31405" cy="26898"/>
                <a:chOff x="4790473" y="3344782"/>
                <a:chExt cx="31405" cy="26898"/>
              </a:xfrm>
            </p:grpSpPr>
            <p:sp>
              <p:nvSpPr>
                <p:cNvPr id="11542" name="Google Shape;11542;p4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3" name="Google Shape;11543;p4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4" name="Google Shape;11544;p43"/>
              <p:cNvGrpSpPr/>
              <p:nvPr/>
            </p:nvGrpSpPr>
            <p:grpSpPr>
              <a:xfrm>
                <a:off x="4823774" y="3950733"/>
                <a:ext cx="37398" cy="32034"/>
                <a:chOff x="4823774" y="3950733"/>
                <a:chExt cx="37398" cy="32034"/>
              </a:xfrm>
            </p:grpSpPr>
            <p:sp>
              <p:nvSpPr>
                <p:cNvPr id="11545" name="Google Shape;11545;p4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6" name="Google Shape;11546;p4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7" name="Google Shape;11547;p43"/>
              <p:cNvGrpSpPr/>
              <p:nvPr/>
            </p:nvGrpSpPr>
            <p:grpSpPr>
              <a:xfrm>
                <a:off x="4823396" y="4110566"/>
                <a:ext cx="31405" cy="26906"/>
                <a:chOff x="4823396" y="4110566"/>
                <a:chExt cx="31405" cy="26906"/>
              </a:xfrm>
            </p:grpSpPr>
            <p:sp>
              <p:nvSpPr>
                <p:cNvPr id="11548" name="Google Shape;11548;p4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9" name="Google Shape;11549;p4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0" name="Google Shape;11550;p43"/>
              <p:cNvGrpSpPr/>
              <p:nvPr/>
            </p:nvGrpSpPr>
            <p:grpSpPr>
              <a:xfrm>
                <a:off x="4838332" y="3821150"/>
                <a:ext cx="31499" cy="26898"/>
                <a:chOff x="4838332" y="3821150"/>
                <a:chExt cx="31499" cy="26898"/>
              </a:xfrm>
            </p:grpSpPr>
            <p:sp>
              <p:nvSpPr>
                <p:cNvPr id="11551" name="Google Shape;11551;p4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2" name="Google Shape;11552;p4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3" name="Google Shape;11553;p43"/>
              <p:cNvGrpSpPr/>
              <p:nvPr/>
            </p:nvGrpSpPr>
            <p:grpSpPr>
              <a:xfrm>
                <a:off x="4661275" y="3815007"/>
                <a:ext cx="36824" cy="31523"/>
                <a:chOff x="4661275" y="3815007"/>
                <a:chExt cx="36824" cy="31523"/>
              </a:xfrm>
            </p:grpSpPr>
            <p:sp>
              <p:nvSpPr>
                <p:cNvPr id="11554" name="Google Shape;11554;p4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5" name="Google Shape;11555;p4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6" name="Google Shape;11556;p43"/>
              <p:cNvGrpSpPr/>
              <p:nvPr/>
            </p:nvGrpSpPr>
            <p:grpSpPr>
              <a:xfrm>
                <a:off x="4558998" y="3851037"/>
                <a:ext cx="33591" cy="28699"/>
                <a:chOff x="4558998" y="3851037"/>
                <a:chExt cx="33591" cy="28699"/>
              </a:xfrm>
            </p:grpSpPr>
            <p:sp>
              <p:nvSpPr>
                <p:cNvPr id="11557" name="Google Shape;11557;p4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8" name="Google Shape;11558;p4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9" name="Google Shape;11559;p43"/>
              <p:cNvGrpSpPr/>
              <p:nvPr/>
            </p:nvGrpSpPr>
            <p:grpSpPr>
              <a:xfrm>
                <a:off x="4696762" y="3638587"/>
                <a:ext cx="33591" cy="28794"/>
                <a:chOff x="4696762" y="3638587"/>
                <a:chExt cx="33591" cy="28794"/>
              </a:xfrm>
            </p:grpSpPr>
            <p:sp>
              <p:nvSpPr>
                <p:cNvPr id="11560" name="Google Shape;11560;p4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1" name="Google Shape;11561;p4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2" name="Google Shape;11562;p43"/>
              <p:cNvGrpSpPr/>
              <p:nvPr/>
            </p:nvGrpSpPr>
            <p:grpSpPr>
              <a:xfrm>
                <a:off x="4929479" y="3939140"/>
                <a:ext cx="33497" cy="28692"/>
                <a:chOff x="4929479" y="3939140"/>
                <a:chExt cx="33497" cy="28692"/>
              </a:xfrm>
            </p:grpSpPr>
            <p:sp>
              <p:nvSpPr>
                <p:cNvPr id="11563" name="Google Shape;11563;p4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4" name="Google Shape;11564;p4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5" name="Google Shape;11565;p43"/>
              <p:cNvGrpSpPr/>
              <p:nvPr/>
            </p:nvGrpSpPr>
            <p:grpSpPr>
              <a:xfrm>
                <a:off x="4907119" y="3986039"/>
                <a:ext cx="33497" cy="28699"/>
                <a:chOff x="4907119" y="3986039"/>
                <a:chExt cx="33497" cy="28699"/>
              </a:xfrm>
            </p:grpSpPr>
            <p:sp>
              <p:nvSpPr>
                <p:cNvPr id="11566" name="Google Shape;11566;p4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7" name="Google Shape;11567;p4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8" name="Google Shape;11568;p43"/>
              <p:cNvGrpSpPr/>
              <p:nvPr/>
            </p:nvGrpSpPr>
            <p:grpSpPr>
              <a:xfrm>
                <a:off x="4911783" y="4048102"/>
                <a:ext cx="33591" cy="28762"/>
                <a:chOff x="4911783" y="4048102"/>
                <a:chExt cx="33591" cy="28762"/>
              </a:xfrm>
            </p:grpSpPr>
            <p:sp>
              <p:nvSpPr>
                <p:cNvPr id="11569" name="Google Shape;11569;p4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0" name="Google Shape;11570;p4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71" name="Google Shape;11571;p4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2" name="Google Shape;11572;p4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73" name="Google Shape;11573;p43"/>
              <p:cNvGrpSpPr/>
              <p:nvPr/>
            </p:nvGrpSpPr>
            <p:grpSpPr>
              <a:xfrm>
                <a:off x="4762623" y="3837847"/>
                <a:ext cx="42416" cy="36273"/>
                <a:chOff x="4762623" y="3837847"/>
                <a:chExt cx="42416" cy="36273"/>
              </a:xfrm>
            </p:grpSpPr>
            <p:sp>
              <p:nvSpPr>
                <p:cNvPr id="11574" name="Google Shape;11574;p4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5" name="Google Shape;11575;p4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6" name="Google Shape;11576;p43"/>
              <p:cNvGrpSpPr/>
              <p:nvPr/>
            </p:nvGrpSpPr>
            <p:grpSpPr>
              <a:xfrm>
                <a:off x="4746044" y="4104966"/>
                <a:ext cx="33497" cy="28699"/>
                <a:chOff x="4746044" y="4104966"/>
                <a:chExt cx="33497" cy="28699"/>
              </a:xfrm>
            </p:grpSpPr>
            <p:sp>
              <p:nvSpPr>
                <p:cNvPr id="11577" name="Google Shape;11577;p4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8" name="Google Shape;11578;p4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9" name="Google Shape;11579;p43"/>
              <p:cNvGrpSpPr/>
              <p:nvPr/>
            </p:nvGrpSpPr>
            <p:grpSpPr>
              <a:xfrm>
                <a:off x="4859646" y="4162554"/>
                <a:ext cx="33591" cy="28762"/>
                <a:chOff x="4859646" y="4162554"/>
                <a:chExt cx="33591" cy="28762"/>
              </a:xfrm>
            </p:grpSpPr>
            <p:sp>
              <p:nvSpPr>
                <p:cNvPr id="11580" name="Google Shape;11580;p4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1" name="Google Shape;11581;p4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582" name="Google Shape;11582;p43"/>
            <p:cNvGrpSpPr/>
            <p:nvPr/>
          </p:nvGrpSpPr>
          <p:grpSpPr>
            <a:xfrm>
              <a:off x="3597785" y="3274438"/>
              <a:ext cx="855610" cy="1122099"/>
              <a:chOff x="3597785" y="3274438"/>
              <a:chExt cx="855610" cy="1122099"/>
            </a:xfrm>
          </p:grpSpPr>
          <p:grpSp>
            <p:nvGrpSpPr>
              <p:cNvPr id="11583" name="Google Shape;11583;p43"/>
              <p:cNvGrpSpPr/>
              <p:nvPr/>
            </p:nvGrpSpPr>
            <p:grpSpPr>
              <a:xfrm>
                <a:off x="3617857" y="3284717"/>
                <a:ext cx="826784" cy="1099165"/>
                <a:chOff x="3617857" y="3284717"/>
                <a:chExt cx="826784" cy="1099165"/>
              </a:xfrm>
            </p:grpSpPr>
            <p:sp>
              <p:nvSpPr>
                <p:cNvPr id="11584" name="Google Shape;11584;p4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5" name="Google Shape;11585;p4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6" name="Google Shape;11586;p43"/>
                <p:cNvSpPr/>
                <p:nvPr/>
              </p:nvSpPr>
              <p:spPr>
                <a:xfrm>
                  <a:off x="4230666" y="3943372"/>
                  <a:ext cx="15612" cy="77934"/>
                </a:xfrm>
                <a:custGeom>
                  <a:rect b="b" l="l" r="r" t="t"/>
                  <a:pathLst>
                    <a:path extrusionOk="0" fill="none" h="9909" w="1985">
                      <a:moveTo>
                        <a:pt x="1984" y="9908"/>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7" name="Google Shape;11587;p4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8" name="Google Shape;11588;p43"/>
                <p:cNvSpPr/>
                <p:nvPr/>
              </p:nvSpPr>
              <p:spPr>
                <a:xfrm>
                  <a:off x="4234473" y="3939573"/>
                  <a:ext cx="143953" cy="22171"/>
                </a:xfrm>
                <a:custGeom>
                  <a:rect b="b" l="l" r="r" t="t"/>
                  <a:pathLst>
                    <a:path extrusionOk="0" fill="none" h="2819" w="18303">
                      <a:moveTo>
                        <a:pt x="0" y="0"/>
                      </a:moveTo>
                      <a:lnTo>
                        <a:pt x="18303" y="28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9" name="Google Shape;11589;p43"/>
                <p:cNvSpPr/>
                <p:nvPr/>
              </p:nvSpPr>
              <p:spPr>
                <a:xfrm>
                  <a:off x="4300405" y="4023579"/>
                  <a:ext cx="24264" cy="112650"/>
                </a:xfrm>
                <a:custGeom>
                  <a:rect b="b" l="l" r="r" t="t"/>
                  <a:pathLst>
                    <a:path extrusionOk="0" fill="none" h="14323" w="3085">
                      <a:moveTo>
                        <a:pt x="0" y="14323"/>
                      </a:moveTo>
                      <a:lnTo>
                        <a:pt x="3085"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0" name="Google Shape;11590;p43"/>
                <p:cNvSpPr/>
                <p:nvPr/>
              </p:nvSpPr>
              <p:spPr>
                <a:xfrm>
                  <a:off x="4324661" y="4019772"/>
                  <a:ext cx="40544" cy="140154"/>
                </a:xfrm>
                <a:custGeom>
                  <a:rect b="b" l="l" r="r" t="t"/>
                  <a:pathLst>
                    <a:path extrusionOk="0" fill="none" h="17820" w="5155">
                      <a:moveTo>
                        <a:pt x="1" y="1"/>
                      </a:moveTo>
                      <a:lnTo>
                        <a:pt x="5154" y="178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1" name="Google Shape;11591;p43"/>
                <p:cNvSpPr/>
                <p:nvPr/>
              </p:nvSpPr>
              <p:spPr>
                <a:xfrm>
                  <a:off x="4324661" y="4019772"/>
                  <a:ext cx="104282" cy="52522"/>
                </a:xfrm>
                <a:custGeom>
                  <a:rect b="b" l="l" r="r" t="t"/>
                  <a:pathLst>
                    <a:path extrusionOk="0" fill="none" h="6678" w="13259">
                      <a:moveTo>
                        <a:pt x="1" y="1"/>
                      </a:moveTo>
                      <a:lnTo>
                        <a:pt x="13259" y="667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2" name="Google Shape;11592;p43"/>
                <p:cNvSpPr/>
                <p:nvPr/>
              </p:nvSpPr>
              <p:spPr>
                <a:xfrm>
                  <a:off x="4328467" y="3989901"/>
                  <a:ext cx="113421" cy="29879"/>
                </a:xfrm>
                <a:custGeom>
                  <a:rect b="b" l="l" r="r" t="t"/>
                  <a:pathLst>
                    <a:path extrusionOk="0" fill="none" h="3799" w="14421">
                      <a:moveTo>
                        <a:pt x="14420" y="0"/>
                      </a:moveTo>
                      <a:lnTo>
                        <a:pt x="1" y="379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3" name="Google Shape;11593;p43"/>
                <p:cNvSpPr/>
                <p:nvPr/>
              </p:nvSpPr>
              <p:spPr>
                <a:xfrm>
                  <a:off x="4224193" y="4019772"/>
                  <a:ext cx="23886" cy="76975"/>
                </a:xfrm>
                <a:custGeom>
                  <a:rect b="b" l="l" r="r" t="t"/>
                  <a:pathLst>
                    <a:path extrusionOk="0" fill="none" h="9787" w="3037">
                      <a:moveTo>
                        <a:pt x="1" y="9787"/>
                      </a:moveTo>
                      <a:lnTo>
                        <a:pt x="3037"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4" name="Google Shape;11594;p43"/>
                <p:cNvSpPr/>
                <p:nvPr/>
              </p:nvSpPr>
              <p:spPr>
                <a:xfrm>
                  <a:off x="4248071" y="4019772"/>
                  <a:ext cx="52342" cy="116457"/>
                </a:xfrm>
                <a:custGeom>
                  <a:rect b="b" l="l" r="r" t="t"/>
                  <a:pathLst>
                    <a:path extrusionOk="0" fill="none" h="14807" w="6655">
                      <a:moveTo>
                        <a:pt x="1" y="1"/>
                      </a:moveTo>
                      <a:lnTo>
                        <a:pt x="6654" y="1480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5" name="Google Shape;11595;p43"/>
                <p:cNvSpPr/>
                <p:nvPr/>
              </p:nvSpPr>
              <p:spPr>
                <a:xfrm>
                  <a:off x="4300405" y="4138982"/>
                  <a:ext cx="6567" cy="119029"/>
                </a:xfrm>
                <a:custGeom>
                  <a:rect b="b" l="l" r="r" t="t"/>
                  <a:pathLst>
                    <a:path extrusionOk="0" fill="none" h="15134" w="835">
                      <a:moveTo>
                        <a:pt x="0" y="1"/>
                      </a:moveTo>
                      <a:lnTo>
                        <a:pt x="835" y="1513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6" name="Google Shape;11596;p43"/>
                <p:cNvSpPr/>
                <p:nvPr/>
              </p:nvSpPr>
              <p:spPr>
                <a:xfrm>
                  <a:off x="4219726" y="4200164"/>
                  <a:ext cx="85343" cy="60513"/>
                </a:xfrm>
                <a:custGeom>
                  <a:rect b="b" l="l" r="r" t="t"/>
                  <a:pathLst>
                    <a:path extrusionOk="0" fill="none" h="7694" w="10851">
                      <a:moveTo>
                        <a:pt x="0" y="0"/>
                      </a:moveTo>
                      <a:lnTo>
                        <a:pt x="10851" y="769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7" name="Google Shape;11597;p43"/>
                <p:cNvSpPr/>
                <p:nvPr/>
              </p:nvSpPr>
              <p:spPr>
                <a:xfrm>
                  <a:off x="4223430" y="4137275"/>
                  <a:ext cx="81930" cy="15132"/>
                </a:xfrm>
                <a:custGeom>
                  <a:rect b="b" l="l" r="r" t="t"/>
                  <a:pathLst>
                    <a:path extrusionOk="0" fill="none" h="1924" w="10417">
                      <a:moveTo>
                        <a:pt x="1" y="1923"/>
                      </a:moveTo>
                      <a:lnTo>
                        <a:pt x="1041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8" name="Google Shape;11598;p43"/>
                <p:cNvSpPr/>
                <p:nvPr/>
              </p:nvSpPr>
              <p:spPr>
                <a:xfrm>
                  <a:off x="4303638" y="4138982"/>
                  <a:ext cx="59947" cy="23894"/>
                </a:xfrm>
                <a:custGeom>
                  <a:rect b="b" l="l" r="r" t="t"/>
                  <a:pathLst>
                    <a:path extrusionOk="0" fill="none" h="3038" w="7622">
                      <a:moveTo>
                        <a:pt x="7621" y="3037"/>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p43"/>
                <p:cNvSpPr/>
                <p:nvPr/>
              </p:nvSpPr>
              <p:spPr>
                <a:xfrm>
                  <a:off x="4201644" y="4267237"/>
                  <a:ext cx="39970" cy="77164"/>
                </a:xfrm>
                <a:custGeom>
                  <a:rect b="b" l="l" r="r" t="t"/>
                  <a:pathLst>
                    <a:path extrusionOk="0" fill="none" h="9811" w="5082">
                      <a:moveTo>
                        <a:pt x="1" y="0"/>
                      </a:moveTo>
                      <a:lnTo>
                        <a:pt x="5081" y="981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0" name="Google Shape;11600;p43"/>
                <p:cNvSpPr/>
                <p:nvPr/>
              </p:nvSpPr>
              <p:spPr>
                <a:xfrm>
                  <a:off x="4203831" y="4258003"/>
                  <a:ext cx="103142" cy="9241"/>
                </a:xfrm>
                <a:custGeom>
                  <a:rect b="b" l="l" r="r" t="t"/>
                  <a:pathLst>
                    <a:path extrusionOk="0" fill="none" h="1175" w="13114">
                      <a:moveTo>
                        <a:pt x="1" y="1174"/>
                      </a:moveTo>
                      <a:lnTo>
                        <a:pt x="1311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1" name="Google Shape;11601;p43"/>
                <p:cNvSpPr/>
                <p:nvPr/>
              </p:nvSpPr>
              <p:spPr>
                <a:xfrm>
                  <a:off x="4179001" y="3943372"/>
                  <a:ext cx="51673" cy="104951"/>
                </a:xfrm>
                <a:custGeom>
                  <a:rect b="b" l="l" r="r" t="t"/>
                  <a:pathLst>
                    <a:path extrusionOk="0" fill="none" h="13344" w="6570">
                      <a:moveTo>
                        <a:pt x="1" y="13344"/>
                      </a:moveTo>
                      <a:lnTo>
                        <a:pt x="656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2" name="Google Shape;11602;p43"/>
                <p:cNvSpPr/>
                <p:nvPr/>
              </p:nvSpPr>
              <p:spPr>
                <a:xfrm>
                  <a:off x="4248071" y="4019772"/>
                  <a:ext cx="76597" cy="8"/>
                </a:xfrm>
                <a:custGeom>
                  <a:rect b="b" l="l" r="r" t="t"/>
                  <a:pathLst>
                    <a:path extrusionOk="0" fill="none" h="1" w="9739">
                      <a:moveTo>
                        <a:pt x="1" y="1"/>
                      </a:moveTo>
                      <a:lnTo>
                        <a:pt x="973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3" name="Google Shape;11603;p43"/>
                <p:cNvSpPr/>
                <p:nvPr/>
              </p:nvSpPr>
              <p:spPr>
                <a:xfrm>
                  <a:off x="4219529" y="4138982"/>
                  <a:ext cx="84116" cy="63282"/>
                </a:xfrm>
                <a:custGeom>
                  <a:rect b="b" l="l" r="r" t="t"/>
                  <a:pathLst>
                    <a:path extrusionOk="0" fill="none" h="8046" w="10695">
                      <a:moveTo>
                        <a:pt x="1" y="8045"/>
                      </a:moveTo>
                      <a:lnTo>
                        <a:pt x="1069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4" name="Google Shape;11604;p43"/>
                <p:cNvSpPr/>
                <p:nvPr/>
              </p:nvSpPr>
              <p:spPr>
                <a:xfrm>
                  <a:off x="3654964" y="3289853"/>
                  <a:ext cx="46820" cy="63848"/>
                </a:xfrm>
                <a:custGeom>
                  <a:rect b="b" l="l" r="r" t="t"/>
                  <a:pathLst>
                    <a:path extrusionOk="0" fill="none" h="8118" w="5953">
                      <a:moveTo>
                        <a:pt x="1" y="0"/>
                      </a:moveTo>
                      <a:lnTo>
                        <a:pt x="5952" y="811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5" name="Google Shape;11605;p43"/>
                <p:cNvSpPr/>
                <p:nvPr/>
              </p:nvSpPr>
              <p:spPr>
                <a:xfrm>
                  <a:off x="3619760" y="3353693"/>
                  <a:ext cx="85736" cy="36730"/>
                </a:xfrm>
                <a:custGeom>
                  <a:rect b="b" l="l" r="r" t="t"/>
                  <a:pathLst>
                    <a:path extrusionOk="0" fill="none" h="4670" w="10901">
                      <a:moveTo>
                        <a:pt x="1" y="4670"/>
                      </a:moveTo>
                      <a:lnTo>
                        <a:pt x="1090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6" name="Google Shape;11606;p43"/>
                <p:cNvSpPr/>
                <p:nvPr/>
              </p:nvSpPr>
              <p:spPr>
                <a:xfrm>
                  <a:off x="3703011" y="3354739"/>
                  <a:ext cx="70415" cy="79350"/>
                </a:xfrm>
                <a:custGeom>
                  <a:rect b="b" l="l" r="r" t="t"/>
                  <a:pathLst>
                    <a:path extrusionOk="0" fill="none" h="10089" w="8953">
                      <a:moveTo>
                        <a:pt x="1" y="0"/>
                      </a:moveTo>
                      <a:lnTo>
                        <a:pt x="8952" y="1008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7" name="Google Shape;11607;p43"/>
                <p:cNvSpPr/>
                <p:nvPr/>
              </p:nvSpPr>
              <p:spPr>
                <a:xfrm>
                  <a:off x="3779884" y="3366443"/>
                  <a:ext cx="34449" cy="67647"/>
                </a:xfrm>
                <a:custGeom>
                  <a:rect b="b" l="l" r="r" t="t"/>
                  <a:pathLst>
                    <a:path extrusionOk="0" fill="none" h="8601" w="4380">
                      <a:moveTo>
                        <a:pt x="1" y="8601"/>
                      </a:moveTo>
                      <a:lnTo>
                        <a:pt x="438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8" name="Google Shape;11608;p43"/>
                <p:cNvSpPr/>
                <p:nvPr/>
              </p:nvSpPr>
              <p:spPr>
                <a:xfrm>
                  <a:off x="3701776" y="3353693"/>
                  <a:ext cx="116363" cy="12757"/>
                </a:xfrm>
                <a:custGeom>
                  <a:rect b="b" l="l" r="r" t="t"/>
                  <a:pathLst>
                    <a:path extrusionOk="0" fill="none" h="1622" w="14795">
                      <a:moveTo>
                        <a:pt x="14795" y="1621"/>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9" name="Google Shape;11609;p43"/>
                <p:cNvSpPr/>
                <p:nvPr/>
              </p:nvSpPr>
              <p:spPr>
                <a:xfrm>
                  <a:off x="3701776" y="3313063"/>
                  <a:ext cx="227204" cy="40638"/>
                </a:xfrm>
                <a:custGeom>
                  <a:rect b="b" l="l" r="r" t="t"/>
                  <a:pathLst>
                    <a:path extrusionOk="0" fill="none" h="5167" w="28888">
                      <a:moveTo>
                        <a:pt x="28887" y="1"/>
                      </a:moveTo>
                      <a:lnTo>
                        <a:pt x="0" y="51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0" name="Google Shape;11610;p43"/>
                <p:cNvSpPr/>
                <p:nvPr/>
              </p:nvSpPr>
              <p:spPr>
                <a:xfrm>
                  <a:off x="3888633" y="3313063"/>
                  <a:ext cx="40347" cy="114467"/>
                </a:xfrm>
                <a:custGeom>
                  <a:rect b="b" l="l" r="r" t="t"/>
                  <a:pathLst>
                    <a:path extrusionOk="0" fill="none" h="14554" w="5130">
                      <a:moveTo>
                        <a:pt x="5129" y="1"/>
                      </a:moveTo>
                      <a:lnTo>
                        <a:pt x="0" y="1455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1" name="Google Shape;11611;p43"/>
                <p:cNvSpPr/>
                <p:nvPr/>
              </p:nvSpPr>
              <p:spPr>
                <a:xfrm>
                  <a:off x="3814325" y="3366443"/>
                  <a:ext cx="74316" cy="61087"/>
                </a:xfrm>
                <a:custGeom>
                  <a:rect b="b" l="l" r="r" t="t"/>
                  <a:pathLst>
                    <a:path extrusionOk="0" fill="none" h="7767" w="9449">
                      <a:moveTo>
                        <a:pt x="1" y="0"/>
                      </a:moveTo>
                      <a:lnTo>
                        <a:pt x="9448" y="77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2" name="Google Shape;11612;p43"/>
                <p:cNvSpPr/>
                <p:nvPr/>
              </p:nvSpPr>
              <p:spPr>
                <a:xfrm>
                  <a:off x="3838399" y="3427522"/>
                  <a:ext cx="50242" cy="67749"/>
                </a:xfrm>
                <a:custGeom>
                  <a:rect b="b" l="l" r="r" t="t"/>
                  <a:pathLst>
                    <a:path extrusionOk="0" fill="none" h="8614" w="6388">
                      <a:moveTo>
                        <a:pt x="0" y="8613"/>
                      </a:moveTo>
                      <a:lnTo>
                        <a:pt x="638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3" name="Google Shape;11613;p43"/>
                <p:cNvSpPr/>
                <p:nvPr/>
              </p:nvSpPr>
              <p:spPr>
                <a:xfrm>
                  <a:off x="3814325" y="3313063"/>
                  <a:ext cx="114656" cy="53388"/>
                </a:xfrm>
                <a:custGeom>
                  <a:rect b="b" l="l" r="r" t="t"/>
                  <a:pathLst>
                    <a:path extrusionOk="0" fill="none" h="6788" w="14578">
                      <a:moveTo>
                        <a:pt x="1" y="6787"/>
                      </a:moveTo>
                      <a:lnTo>
                        <a:pt x="14577"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4" name="Google Shape;11614;p43"/>
                <p:cNvSpPr/>
                <p:nvPr/>
              </p:nvSpPr>
              <p:spPr>
                <a:xfrm>
                  <a:off x="3888633" y="3427522"/>
                  <a:ext cx="55377" cy="76212"/>
                </a:xfrm>
                <a:custGeom>
                  <a:rect b="b" l="l" r="r" t="t"/>
                  <a:pathLst>
                    <a:path extrusionOk="0" fill="none" h="9690" w="7041">
                      <a:moveTo>
                        <a:pt x="0" y="0"/>
                      </a:moveTo>
                      <a:lnTo>
                        <a:pt x="7041" y="969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5" name="Google Shape;11615;p43"/>
                <p:cNvSpPr/>
                <p:nvPr/>
              </p:nvSpPr>
              <p:spPr>
                <a:xfrm>
                  <a:off x="3944003" y="3406208"/>
                  <a:ext cx="40631" cy="97526"/>
                </a:xfrm>
                <a:custGeom>
                  <a:rect b="b" l="l" r="r" t="t"/>
                  <a:pathLst>
                    <a:path extrusionOk="0" fill="none" h="12400" w="5166">
                      <a:moveTo>
                        <a:pt x="1" y="12400"/>
                      </a:moveTo>
                      <a:lnTo>
                        <a:pt x="516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6" name="Google Shape;11616;p43"/>
                <p:cNvSpPr/>
                <p:nvPr/>
              </p:nvSpPr>
              <p:spPr>
                <a:xfrm>
                  <a:off x="3984625" y="3357500"/>
                  <a:ext cx="55291" cy="48716"/>
                </a:xfrm>
                <a:custGeom>
                  <a:rect b="b" l="l" r="r" t="t"/>
                  <a:pathLst>
                    <a:path extrusionOk="0" fill="none" h="6194" w="7030">
                      <a:moveTo>
                        <a:pt x="1" y="6194"/>
                      </a:moveTo>
                      <a:lnTo>
                        <a:pt x="702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p43"/>
                <p:cNvSpPr/>
                <p:nvPr/>
              </p:nvSpPr>
              <p:spPr>
                <a:xfrm>
                  <a:off x="3888633" y="3406208"/>
                  <a:ext cx="96000" cy="21322"/>
                </a:xfrm>
                <a:custGeom>
                  <a:rect b="b" l="l" r="r" t="t"/>
                  <a:pathLst>
                    <a:path extrusionOk="0" fill="none" h="2711" w="12206">
                      <a:moveTo>
                        <a:pt x="0" y="2710"/>
                      </a:moveTo>
                      <a:lnTo>
                        <a:pt x="1220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p43"/>
                <p:cNvSpPr/>
                <p:nvPr/>
              </p:nvSpPr>
              <p:spPr>
                <a:xfrm>
                  <a:off x="3984625" y="3406208"/>
                  <a:ext cx="42251" cy="136348"/>
                </a:xfrm>
                <a:custGeom>
                  <a:rect b="b" l="l" r="r" t="t"/>
                  <a:pathLst>
                    <a:path extrusionOk="0" fill="none" h="17336" w="5372">
                      <a:moveTo>
                        <a:pt x="1" y="1"/>
                      </a:moveTo>
                      <a:lnTo>
                        <a:pt x="5372" y="173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9" name="Google Shape;11619;p43"/>
                <p:cNvSpPr/>
                <p:nvPr/>
              </p:nvSpPr>
              <p:spPr>
                <a:xfrm>
                  <a:off x="4026868" y="3427522"/>
                  <a:ext cx="35597" cy="115033"/>
                </a:xfrm>
                <a:custGeom>
                  <a:rect b="b" l="l" r="r" t="t"/>
                  <a:pathLst>
                    <a:path extrusionOk="0" fill="none" h="14626" w="4526">
                      <a:moveTo>
                        <a:pt x="1" y="14625"/>
                      </a:moveTo>
                      <a:lnTo>
                        <a:pt x="4525"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0" name="Google Shape;11620;p43"/>
                <p:cNvSpPr/>
                <p:nvPr/>
              </p:nvSpPr>
              <p:spPr>
                <a:xfrm>
                  <a:off x="3876261" y="3542548"/>
                  <a:ext cx="150615" cy="52051"/>
                </a:xfrm>
                <a:custGeom>
                  <a:rect b="b" l="l" r="r" t="t"/>
                  <a:pathLst>
                    <a:path extrusionOk="0" fill="none" h="6618" w="19150">
                      <a:moveTo>
                        <a:pt x="1" y="6617"/>
                      </a:moveTo>
                      <a:lnTo>
                        <a:pt x="1915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1" name="Google Shape;11621;p43"/>
                <p:cNvSpPr/>
                <p:nvPr/>
              </p:nvSpPr>
              <p:spPr>
                <a:xfrm>
                  <a:off x="4006702" y="3542548"/>
                  <a:ext cx="20174" cy="99044"/>
                </a:xfrm>
                <a:custGeom>
                  <a:rect b="b" l="l" r="r" t="t"/>
                  <a:pathLst>
                    <a:path extrusionOk="0" fill="none" h="12593" w="2565">
                      <a:moveTo>
                        <a:pt x="2565" y="0"/>
                      </a:moveTo>
                      <a:lnTo>
                        <a:pt x="0" y="1259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2" name="Google Shape;11622;p43"/>
                <p:cNvSpPr/>
                <p:nvPr/>
              </p:nvSpPr>
              <p:spPr>
                <a:xfrm>
                  <a:off x="3912700" y="3641584"/>
                  <a:ext cx="97817" cy="41779"/>
                </a:xfrm>
                <a:custGeom>
                  <a:rect b="b" l="l" r="r" t="t"/>
                  <a:pathLst>
                    <a:path extrusionOk="0" fill="none" h="5312" w="12437">
                      <a:moveTo>
                        <a:pt x="1" y="5311"/>
                      </a:moveTo>
                      <a:lnTo>
                        <a:pt x="1243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3" name="Google Shape;11623;p43"/>
                <p:cNvSpPr/>
                <p:nvPr/>
              </p:nvSpPr>
              <p:spPr>
                <a:xfrm>
                  <a:off x="3875601" y="3503726"/>
                  <a:ext cx="68410" cy="89158"/>
                </a:xfrm>
                <a:custGeom>
                  <a:rect b="b" l="l" r="r" t="t"/>
                  <a:pathLst>
                    <a:path extrusionOk="0" fill="none" h="11336" w="8698">
                      <a:moveTo>
                        <a:pt x="8698" y="1"/>
                      </a:moveTo>
                      <a:lnTo>
                        <a:pt x="0" y="113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4" name="Google Shape;11624;p43"/>
                <p:cNvSpPr/>
                <p:nvPr/>
              </p:nvSpPr>
              <p:spPr>
                <a:xfrm>
                  <a:off x="3944003" y="3503726"/>
                  <a:ext cx="89441" cy="36163"/>
                </a:xfrm>
                <a:custGeom>
                  <a:rect b="b" l="l" r="r" t="t"/>
                  <a:pathLst>
                    <a:path extrusionOk="0" fill="none" h="4598" w="11372">
                      <a:moveTo>
                        <a:pt x="1" y="1"/>
                      </a:moveTo>
                      <a:lnTo>
                        <a:pt x="11372" y="459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5" name="Google Shape;11625;p43"/>
                <p:cNvSpPr/>
                <p:nvPr/>
              </p:nvSpPr>
              <p:spPr>
                <a:xfrm>
                  <a:off x="4033436" y="3490599"/>
                  <a:ext cx="132824" cy="49290"/>
                </a:xfrm>
                <a:custGeom>
                  <a:rect b="b" l="l" r="r" t="t"/>
                  <a:pathLst>
                    <a:path extrusionOk="0" fill="none" h="6267" w="16888">
                      <a:moveTo>
                        <a:pt x="1" y="6267"/>
                      </a:moveTo>
                      <a:lnTo>
                        <a:pt x="1688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6" name="Google Shape;11626;p43"/>
                <p:cNvSpPr/>
                <p:nvPr/>
              </p:nvSpPr>
              <p:spPr>
                <a:xfrm>
                  <a:off x="4166252" y="3490599"/>
                  <a:ext cx="73459" cy="95528"/>
                </a:xfrm>
                <a:custGeom>
                  <a:rect b="b" l="l" r="r" t="t"/>
                  <a:pathLst>
                    <a:path extrusionOk="0" fill="none" h="12146" w="9340">
                      <a:moveTo>
                        <a:pt x="1" y="0"/>
                      </a:moveTo>
                      <a:lnTo>
                        <a:pt x="9339" y="121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7" name="Google Shape;11627;p43"/>
                <p:cNvSpPr/>
                <p:nvPr/>
              </p:nvSpPr>
              <p:spPr>
                <a:xfrm>
                  <a:off x="4027726" y="3539882"/>
                  <a:ext cx="211985" cy="39970"/>
                </a:xfrm>
                <a:custGeom>
                  <a:rect b="b" l="l" r="r" t="t"/>
                  <a:pathLst>
                    <a:path extrusionOk="0" fill="none" h="5082" w="26953">
                      <a:moveTo>
                        <a:pt x="26952" y="5081"/>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p43"/>
                <p:cNvSpPr/>
                <p:nvPr/>
              </p:nvSpPr>
              <p:spPr>
                <a:xfrm>
                  <a:off x="4027726" y="3539882"/>
                  <a:ext cx="99720" cy="174878"/>
                </a:xfrm>
                <a:custGeom>
                  <a:rect b="b" l="l" r="r" t="t"/>
                  <a:pathLst>
                    <a:path extrusionOk="0" fill="none" h="22235" w="12679">
                      <a:moveTo>
                        <a:pt x="1" y="1"/>
                      </a:moveTo>
                      <a:lnTo>
                        <a:pt x="12678" y="2223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p43"/>
                <p:cNvSpPr/>
                <p:nvPr/>
              </p:nvSpPr>
              <p:spPr>
                <a:xfrm>
                  <a:off x="4027726" y="3539882"/>
                  <a:ext cx="159754" cy="111707"/>
                </a:xfrm>
                <a:custGeom>
                  <a:rect b="b" l="l" r="r" t="t"/>
                  <a:pathLst>
                    <a:path extrusionOk="0" fill="none" h="14203" w="20312">
                      <a:moveTo>
                        <a:pt x="1" y="1"/>
                      </a:moveTo>
                      <a:lnTo>
                        <a:pt x="20311" y="142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0" name="Google Shape;11630;p43"/>
                <p:cNvSpPr/>
                <p:nvPr/>
              </p:nvSpPr>
              <p:spPr>
                <a:xfrm>
                  <a:off x="4006702" y="3641584"/>
                  <a:ext cx="120743" cy="73176"/>
                </a:xfrm>
                <a:custGeom>
                  <a:rect b="b" l="l" r="r" t="t"/>
                  <a:pathLst>
                    <a:path extrusionOk="0" fill="none" h="9304" w="15352">
                      <a:moveTo>
                        <a:pt x="0" y="1"/>
                      </a:moveTo>
                      <a:lnTo>
                        <a:pt x="15351" y="930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1" name="Google Shape;11631;p43"/>
                <p:cNvSpPr/>
                <p:nvPr/>
              </p:nvSpPr>
              <p:spPr>
                <a:xfrm>
                  <a:off x="4006702" y="3641584"/>
                  <a:ext cx="39773" cy="140249"/>
                </a:xfrm>
                <a:custGeom>
                  <a:rect b="b" l="l" r="r" t="t"/>
                  <a:pathLst>
                    <a:path extrusionOk="0" fill="none" h="17832" w="5057">
                      <a:moveTo>
                        <a:pt x="5057" y="17832"/>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2" name="Google Shape;11632;p43"/>
                <p:cNvSpPr/>
                <p:nvPr/>
              </p:nvSpPr>
              <p:spPr>
                <a:xfrm>
                  <a:off x="3996423" y="3784585"/>
                  <a:ext cx="51862" cy="10280"/>
                </a:xfrm>
                <a:custGeom>
                  <a:rect b="b" l="l" r="r" t="t"/>
                  <a:pathLst>
                    <a:path extrusionOk="0" fill="none" h="1307" w="6594">
                      <a:moveTo>
                        <a:pt x="1" y="1307"/>
                      </a:moveTo>
                      <a:lnTo>
                        <a:pt x="659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3" name="Google Shape;11633;p43"/>
                <p:cNvSpPr/>
                <p:nvPr/>
              </p:nvSpPr>
              <p:spPr>
                <a:xfrm>
                  <a:off x="4048277" y="3784585"/>
                  <a:ext cx="47583" cy="68890"/>
                </a:xfrm>
                <a:custGeom>
                  <a:rect b="b" l="l" r="r" t="t"/>
                  <a:pathLst>
                    <a:path extrusionOk="0" fill="none" h="8759" w="6050">
                      <a:moveTo>
                        <a:pt x="1" y="0"/>
                      </a:moveTo>
                      <a:lnTo>
                        <a:pt x="6049" y="875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4" name="Google Shape;11634;p43"/>
                <p:cNvSpPr/>
                <p:nvPr/>
              </p:nvSpPr>
              <p:spPr>
                <a:xfrm>
                  <a:off x="4095947" y="3788392"/>
                  <a:ext cx="10280" cy="64894"/>
                </a:xfrm>
                <a:custGeom>
                  <a:rect b="b" l="l" r="r" t="t"/>
                  <a:pathLst>
                    <a:path extrusionOk="0" fill="none" h="8251" w="1307">
                      <a:moveTo>
                        <a:pt x="0" y="8250"/>
                      </a:moveTo>
                      <a:lnTo>
                        <a:pt x="130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5" name="Google Shape;11635;p43"/>
                <p:cNvSpPr/>
                <p:nvPr/>
              </p:nvSpPr>
              <p:spPr>
                <a:xfrm>
                  <a:off x="4095852" y="3853467"/>
                  <a:ext cx="45672" cy="15895"/>
                </a:xfrm>
                <a:custGeom>
                  <a:rect b="b" l="l" r="r" t="t"/>
                  <a:pathLst>
                    <a:path extrusionOk="0" fill="none" h="2021" w="5807">
                      <a:moveTo>
                        <a:pt x="0" y="0"/>
                      </a:moveTo>
                      <a:lnTo>
                        <a:pt x="5807" y="20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6" name="Google Shape;11636;p43"/>
                <p:cNvSpPr/>
                <p:nvPr/>
              </p:nvSpPr>
              <p:spPr>
                <a:xfrm>
                  <a:off x="4138567" y="3868308"/>
                  <a:ext cx="16469" cy="101710"/>
                </a:xfrm>
                <a:custGeom>
                  <a:rect b="b" l="l" r="r" t="t"/>
                  <a:pathLst>
                    <a:path extrusionOk="0" fill="none" h="12932" w="2094">
                      <a:moveTo>
                        <a:pt x="1" y="1"/>
                      </a:moveTo>
                      <a:lnTo>
                        <a:pt x="2093" y="1293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7" name="Google Shape;11637;p43"/>
                <p:cNvSpPr/>
                <p:nvPr/>
              </p:nvSpPr>
              <p:spPr>
                <a:xfrm>
                  <a:off x="3875601" y="3592876"/>
                  <a:ext cx="131110" cy="48716"/>
                </a:xfrm>
                <a:custGeom>
                  <a:rect b="b" l="l" r="r" t="t"/>
                  <a:pathLst>
                    <a:path extrusionOk="0" fill="none" h="6194" w="16670">
                      <a:moveTo>
                        <a:pt x="0" y="0"/>
                      </a:moveTo>
                      <a:lnTo>
                        <a:pt x="16669" y="619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8" name="Google Shape;11638;p43"/>
                <p:cNvSpPr/>
                <p:nvPr/>
              </p:nvSpPr>
              <p:spPr>
                <a:xfrm>
                  <a:off x="4164828" y="3394410"/>
                  <a:ext cx="26458" cy="93153"/>
                </a:xfrm>
                <a:custGeom>
                  <a:rect b="b" l="l" r="r" t="t"/>
                  <a:pathLst>
                    <a:path extrusionOk="0" fill="none" h="11844" w="3364">
                      <a:moveTo>
                        <a:pt x="0" y="11843"/>
                      </a:moveTo>
                      <a:lnTo>
                        <a:pt x="336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p43"/>
                <p:cNvSpPr/>
                <p:nvPr/>
              </p:nvSpPr>
              <p:spPr>
                <a:xfrm>
                  <a:off x="4191278" y="3394410"/>
                  <a:ext cx="86586" cy="52719"/>
                </a:xfrm>
                <a:custGeom>
                  <a:rect b="b" l="l" r="r" t="t"/>
                  <a:pathLst>
                    <a:path extrusionOk="0" fill="none" h="6703" w="11009">
                      <a:moveTo>
                        <a:pt x="0" y="1"/>
                      </a:moveTo>
                      <a:lnTo>
                        <a:pt x="11008" y="67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0" name="Google Shape;11640;p43"/>
              <p:cNvGrpSpPr/>
              <p:nvPr/>
            </p:nvGrpSpPr>
            <p:grpSpPr>
              <a:xfrm>
                <a:off x="4180904" y="4251758"/>
                <a:ext cx="37783" cy="32420"/>
                <a:chOff x="4180904" y="4251758"/>
                <a:chExt cx="37783" cy="32420"/>
              </a:xfrm>
            </p:grpSpPr>
            <p:sp>
              <p:nvSpPr>
                <p:cNvPr id="11641" name="Google Shape;11641;p4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2" name="Google Shape;11642;p4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3" name="Google Shape;11643;p43"/>
              <p:cNvGrpSpPr/>
              <p:nvPr/>
            </p:nvGrpSpPr>
            <p:grpSpPr>
              <a:xfrm>
                <a:off x="4201644" y="4081324"/>
                <a:ext cx="37783" cy="32364"/>
                <a:chOff x="4201644" y="4081324"/>
                <a:chExt cx="37783" cy="32364"/>
              </a:xfrm>
            </p:grpSpPr>
            <p:sp>
              <p:nvSpPr>
                <p:cNvPr id="11644" name="Google Shape;11644;p4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5" name="Google Shape;11645;p4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6" name="Google Shape;11646;p43"/>
              <p:cNvGrpSpPr/>
              <p:nvPr/>
            </p:nvGrpSpPr>
            <p:grpSpPr>
              <a:xfrm>
                <a:off x="4284416" y="3887428"/>
                <a:ext cx="37783" cy="32451"/>
                <a:chOff x="4284416" y="3887428"/>
                <a:chExt cx="37783" cy="32451"/>
              </a:xfrm>
            </p:grpSpPr>
            <p:sp>
              <p:nvSpPr>
                <p:cNvPr id="11647" name="Google Shape;11647;p4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8" name="Google Shape;11648;p4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9" name="Google Shape;11649;p43"/>
              <p:cNvGrpSpPr/>
              <p:nvPr/>
            </p:nvGrpSpPr>
            <p:grpSpPr>
              <a:xfrm>
                <a:off x="4223721" y="3860404"/>
                <a:ext cx="37870" cy="32364"/>
                <a:chOff x="4223721" y="3860404"/>
                <a:chExt cx="37870" cy="32364"/>
              </a:xfrm>
            </p:grpSpPr>
            <p:sp>
              <p:nvSpPr>
                <p:cNvPr id="11650" name="Google Shape;11650;p4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1" name="Google Shape;11651;p4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2" name="Google Shape;11652;p43"/>
              <p:cNvGrpSpPr/>
              <p:nvPr/>
            </p:nvGrpSpPr>
            <p:grpSpPr>
              <a:xfrm>
                <a:off x="4104889" y="3699242"/>
                <a:ext cx="37776" cy="32357"/>
                <a:chOff x="4104889" y="3699242"/>
                <a:chExt cx="37776" cy="32357"/>
              </a:xfrm>
            </p:grpSpPr>
            <p:sp>
              <p:nvSpPr>
                <p:cNvPr id="11653" name="Google Shape;11653;p4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4" name="Google Shape;11654;p4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5" name="Google Shape;11655;p43"/>
              <p:cNvGrpSpPr/>
              <p:nvPr/>
            </p:nvGrpSpPr>
            <p:grpSpPr>
              <a:xfrm>
                <a:off x="4143608" y="3475121"/>
                <a:ext cx="37878" cy="32420"/>
                <a:chOff x="4143608" y="3475121"/>
                <a:chExt cx="37878" cy="32420"/>
              </a:xfrm>
            </p:grpSpPr>
            <p:sp>
              <p:nvSpPr>
                <p:cNvPr id="11656" name="Google Shape;11656;p4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7" name="Google Shape;11657;p4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8" name="Google Shape;11658;p43"/>
              <p:cNvGrpSpPr/>
              <p:nvPr/>
            </p:nvGrpSpPr>
            <p:grpSpPr>
              <a:xfrm>
                <a:off x="4217248" y="3570893"/>
                <a:ext cx="37776" cy="32364"/>
                <a:chOff x="4217248" y="3570893"/>
                <a:chExt cx="37776" cy="32364"/>
              </a:xfrm>
            </p:grpSpPr>
            <p:sp>
              <p:nvSpPr>
                <p:cNvPr id="11659" name="Google Shape;11659;p4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0" name="Google Shape;11660;p4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1" name="Google Shape;11661;p43"/>
              <p:cNvGrpSpPr/>
              <p:nvPr/>
            </p:nvGrpSpPr>
            <p:grpSpPr>
              <a:xfrm>
                <a:off x="4255307" y="3431612"/>
                <a:ext cx="37776" cy="32451"/>
                <a:chOff x="4255307" y="3431612"/>
                <a:chExt cx="37776" cy="32451"/>
              </a:xfrm>
            </p:grpSpPr>
            <p:sp>
              <p:nvSpPr>
                <p:cNvPr id="11662" name="Google Shape;11662;p4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3" name="Google Shape;11663;p4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4" name="Google Shape;11664;p43"/>
              <p:cNvGrpSpPr/>
              <p:nvPr/>
            </p:nvGrpSpPr>
            <p:grpSpPr>
              <a:xfrm>
                <a:off x="3853052" y="3577398"/>
                <a:ext cx="37776" cy="32420"/>
                <a:chOff x="3853052" y="3577398"/>
                <a:chExt cx="37776" cy="32420"/>
              </a:xfrm>
            </p:grpSpPr>
            <p:sp>
              <p:nvSpPr>
                <p:cNvPr id="11665" name="Google Shape;11665;p4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6" name="Google Shape;11666;p4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7" name="Google Shape;11667;p43"/>
              <p:cNvGrpSpPr/>
              <p:nvPr/>
            </p:nvGrpSpPr>
            <p:grpSpPr>
              <a:xfrm>
                <a:off x="4039908" y="3412107"/>
                <a:ext cx="37776" cy="32357"/>
                <a:chOff x="4039908" y="3412107"/>
                <a:chExt cx="37776" cy="32357"/>
              </a:xfrm>
            </p:grpSpPr>
            <p:sp>
              <p:nvSpPr>
                <p:cNvPr id="11668" name="Google Shape;11668;p4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9" name="Google Shape;11669;p4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0" name="Google Shape;11670;p43"/>
              <p:cNvGrpSpPr/>
              <p:nvPr/>
            </p:nvGrpSpPr>
            <p:grpSpPr>
              <a:xfrm>
                <a:off x="4017360" y="3342061"/>
                <a:ext cx="37870" cy="32380"/>
                <a:chOff x="4017360" y="3342061"/>
                <a:chExt cx="37870" cy="32380"/>
              </a:xfrm>
            </p:grpSpPr>
            <p:sp>
              <p:nvSpPr>
                <p:cNvPr id="11671" name="Google Shape;11671;p4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2" name="Google Shape;11672;p4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73" name="Google Shape;11673;p4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4" name="Google Shape;11674;p4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75" name="Google Shape;11675;p43"/>
              <p:cNvGrpSpPr/>
              <p:nvPr/>
            </p:nvGrpSpPr>
            <p:grpSpPr>
              <a:xfrm>
                <a:off x="3750870" y="3418650"/>
                <a:ext cx="37776" cy="32380"/>
                <a:chOff x="3750870" y="3418650"/>
                <a:chExt cx="37776" cy="32380"/>
              </a:xfrm>
            </p:grpSpPr>
            <p:sp>
              <p:nvSpPr>
                <p:cNvPr id="11676" name="Google Shape;11676;p4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p4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8" name="Google Shape;11678;p43"/>
              <p:cNvGrpSpPr/>
              <p:nvPr/>
            </p:nvGrpSpPr>
            <p:grpSpPr>
              <a:xfrm>
                <a:off x="3632509" y="3274438"/>
                <a:ext cx="37783" cy="32357"/>
                <a:chOff x="3632509" y="3274438"/>
                <a:chExt cx="37783" cy="32357"/>
              </a:xfrm>
            </p:grpSpPr>
            <p:sp>
              <p:nvSpPr>
                <p:cNvPr id="11679" name="Google Shape;11679;p4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0" name="Google Shape;11680;p4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1" name="Google Shape;11681;p43"/>
              <p:cNvGrpSpPr/>
              <p:nvPr/>
            </p:nvGrpSpPr>
            <p:grpSpPr>
              <a:xfrm>
                <a:off x="3906424" y="3297561"/>
                <a:ext cx="37776" cy="32451"/>
                <a:chOff x="3906424" y="3297561"/>
                <a:chExt cx="37776" cy="32451"/>
              </a:xfrm>
            </p:grpSpPr>
            <p:sp>
              <p:nvSpPr>
                <p:cNvPr id="11682" name="Google Shape;11682;p4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3" name="Google Shape;11683;p4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4" name="Google Shape;11684;p43"/>
              <p:cNvGrpSpPr/>
              <p:nvPr/>
            </p:nvGrpSpPr>
            <p:grpSpPr>
              <a:xfrm>
                <a:off x="3866084" y="3412107"/>
                <a:ext cx="37776" cy="32357"/>
                <a:chOff x="3866084" y="3412107"/>
                <a:chExt cx="37776" cy="32357"/>
              </a:xfrm>
            </p:grpSpPr>
            <p:sp>
              <p:nvSpPr>
                <p:cNvPr id="11685" name="Google Shape;11685;p4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6" name="Google Shape;11686;p4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7" name="Google Shape;11687;p43"/>
              <p:cNvGrpSpPr/>
              <p:nvPr/>
            </p:nvGrpSpPr>
            <p:grpSpPr>
              <a:xfrm>
                <a:off x="4023919" y="3766409"/>
                <a:ext cx="37783" cy="32357"/>
                <a:chOff x="4023919" y="3766409"/>
                <a:chExt cx="37783" cy="32357"/>
              </a:xfrm>
            </p:grpSpPr>
            <p:sp>
              <p:nvSpPr>
                <p:cNvPr id="11688" name="Google Shape;11688;p4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9" name="Google Shape;11689;p4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0" name="Google Shape;11690;p43"/>
              <p:cNvGrpSpPr/>
              <p:nvPr/>
            </p:nvGrpSpPr>
            <p:grpSpPr>
              <a:xfrm>
                <a:off x="3973882" y="3779449"/>
                <a:ext cx="37776" cy="32357"/>
                <a:chOff x="3973882" y="3779449"/>
                <a:chExt cx="37776" cy="32357"/>
              </a:xfrm>
            </p:grpSpPr>
            <p:sp>
              <p:nvSpPr>
                <p:cNvPr id="11691" name="Google Shape;11691;p4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2" name="Google Shape;11692;p4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3" name="Google Shape;11693;p43"/>
              <p:cNvGrpSpPr/>
              <p:nvPr/>
            </p:nvGrpSpPr>
            <p:grpSpPr>
              <a:xfrm>
                <a:off x="4073398" y="3838028"/>
                <a:ext cx="37776" cy="32380"/>
                <a:chOff x="4073398" y="3838028"/>
                <a:chExt cx="37776" cy="32380"/>
              </a:xfrm>
            </p:grpSpPr>
            <p:sp>
              <p:nvSpPr>
                <p:cNvPr id="11694" name="Google Shape;11694;p4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5" name="Google Shape;11695;p4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6" name="Google Shape;11696;p43"/>
              <p:cNvGrpSpPr/>
              <p:nvPr/>
            </p:nvGrpSpPr>
            <p:grpSpPr>
              <a:xfrm>
                <a:off x="4342672" y="4144496"/>
                <a:ext cx="37752" cy="32364"/>
                <a:chOff x="4342672" y="4144496"/>
                <a:chExt cx="37752" cy="32364"/>
              </a:xfrm>
            </p:grpSpPr>
            <p:sp>
              <p:nvSpPr>
                <p:cNvPr id="11697" name="Google Shape;11697;p4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8" name="Google Shape;11698;p4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9" name="Google Shape;11699;p43"/>
              <p:cNvGrpSpPr/>
              <p:nvPr/>
            </p:nvGrpSpPr>
            <p:grpSpPr>
              <a:xfrm>
                <a:off x="4406386" y="4056872"/>
                <a:ext cx="37783" cy="32364"/>
                <a:chOff x="4406386" y="4056872"/>
                <a:chExt cx="37783" cy="32364"/>
              </a:xfrm>
            </p:grpSpPr>
            <p:sp>
              <p:nvSpPr>
                <p:cNvPr id="11700" name="Google Shape;11700;p4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1" name="Google Shape;11701;p4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2" name="Google Shape;11702;p43"/>
              <p:cNvGrpSpPr/>
              <p:nvPr/>
            </p:nvGrpSpPr>
            <p:grpSpPr>
              <a:xfrm>
                <a:off x="4284416" y="4245254"/>
                <a:ext cx="37783" cy="32357"/>
                <a:chOff x="4284416" y="4245254"/>
                <a:chExt cx="37783" cy="32357"/>
              </a:xfrm>
            </p:grpSpPr>
            <p:sp>
              <p:nvSpPr>
                <p:cNvPr id="11703" name="Google Shape;11703;p4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4" name="Google Shape;11704;p4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5" name="Google Shape;11705;p43"/>
              <p:cNvGrpSpPr/>
              <p:nvPr/>
            </p:nvGrpSpPr>
            <p:grpSpPr>
              <a:xfrm>
                <a:off x="4219057" y="4331258"/>
                <a:ext cx="37776" cy="32364"/>
                <a:chOff x="4219057" y="4331258"/>
                <a:chExt cx="37776" cy="32364"/>
              </a:xfrm>
            </p:grpSpPr>
            <p:sp>
              <p:nvSpPr>
                <p:cNvPr id="11706" name="Google Shape;11706;p4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7" name="Google Shape;11707;p4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8" name="Google Shape;11708;p43"/>
              <p:cNvGrpSpPr/>
              <p:nvPr/>
            </p:nvGrpSpPr>
            <p:grpSpPr>
              <a:xfrm>
                <a:off x="4204122" y="4141688"/>
                <a:ext cx="33497" cy="28699"/>
                <a:chOff x="4204122" y="4141688"/>
                <a:chExt cx="33497" cy="28699"/>
              </a:xfrm>
            </p:grpSpPr>
            <p:sp>
              <p:nvSpPr>
                <p:cNvPr id="11709" name="Google Shape;11709;p4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0" name="Google Shape;11710;p4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1" name="Google Shape;11711;p43"/>
              <p:cNvGrpSpPr/>
              <p:nvPr/>
            </p:nvGrpSpPr>
            <p:grpSpPr>
              <a:xfrm>
                <a:off x="4301546" y="4003869"/>
                <a:ext cx="38916" cy="33324"/>
                <a:chOff x="4301546" y="4003869"/>
                <a:chExt cx="38916" cy="33324"/>
              </a:xfrm>
            </p:grpSpPr>
            <p:sp>
              <p:nvSpPr>
                <p:cNvPr id="11712" name="Google Shape;11712;p4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3" name="Google Shape;11713;p4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4" name="Google Shape;11714;p43"/>
              <p:cNvGrpSpPr/>
              <p:nvPr/>
            </p:nvGrpSpPr>
            <p:grpSpPr>
              <a:xfrm>
                <a:off x="4210681" y="3924669"/>
                <a:ext cx="36549" cy="31366"/>
                <a:chOff x="4210681" y="3924669"/>
                <a:chExt cx="36549" cy="31366"/>
              </a:xfrm>
            </p:grpSpPr>
            <p:sp>
              <p:nvSpPr>
                <p:cNvPr id="11715" name="Google Shape;11715;p4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6" name="Google Shape;11716;p4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7" name="Google Shape;11717;p43"/>
              <p:cNvGrpSpPr/>
              <p:nvPr/>
            </p:nvGrpSpPr>
            <p:grpSpPr>
              <a:xfrm>
                <a:off x="3987771" y="3628874"/>
                <a:ext cx="31499" cy="26993"/>
                <a:chOff x="3987771" y="3628874"/>
                <a:chExt cx="31499" cy="26993"/>
              </a:xfrm>
            </p:grpSpPr>
            <p:sp>
              <p:nvSpPr>
                <p:cNvPr id="11718" name="Google Shape;11718;p4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9" name="Google Shape;11719;p4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0" name="Google Shape;11720;p43"/>
              <p:cNvGrpSpPr/>
              <p:nvPr/>
            </p:nvGrpSpPr>
            <p:grpSpPr>
              <a:xfrm>
                <a:off x="4087382" y="3775674"/>
                <a:ext cx="31405" cy="26898"/>
                <a:chOff x="4087382" y="3775674"/>
                <a:chExt cx="31405" cy="26898"/>
              </a:xfrm>
            </p:grpSpPr>
            <p:sp>
              <p:nvSpPr>
                <p:cNvPr id="11721" name="Google Shape;11721;p4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2" name="Google Shape;11722;p4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3" name="Google Shape;11723;p43"/>
              <p:cNvGrpSpPr/>
              <p:nvPr/>
            </p:nvGrpSpPr>
            <p:grpSpPr>
              <a:xfrm>
                <a:off x="4118873" y="3856637"/>
                <a:ext cx="31405" cy="26906"/>
                <a:chOff x="4118873" y="3856637"/>
                <a:chExt cx="31405" cy="26906"/>
              </a:xfrm>
            </p:grpSpPr>
            <p:sp>
              <p:nvSpPr>
                <p:cNvPr id="11724" name="Google Shape;11724;p4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5" name="Google Shape;11725;p4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6" name="Google Shape;11726;p43"/>
              <p:cNvGrpSpPr/>
              <p:nvPr/>
            </p:nvGrpSpPr>
            <p:grpSpPr>
              <a:xfrm>
                <a:off x="4168541" y="3639523"/>
                <a:ext cx="31499" cy="26906"/>
                <a:chOff x="4168541" y="3639523"/>
                <a:chExt cx="31499" cy="26906"/>
              </a:xfrm>
            </p:grpSpPr>
            <p:sp>
              <p:nvSpPr>
                <p:cNvPr id="11727" name="Google Shape;11727;p4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8" name="Google Shape;11728;p4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9" name="Google Shape;11729;p43"/>
              <p:cNvGrpSpPr/>
              <p:nvPr/>
            </p:nvGrpSpPr>
            <p:grpSpPr>
              <a:xfrm>
                <a:off x="3965789" y="3393545"/>
                <a:ext cx="31405" cy="26945"/>
                <a:chOff x="3965789" y="3393545"/>
                <a:chExt cx="31405" cy="26945"/>
              </a:xfrm>
            </p:grpSpPr>
            <p:sp>
              <p:nvSpPr>
                <p:cNvPr id="11730" name="Google Shape;11730;p4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1" name="Google Shape;11731;p4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2" name="Google Shape;11732;p43"/>
              <p:cNvGrpSpPr/>
              <p:nvPr/>
            </p:nvGrpSpPr>
            <p:grpSpPr>
              <a:xfrm>
                <a:off x="3925166" y="3491008"/>
                <a:ext cx="31405" cy="27001"/>
                <a:chOff x="3925166" y="3491008"/>
                <a:chExt cx="31405" cy="27001"/>
              </a:xfrm>
            </p:grpSpPr>
            <p:sp>
              <p:nvSpPr>
                <p:cNvPr id="11733" name="Google Shape;11733;p4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4" name="Google Shape;11734;p4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5" name="Google Shape;11735;p43"/>
              <p:cNvGrpSpPr/>
              <p:nvPr/>
            </p:nvGrpSpPr>
            <p:grpSpPr>
              <a:xfrm>
                <a:off x="3682845" y="3340976"/>
                <a:ext cx="31397" cy="26898"/>
                <a:chOff x="3682845" y="3340976"/>
                <a:chExt cx="31397" cy="26898"/>
              </a:xfrm>
            </p:grpSpPr>
            <p:sp>
              <p:nvSpPr>
                <p:cNvPr id="11736" name="Google Shape;11736;p4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7" name="Google Shape;11737;p4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8" name="Google Shape;11738;p43"/>
              <p:cNvGrpSpPr/>
              <p:nvPr/>
            </p:nvGrpSpPr>
            <p:grpSpPr>
              <a:xfrm>
                <a:off x="3795393" y="3353725"/>
                <a:ext cx="31499" cy="26993"/>
                <a:chOff x="3795393" y="3353725"/>
                <a:chExt cx="31499" cy="26993"/>
              </a:xfrm>
            </p:grpSpPr>
            <p:sp>
              <p:nvSpPr>
                <p:cNvPr id="11739" name="Google Shape;11739;p4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0" name="Google Shape;11740;p4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41" name="Google Shape;11741;p43"/>
              <p:cNvGrpSpPr/>
              <p:nvPr/>
            </p:nvGrpSpPr>
            <p:grpSpPr>
              <a:xfrm>
                <a:off x="4176909" y="4363221"/>
                <a:ext cx="38924" cy="33316"/>
                <a:chOff x="4176909" y="4363221"/>
                <a:chExt cx="38924" cy="33316"/>
              </a:xfrm>
            </p:grpSpPr>
            <p:sp>
              <p:nvSpPr>
                <p:cNvPr id="11742" name="Google Shape;11742;p4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3" name="Google Shape;11743;p4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44" name="Google Shape;11744;p43"/>
              <p:cNvGrpSpPr/>
              <p:nvPr/>
            </p:nvGrpSpPr>
            <p:grpSpPr>
              <a:xfrm>
                <a:off x="4226191" y="4007660"/>
                <a:ext cx="33560" cy="28770"/>
                <a:chOff x="4226191" y="4007660"/>
                <a:chExt cx="33560" cy="28770"/>
              </a:xfrm>
            </p:grpSpPr>
            <p:sp>
              <p:nvSpPr>
                <p:cNvPr id="11745" name="Google Shape;11745;p4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6" name="Google Shape;11746;p4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47" name="Google Shape;11747;p43"/>
              <p:cNvGrpSpPr/>
              <p:nvPr/>
            </p:nvGrpSpPr>
            <p:grpSpPr>
              <a:xfrm>
                <a:off x="3597785" y="3377045"/>
                <a:ext cx="33591" cy="28699"/>
                <a:chOff x="3597785" y="3377045"/>
                <a:chExt cx="33591" cy="28699"/>
              </a:xfrm>
            </p:grpSpPr>
            <p:sp>
              <p:nvSpPr>
                <p:cNvPr id="11748" name="Google Shape;11748;p4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9" name="Google Shape;11749;p4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0" name="Google Shape;11750;p43"/>
              <p:cNvGrpSpPr/>
              <p:nvPr/>
            </p:nvGrpSpPr>
            <p:grpSpPr>
              <a:xfrm>
                <a:off x="3887870" y="3669796"/>
                <a:ext cx="33591" cy="28692"/>
                <a:chOff x="3887870" y="3669796"/>
                <a:chExt cx="33591" cy="28692"/>
              </a:xfrm>
            </p:grpSpPr>
            <p:sp>
              <p:nvSpPr>
                <p:cNvPr id="11751" name="Google Shape;11751;p4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2" name="Google Shape;11752;p4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3" name="Google Shape;11753;p43"/>
              <p:cNvGrpSpPr/>
              <p:nvPr/>
            </p:nvGrpSpPr>
            <p:grpSpPr>
              <a:xfrm>
                <a:off x="3818320" y="3481625"/>
                <a:ext cx="33497" cy="28770"/>
                <a:chOff x="3818320" y="3481625"/>
                <a:chExt cx="33497" cy="28770"/>
              </a:xfrm>
            </p:grpSpPr>
            <p:sp>
              <p:nvSpPr>
                <p:cNvPr id="11754" name="Google Shape;11754;p4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5" name="Google Shape;11755;p4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6" name="Google Shape;11756;p43"/>
              <p:cNvGrpSpPr/>
              <p:nvPr/>
            </p:nvGrpSpPr>
            <p:grpSpPr>
              <a:xfrm>
                <a:off x="4278139" y="4120948"/>
                <a:ext cx="37492" cy="32129"/>
                <a:chOff x="4278139" y="4120948"/>
                <a:chExt cx="37492" cy="32129"/>
              </a:xfrm>
            </p:grpSpPr>
            <p:sp>
              <p:nvSpPr>
                <p:cNvPr id="11757" name="Google Shape;11757;p4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p4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9" name="Google Shape;11759;p43"/>
              <p:cNvGrpSpPr/>
              <p:nvPr/>
            </p:nvGrpSpPr>
            <p:grpSpPr>
              <a:xfrm>
                <a:off x="4419898" y="3977388"/>
                <a:ext cx="33497" cy="28692"/>
                <a:chOff x="4419898" y="3977388"/>
                <a:chExt cx="33497" cy="28692"/>
              </a:xfrm>
            </p:grpSpPr>
            <p:sp>
              <p:nvSpPr>
                <p:cNvPr id="11760" name="Google Shape;11760;p4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p4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2" name="Google Shape;11762;p43"/>
              <p:cNvGrpSpPr/>
              <p:nvPr/>
            </p:nvGrpSpPr>
            <p:grpSpPr>
              <a:xfrm>
                <a:off x="4158930" y="4034684"/>
                <a:ext cx="33497" cy="28762"/>
                <a:chOff x="4158930" y="4034684"/>
                <a:chExt cx="33497" cy="28762"/>
              </a:xfrm>
            </p:grpSpPr>
            <p:sp>
              <p:nvSpPr>
                <p:cNvPr id="11763" name="Google Shape;11763;p4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4" name="Google Shape;11764;p4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5" name="Google Shape;11765;p43"/>
              <p:cNvGrpSpPr/>
              <p:nvPr/>
            </p:nvGrpSpPr>
            <p:grpSpPr>
              <a:xfrm>
                <a:off x="4134949" y="3957049"/>
                <a:ext cx="33497" cy="28770"/>
                <a:chOff x="4134949" y="3957049"/>
                <a:chExt cx="33497" cy="28770"/>
              </a:xfrm>
            </p:grpSpPr>
            <p:sp>
              <p:nvSpPr>
                <p:cNvPr id="11766" name="Google Shape;11766;p4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7" name="Google Shape;11767;p4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8" name="Google Shape;11768;p43"/>
              <p:cNvGrpSpPr/>
              <p:nvPr/>
            </p:nvGrpSpPr>
            <p:grpSpPr>
              <a:xfrm>
                <a:off x="4193653" y="4184403"/>
                <a:ext cx="43580" cy="37264"/>
                <a:chOff x="4193653" y="4184403"/>
                <a:chExt cx="43580" cy="37264"/>
              </a:xfrm>
            </p:grpSpPr>
            <p:sp>
              <p:nvSpPr>
                <p:cNvPr id="11769" name="Google Shape;11769;p4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0" name="Google Shape;11770;p4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71" name="Google Shape;11771;p43"/>
              <p:cNvGrpSpPr/>
              <p:nvPr/>
            </p:nvGrpSpPr>
            <p:grpSpPr>
              <a:xfrm>
                <a:off x="4343600" y="3943844"/>
                <a:ext cx="43580" cy="37312"/>
                <a:chOff x="4343600" y="3943844"/>
                <a:chExt cx="43580" cy="37312"/>
              </a:xfrm>
            </p:grpSpPr>
            <p:sp>
              <p:nvSpPr>
                <p:cNvPr id="11772" name="Google Shape;11772;p4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3" name="Google Shape;11773;p4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74" name="Google Shape;11774;p43"/>
              <p:cNvGrpSpPr/>
              <p:nvPr/>
            </p:nvGrpSpPr>
            <p:grpSpPr>
              <a:xfrm>
                <a:off x="4172339" y="3381693"/>
                <a:ext cx="31499" cy="27001"/>
                <a:chOff x="4172339" y="3381693"/>
                <a:chExt cx="31499" cy="27001"/>
              </a:xfrm>
            </p:grpSpPr>
            <p:sp>
              <p:nvSpPr>
                <p:cNvPr id="11775" name="Google Shape;11775;p4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6" name="Google Shape;11776;p4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80" name="Shape 11780"/>
        <p:cNvGrpSpPr/>
        <p:nvPr/>
      </p:nvGrpSpPr>
      <p:grpSpPr>
        <a:xfrm>
          <a:off x="0" y="0"/>
          <a:ext cx="0" cy="0"/>
          <a:chOff x="0" y="0"/>
          <a:chExt cx="0" cy="0"/>
        </a:xfrm>
      </p:grpSpPr>
      <p:grpSp>
        <p:nvGrpSpPr>
          <p:cNvPr id="11781" name="Google Shape;11781;p44"/>
          <p:cNvGrpSpPr/>
          <p:nvPr/>
        </p:nvGrpSpPr>
        <p:grpSpPr>
          <a:xfrm>
            <a:off x="2126623" y="3607908"/>
            <a:ext cx="1102891" cy="760337"/>
            <a:chOff x="4967783" y="2151471"/>
            <a:chExt cx="3920691" cy="2702940"/>
          </a:xfrm>
        </p:grpSpPr>
        <p:grpSp>
          <p:nvGrpSpPr>
            <p:cNvPr id="11782" name="Google Shape;11782;p44"/>
            <p:cNvGrpSpPr/>
            <p:nvPr/>
          </p:nvGrpSpPr>
          <p:grpSpPr>
            <a:xfrm>
              <a:off x="5045709" y="2252109"/>
              <a:ext cx="3761071" cy="2501708"/>
              <a:chOff x="2691784" y="1805334"/>
              <a:chExt cx="3761071" cy="2501708"/>
            </a:xfrm>
          </p:grpSpPr>
          <p:sp>
            <p:nvSpPr>
              <p:cNvPr id="11783" name="Google Shape;11783;p4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4" name="Google Shape;11784;p4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5" name="Google Shape;11785;p4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6" name="Google Shape;11786;p4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7" name="Google Shape;11787;p4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8" name="Google Shape;11788;p4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p4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90" name="Google Shape;11790;p44"/>
            <p:cNvGrpSpPr/>
            <p:nvPr/>
          </p:nvGrpSpPr>
          <p:grpSpPr>
            <a:xfrm>
              <a:off x="4967783" y="2151471"/>
              <a:ext cx="3920691" cy="2702940"/>
              <a:chOff x="2613858" y="1704696"/>
              <a:chExt cx="3920691" cy="2702940"/>
            </a:xfrm>
          </p:grpSpPr>
          <p:sp>
            <p:nvSpPr>
              <p:cNvPr id="11791" name="Google Shape;11791;p4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2" name="Google Shape;11792;p4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3" name="Google Shape;11793;p4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4" name="Google Shape;11794;p4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p4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796" name="Google Shape;11796;p44"/>
          <p:cNvGrpSpPr/>
          <p:nvPr/>
        </p:nvGrpSpPr>
        <p:grpSpPr>
          <a:xfrm>
            <a:off x="3530532" y="1496185"/>
            <a:ext cx="1561911" cy="708581"/>
            <a:chOff x="3530532" y="1496185"/>
            <a:chExt cx="1561911" cy="708581"/>
          </a:xfrm>
        </p:grpSpPr>
        <p:grpSp>
          <p:nvGrpSpPr>
            <p:cNvPr id="11797" name="Google Shape;11797;p44"/>
            <p:cNvGrpSpPr/>
            <p:nvPr/>
          </p:nvGrpSpPr>
          <p:grpSpPr>
            <a:xfrm>
              <a:off x="3720318" y="1857562"/>
              <a:ext cx="1372125" cy="54"/>
              <a:chOff x="3720318" y="1857562"/>
              <a:chExt cx="1372125" cy="54"/>
            </a:xfrm>
          </p:grpSpPr>
          <p:cxnSp>
            <p:nvCxnSpPr>
              <p:cNvPr id="11798" name="Google Shape;11798;p44"/>
              <p:cNvCxnSpPr>
                <a:endCxn id="11799" idx="2"/>
              </p:cNvCxnSpPr>
              <p:nvPr/>
            </p:nvCxnSpPr>
            <p:spPr>
              <a:xfrm>
                <a:off x="4440243" y="1857616"/>
                <a:ext cx="173400" cy="0"/>
              </a:xfrm>
              <a:prstGeom prst="straightConnector1">
                <a:avLst/>
              </a:prstGeom>
              <a:noFill/>
              <a:ln cap="flat" cmpd="sng" w="9525">
                <a:solidFill>
                  <a:srgbClr val="A5B7C6"/>
                </a:solidFill>
                <a:prstDash val="solid"/>
                <a:round/>
                <a:headEnd len="sm" w="sm" type="none"/>
                <a:tailEnd len="sm" w="sm" type="none"/>
              </a:ln>
            </p:spPr>
          </p:cxnSp>
          <p:cxnSp>
            <p:nvCxnSpPr>
              <p:cNvPr id="11800" name="Google Shape;11800;p44"/>
              <p:cNvCxnSpPr/>
              <p:nvPr/>
            </p:nvCxnSpPr>
            <p:spPr>
              <a:xfrm>
                <a:off x="4074943"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11801" name="Google Shape;11801;p44"/>
              <p:cNvCxnSpPr/>
              <p:nvPr/>
            </p:nvCxnSpPr>
            <p:spPr>
              <a:xfrm>
                <a:off x="3720318"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11802" name="Google Shape;11802;p44"/>
              <p:cNvCxnSpPr>
                <a:stCxn id="11799" idx="6"/>
              </p:cNvCxnSpPr>
              <p:nvPr/>
            </p:nvCxnSpPr>
            <p:spPr>
              <a:xfrm>
                <a:off x="4801443" y="1857616"/>
                <a:ext cx="291000" cy="0"/>
              </a:xfrm>
              <a:prstGeom prst="straightConnector1">
                <a:avLst/>
              </a:prstGeom>
              <a:noFill/>
              <a:ln cap="flat" cmpd="sng" w="9525">
                <a:solidFill>
                  <a:srgbClr val="A5B7C6"/>
                </a:solidFill>
                <a:prstDash val="solid"/>
                <a:round/>
                <a:headEnd len="sm" w="sm" type="none"/>
                <a:tailEnd len="med" w="med" type="triangle"/>
              </a:ln>
            </p:spPr>
          </p:cxnSp>
        </p:grpSp>
        <p:grpSp>
          <p:nvGrpSpPr>
            <p:cNvPr id="11803" name="Google Shape;11803;p44"/>
            <p:cNvGrpSpPr/>
            <p:nvPr/>
          </p:nvGrpSpPr>
          <p:grpSpPr>
            <a:xfrm>
              <a:off x="3567462" y="1496185"/>
              <a:ext cx="286500" cy="272915"/>
              <a:chOff x="3567462" y="1496185"/>
              <a:chExt cx="286500" cy="272915"/>
            </a:xfrm>
          </p:grpSpPr>
          <p:cxnSp>
            <p:nvCxnSpPr>
              <p:cNvPr id="11804" name="Google Shape;11804;p44"/>
              <p:cNvCxnSpPr/>
              <p:nvPr/>
            </p:nvCxnSpPr>
            <p:spPr>
              <a:xfrm rot="10800000">
                <a:off x="3626625" y="1596000"/>
                <a:ext cx="0" cy="173100"/>
              </a:xfrm>
              <a:prstGeom prst="straightConnector1">
                <a:avLst/>
              </a:prstGeom>
              <a:noFill/>
              <a:ln cap="flat" cmpd="sng" w="9525">
                <a:solidFill>
                  <a:srgbClr val="A5B7C6"/>
                </a:solidFill>
                <a:prstDash val="solid"/>
                <a:round/>
                <a:headEnd len="sm" w="sm" type="none"/>
                <a:tailEnd len="sm" w="sm" type="none"/>
              </a:ln>
            </p:spPr>
          </p:cxnSp>
          <p:sp>
            <p:nvSpPr>
              <p:cNvPr id="11805" name="Google Shape;11805;p4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06" name="Google Shape;11806;p4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7" name="Google Shape;11807;p4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08" name="Google Shape;11808;p44"/>
            <p:cNvGrpSpPr/>
            <p:nvPr/>
          </p:nvGrpSpPr>
          <p:grpSpPr>
            <a:xfrm>
              <a:off x="3929014" y="1960574"/>
              <a:ext cx="286500" cy="242342"/>
              <a:chOff x="3929014" y="1960574"/>
              <a:chExt cx="286500" cy="242342"/>
            </a:xfrm>
          </p:grpSpPr>
          <p:cxnSp>
            <p:nvCxnSpPr>
              <p:cNvPr id="11809" name="Google Shape;11809;p44"/>
              <p:cNvCxnSpPr/>
              <p:nvPr/>
            </p:nvCxnSpPr>
            <p:spPr>
              <a:xfrm rot="10800000">
                <a:off x="3988400" y="1960574"/>
                <a:ext cx="0" cy="144300"/>
              </a:xfrm>
              <a:prstGeom prst="straightConnector1">
                <a:avLst/>
              </a:prstGeom>
              <a:noFill/>
              <a:ln cap="flat" cmpd="sng" w="9525">
                <a:solidFill>
                  <a:srgbClr val="A5B7C6"/>
                </a:solidFill>
                <a:prstDash val="solid"/>
                <a:round/>
                <a:headEnd len="sm" w="sm" type="none"/>
                <a:tailEnd len="sm" w="sm" type="none"/>
              </a:ln>
            </p:spPr>
          </p:cxnSp>
          <p:sp>
            <p:nvSpPr>
              <p:cNvPr id="11810" name="Google Shape;11810;p4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1" name="Google Shape;11811;p44"/>
            <p:cNvGrpSpPr/>
            <p:nvPr/>
          </p:nvGrpSpPr>
          <p:grpSpPr>
            <a:xfrm>
              <a:off x="4290828" y="1496185"/>
              <a:ext cx="286500" cy="272915"/>
              <a:chOff x="4290828" y="1496185"/>
              <a:chExt cx="286500" cy="272915"/>
            </a:xfrm>
          </p:grpSpPr>
          <p:cxnSp>
            <p:nvCxnSpPr>
              <p:cNvPr id="11812" name="Google Shape;11812;p44"/>
              <p:cNvCxnSpPr/>
              <p:nvPr/>
            </p:nvCxnSpPr>
            <p:spPr>
              <a:xfrm rot="10800000">
                <a:off x="4350000" y="1596000"/>
                <a:ext cx="0" cy="173100"/>
              </a:xfrm>
              <a:prstGeom prst="straightConnector1">
                <a:avLst/>
              </a:prstGeom>
              <a:noFill/>
              <a:ln cap="flat" cmpd="sng" w="9525">
                <a:solidFill>
                  <a:srgbClr val="A5B7C6"/>
                </a:solidFill>
                <a:prstDash val="solid"/>
                <a:round/>
                <a:headEnd len="sm" w="sm" type="none"/>
                <a:tailEnd len="sm" w="sm" type="none"/>
              </a:ln>
            </p:spPr>
          </p:cxnSp>
          <p:sp>
            <p:nvSpPr>
              <p:cNvPr id="11813" name="Google Shape;11813;p4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14" name="Google Shape;11814;p4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9" name="Google Shape;11799;p4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15" name="Google Shape;11815;p44"/>
            <p:cNvGrpSpPr/>
            <p:nvPr/>
          </p:nvGrpSpPr>
          <p:grpSpPr>
            <a:xfrm>
              <a:off x="4657726" y="1959674"/>
              <a:ext cx="286500" cy="245092"/>
              <a:chOff x="4657726" y="1959674"/>
              <a:chExt cx="286500" cy="245092"/>
            </a:xfrm>
          </p:grpSpPr>
          <p:cxnSp>
            <p:nvCxnSpPr>
              <p:cNvPr id="11816" name="Google Shape;11816;p44"/>
              <p:cNvCxnSpPr/>
              <p:nvPr/>
            </p:nvCxnSpPr>
            <p:spPr>
              <a:xfrm rot="10800000">
                <a:off x="4707475" y="1959674"/>
                <a:ext cx="0" cy="145200"/>
              </a:xfrm>
              <a:prstGeom prst="straightConnector1">
                <a:avLst/>
              </a:prstGeom>
              <a:noFill/>
              <a:ln cap="flat" cmpd="sng" w="9525">
                <a:solidFill>
                  <a:srgbClr val="A5B7C6"/>
                </a:solidFill>
                <a:prstDash val="solid"/>
                <a:round/>
                <a:headEnd len="sm" w="sm" type="none"/>
                <a:tailEnd len="sm" w="sm" type="none"/>
              </a:ln>
            </p:spPr>
          </p:cxnSp>
          <p:sp>
            <p:nvSpPr>
              <p:cNvPr id="11817" name="Google Shape;11817;p4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818" name="Google Shape;11818;p44"/>
          <p:cNvGrpSpPr/>
          <p:nvPr/>
        </p:nvGrpSpPr>
        <p:grpSpPr>
          <a:xfrm>
            <a:off x="3512551" y="2358282"/>
            <a:ext cx="1597033" cy="378649"/>
            <a:chOff x="3512551" y="2358282"/>
            <a:chExt cx="1597033" cy="378649"/>
          </a:xfrm>
        </p:grpSpPr>
        <p:grpSp>
          <p:nvGrpSpPr>
            <p:cNvPr id="11819" name="Google Shape;11819;p44"/>
            <p:cNvGrpSpPr/>
            <p:nvPr/>
          </p:nvGrpSpPr>
          <p:grpSpPr>
            <a:xfrm>
              <a:off x="3738198" y="2553002"/>
              <a:ext cx="1145834" cy="117"/>
              <a:chOff x="3738198" y="2553002"/>
              <a:chExt cx="1145834" cy="117"/>
            </a:xfrm>
          </p:grpSpPr>
          <p:cxnSp>
            <p:nvCxnSpPr>
              <p:cNvPr id="11820" name="Google Shape;11820;p44"/>
              <p:cNvCxnSpPr/>
              <p:nvPr/>
            </p:nvCxnSpPr>
            <p:spPr>
              <a:xfrm>
                <a:off x="4195395"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11821" name="Google Shape;11821;p44"/>
              <p:cNvCxnSpPr/>
              <p:nvPr/>
            </p:nvCxnSpPr>
            <p:spPr>
              <a:xfrm>
                <a:off x="4652432"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11822" name="Google Shape;11822;p44"/>
              <p:cNvCxnSpPr>
                <a:stCxn id="11823" idx="6"/>
                <a:endCxn id="11824" idx="2"/>
              </p:cNvCxnSpPr>
              <p:nvPr/>
            </p:nvCxnSpPr>
            <p:spPr>
              <a:xfrm>
                <a:off x="3738198" y="2553119"/>
                <a:ext cx="231300" cy="0"/>
              </a:xfrm>
              <a:prstGeom prst="straightConnector1">
                <a:avLst/>
              </a:prstGeom>
              <a:noFill/>
              <a:ln cap="flat" cmpd="sng" w="9525">
                <a:solidFill>
                  <a:srgbClr val="435D74"/>
                </a:solidFill>
                <a:prstDash val="solid"/>
                <a:round/>
                <a:headEnd len="sm" w="sm" type="none"/>
                <a:tailEnd len="sm" w="sm" type="none"/>
              </a:ln>
            </p:spPr>
          </p:cxnSp>
        </p:grpSp>
        <p:grpSp>
          <p:nvGrpSpPr>
            <p:cNvPr id="11825" name="Google Shape;11825;p44"/>
            <p:cNvGrpSpPr/>
            <p:nvPr/>
          </p:nvGrpSpPr>
          <p:grpSpPr>
            <a:xfrm>
              <a:off x="3969644" y="2440153"/>
              <a:ext cx="225900" cy="296778"/>
              <a:chOff x="3969644" y="2440153"/>
              <a:chExt cx="225900" cy="296778"/>
            </a:xfrm>
          </p:grpSpPr>
          <p:cxnSp>
            <p:nvCxnSpPr>
              <p:cNvPr id="11826" name="Google Shape;11826;p44"/>
              <p:cNvCxnSpPr/>
              <p:nvPr/>
            </p:nvCxnSpPr>
            <p:spPr>
              <a:xfrm>
                <a:off x="4082390" y="2637031"/>
                <a:ext cx="0" cy="99900"/>
              </a:xfrm>
              <a:prstGeom prst="straightConnector1">
                <a:avLst/>
              </a:prstGeom>
              <a:noFill/>
              <a:ln cap="flat" cmpd="sng" w="9525">
                <a:solidFill>
                  <a:srgbClr val="435D74"/>
                </a:solidFill>
                <a:prstDash val="solid"/>
                <a:round/>
                <a:headEnd len="sm" w="sm" type="none"/>
                <a:tailEnd len="sm" w="sm" type="none"/>
              </a:ln>
            </p:spPr>
          </p:cxnSp>
          <p:sp>
            <p:nvSpPr>
              <p:cNvPr id="11824" name="Google Shape;11824;p4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7" name="Google Shape;11827;p4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8" name="Google Shape;11828;p44"/>
            <p:cNvGrpSpPr/>
            <p:nvPr/>
          </p:nvGrpSpPr>
          <p:grpSpPr>
            <a:xfrm>
              <a:off x="4426818" y="2358282"/>
              <a:ext cx="225600" cy="307471"/>
              <a:chOff x="4426818" y="2358282"/>
              <a:chExt cx="225600" cy="307471"/>
            </a:xfrm>
          </p:grpSpPr>
          <p:cxnSp>
            <p:nvCxnSpPr>
              <p:cNvPr id="11829" name="Google Shape;11829;p44"/>
              <p:cNvCxnSpPr>
                <a:stCxn id="11830" idx="0"/>
              </p:cNvCxnSpPr>
              <p:nvPr/>
            </p:nvCxnSpPr>
            <p:spPr>
              <a:xfrm rot="10800000">
                <a:off x="4539644" y="2358282"/>
                <a:ext cx="0" cy="110700"/>
              </a:xfrm>
              <a:prstGeom prst="straightConnector1">
                <a:avLst/>
              </a:prstGeom>
              <a:noFill/>
              <a:ln cap="flat" cmpd="sng" w="9525">
                <a:solidFill>
                  <a:srgbClr val="435D74"/>
                </a:solidFill>
                <a:prstDash val="solid"/>
                <a:round/>
                <a:headEnd len="sm" w="sm" type="none"/>
                <a:tailEnd len="sm" w="sm" type="none"/>
              </a:ln>
            </p:spPr>
          </p:cxnSp>
          <p:sp>
            <p:nvSpPr>
              <p:cNvPr id="11831" name="Google Shape;11831;p4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0" name="Google Shape;11830;p4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2" name="Google Shape;11832;p44"/>
            <p:cNvGrpSpPr/>
            <p:nvPr/>
          </p:nvGrpSpPr>
          <p:grpSpPr>
            <a:xfrm>
              <a:off x="4883984" y="2440153"/>
              <a:ext cx="225600" cy="296478"/>
              <a:chOff x="4883984" y="2440153"/>
              <a:chExt cx="225600" cy="296478"/>
            </a:xfrm>
          </p:grpSpPr>
          <p:cxnSp>
            <p:nvCxnSpPr>
              <p:cNvPr id="11833" name="Google Shape;11833;p44"/>
              <p:cNvCxnSpPr/>
              <p:nvPr/>
            </p:nvCxnSpPr>
            <p:spPr>
              <a:xfrm>
                <a:off x="4996858" y="2637031"/>
                <a:ext cx="0" cy="99600"/>
              </a:xfrm>
              <a:prstGeom prst="straightConnector1">
                <a:avLst/>
              </a:prstGeom>
              <a:noFill/>
              <a:ln cap="flat" cmpd="sng" w="9525">
                <a:solidFill>
                  <a:srgbClr val="435D74"/>
                </a:solidFill>
                <a:prstDash val="solid"/>
                <a:round/>
                <a:headEnd len="sm" w="sm" type="none"/>
                <a:tailEnd len="sm" w="sm" type="none"/>
              </a:ln>
            </p:spPr>
          </p:cxnSp>
          <p:sp>
            <p:nvSpPr>
              <p:cNvPr id="11834" name="Google Shape;11834;p4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5" name="Google Shape;11835;p4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6" name="Google Shape;11836;p44"/>
            <p:cNvGrpSpPr/>
            <p:nvPr/>
          </p:nvGrpSpPr>
          <p:grpSpPr>
            <a:xfrm>
              <a:off x="3512551" y="2358356"/>
              <a:ext cx="225647" cy="307629"/>
              <a:chOff x="2182679" y="2005014"/>
              <a:chExt cx="792300" cy="1080158"/>
            </a:xfrm>
          </p:grpSpPr>
          <p:cxnSp>
            <p:nvCxnSpPr>
              <p:cNvPr id="11837" name="Google Shape;11837;p44"/>
              <p:cNvCxnSpPr>
                <a:stCxn id="11838" idx="0"/>
              </p:cNvCxnSpPr>
              <p:nvPr/>
            </p:nvCxnSpPr>
            <p:spPr>
              <a:xfrm rot="10800000">
                <a:off x="2578961" y="2005014"/>
                <a:ext cx="0" cy="388800"/>
              </a:xfrm>
              <a:prstGeom prst="straightConnector1">
                <a:avLst/>
              </a:prstGeom>
              <a:noFill/>
              <a:ln cap="flat" cmpd="sng" w="9525">
                <a:solidFill>
                  <a:srgbClr val="435D74"/>
                </a:solidFill>
                <a:prstDash val="solid"/>
                <a:round/>
                <a:headEnd len="sm" w="sm" type="none"/>
                <a:tailEnd len="sm" w="sm" type="none"/>
              </a:ln>
            </p:spPr>
          </p:cxnSp>
          <p:sp>
            <p:nvSpPr>
              <p:cNvPr id="11823" name="Google Shape;11823;p4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8" name="Google Shape;11838;p4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839" name="Google Shape;11839;p44"/>
          <p:cNvGrpSpPr/>
          <p:nvPr/>
        </p:nvGrpSpPr>
        <p:grpSpPr>
          <a:xfrm>
            <a:off x="6872633" y="1182079"/>
            <a:ext cx="1559809" cy="722610"/>
            <a:chOff x="634175" y="2986275"/>
            <a:chExt cx="3147949" cy="1458344"/>
          </a:xfrm>
        </p:grpSpPr>
        <p:cxnSp>
          <p:nvCxnSpPr>
            <p:cNvPr id="11840" name="Google Shape;11840;p44"/>
            <p:cNvCxnSpPr>
              <a:stCxn id="11841" idx="4"/>
              <a:endCxn id="11842" idx="0"/>
            </p:cNvCxnSpPr>
            <p:nvPr/>
          </p:nvCxnSpPr>
          <p:spPr>
            <a:xfrm>
              <a:off x="929975" y="3577875"/>
              <a:ext cx="591300" cy="275100"/>
            </a:xfrm>
            <a:prstGeom prst="straightConnector1">
              <a:avLst/>
            </a:prstGeom>
            <a:noFill/>
            <a:ln cap="flat" cmpd="sng" w="9525">
              <a:solidFill>
                <a:srgbClr val="435D74"/>
              </a:solidFill>
              <a:prstDash val="solid"/>
              <a:round/>
              <a:headEnd len="sm" w="sm" type="none"/>
              <a:tailEnd len="sm" w="sm" type="none"/>
            </a:ln>
          </p:spPr>
        </p:cxnSp>
        <p:cxnSp>
          <p:nvCxnSpPr>
            <p:cNvPr id="11843" name="Google Shape;11843;p44"/>
            <p:cNvCxnSpPr>
              <a:stCxn id="11842" idx="0"/>
              <a:endCxn id="1184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11845" name="Google Shape;11845;p44"/>
            <p:cNvCxnSpPr>
              <a:stCxn id="11844" idx="4"/>
              <a:endCxn id="11846" idx="0"/>
            </p:cNvCxnSpPr>
            <p:nvPr/>
          </p:nvCxnSpPr>
          <p:spPr>
            <a:xfrm>
              <a:off x="2208152" y="3577875"/>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11847" name="Google Shape;11847;p44"/>
            <p:cNvCxnSpPr>
              <a:stCxn id="11846" idx="0"/>
              <a:endCxn id="1184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sm" w="sm" type="none"/>
              <a:tailEnd len="sm" w="sm" type="none"/>
            </a:ln>
          </p:spPr>
        </p:cxnSp>
        <p:sp>
          <p:nvSpPr>
            <p:cNvPr id="11848" name="Google Shape;11848;p4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11844" name="Google Shape;11844;p4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11841" name="Google Shape;11841;p4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11846" name="Google Shape;11846;p4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11842" name="Google Shape;11842;p4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11849" name="Google Shape;11849;p44"/>
          <p:cNvGrpSpPr/>
          <p:nvPr/>
        </p:nvGrpSpPr>
        <p:grpSpPr>
          <a:xfrm>
            <a:off x="3526424" y="2891987"/>
            <a:ext cx="1570719" cy="294123"/>
            <a:chOff x="998425" y="1182125"/>
            <a:chExt cx="1065400" cy="199500"/>
          </a:xfrm>
        </p:grpSpPr>
        <p:sp>
          <p:nvSpPr>
            <p:cNvPr id="11850" name="Google Shape;11850;p4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1" name="Google Shape;11851;p4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p4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3" name="Google Shape;11853;p4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4" name="Google Shape;11854;p4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55" name="Google Shape;11855;p44"/>
          <p:cNvGrpSpPr/>
          <p:nvPr/>
        </p:nvGrpSpPr>
        <p:grpSpPr>
          <a:xfrm>
            <a:off x="6869680" y="2009474"/>
            <a:ext cx="1565716" cy="366729"/>
            <a:chOff x="1247650" y="2075423"/>
            <a:chExt cx="6648477" cy="1557238"/>
          </a:xfrm>
        </p:grpSpPr>
        <p:sp>
          <p:nvSpPr>
            <p:cNvPr id="11856" name="Google Shape;11856;p4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p4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8" name="Google Shape;11858;p4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9" name="Google Shape;11859;p4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0" name="Google Shape;11860;p4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1" name="Google Shape;11861;p4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2" name="Google Shape;11862;p44"/>
          <p:cNvGrpSpPr/>
          <p:nvPr/>
        </p:nvGrpSpPr>
        <p:grpSpPr>
          <a:xfrm>
            <a:off x="6853992" y="3158289"/>
            <a:ext cx="1597061" cy="663440"/>
            <a:chOff x="6796238" y="3158297"/>
            <a:chExt cx="1630319" cy="677257"/>
          </a:xfrm>
        </p:grpSpPr>
        <p:cxnSp>
          <p:nvCxnSpPr>
            <p:cNvPr id="11863" name="Google Shape;11863;p44"/>
            <p:cNvCxnSpPr/>
            <p:nvPr/>
          </p:nvCxnSpPr>
          <p:spPr>
            <a:xfrm>
              <a:off x="7012244"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11864" name="Google Shape;11864;p44"/>
            <p:cNvCxnSpPr/>
            <p:nvPr/>
          </p:nvCxnSpPr>
          <p:spPr>
            <a:xfrm>
              <a:off x="7810957"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11865" name="Google Shape;11865;p44"/>
            <p:cNvCxnSpPr/>
            <p:nvPr/>
          </p:nvCxnSpPr>
          <p:spPr>
            <a:xfrm rot="10800000">
              <a:off x="8196652" y="3170826"/>
              <a:ext cx="0" cy="169800"/>
            </a:xfrm>
            <a:prstGeom prst="straightConnector1">
              <a:avLst/>
            </a:prstGeom>
            <a:noFill/>
            <a:ln cap="flat" cmpd="sng" w="9525">
              <a:solidFill>
                <a:srgbClr val="A5B7C6"/>
              </a:solidFill>
              <a:prstDash val="solid"/>
              <a:round/>
              <a:headEnd len="sm" w="sm" type="none"/>
              <a:tailEnd len="med" w="med" type="diamond"/>
            </a:ln>
          </p:spPr>
        </p:cxnSp>
        <p:cxnSp>
          <p:nvCxnSpPr>
            <p:cNvPr id="11866" name="Google Shape;11866;p44"/>
            <p:cNvCxnSpPr/>
            <p:nvPr/>
          </p:nvCxnSpPr>
          <p:spPr>
            <a:xfrm rot="10800000">
              <a:off x="7411601" y="3158297"/>
              <a:ext cx="0" cy="170700"/>
            </a:xfrm>
            <a:prstGeom prst="straightConnector1">
              <a:avLst/>
            </a:prstGeom>
            <a:noFill/>
            <a:ln cap="flat" cmpd="sng" w="9525">
              <a:solidFill>
                <a:srgbClr val="A5B7C6"/>
              </a:solidFill>
              <a:prstDash val="solid"/>
              <a:round/>
              <a:headEnd len="sm" w="sm" type="none"/>
              <a:tailEnd len="med" w="med" type="diamond"/>
            </a:ln>
          </p:spPr>
        </p:cxnSp>
        <p:grpSp>
          <p:nvGrpSpPr>
            <p:cNvPr id="11867" name="Google Shape;11867;p44"/>
            <p:cNvGrpSpPr/>
            <p:nvPr/>
          </p:nvGrpSpPr>
          <p:grpSpPr>
            <a:xfrm>
              <a:off x="6796238" y="3311904"/>
              <a:ext cx="1630319" cy="377697"/>
              <a:chOff x="6796238" y="3311904"/>
              <a:chExt cx="1630319" cy="377697"/>
            </a:xfrm>
          </p:grpSpPr>
          <p:sp>
            <p:nvSpPr>
              <p:cNvPr id="11868" name="Google Shape;11868;p4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9" name="Google Shape;11869;p4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0" name="Google Shape;11870;p4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871" name="Google Shape;11871;p44"/>
          <p:cNvGrpSpPr/>
          <p:nvPr/>
        </p:nvGrpSpPr>
        <p:grpSpPr>
          <a:xfrm>
            <a:off x="5375130" y="1179681"/>
            <a:ext cx="1368606" cy="1593806"/>
            <a:chOff x="1839112" y="2209163"/>
            <a:chExt cx="1918159" cy="2233785"/>
          </a:xfrm>
        </p:grpSpPr>
        <p:sp>
          <p:nvSpPr>
            <p:cNvPr id="11872" name="Google Shape;11872;p4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3" name="Google Shape;11873;p4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4" name="Google Shape;11874;p4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1875" name="Google Shape;11875;p44"/>
            <p:cNvCxnSpPr>
              <a:stCxn id="11872" idx="6"/>
              <a:endCxn id="11873" idx="2"/>
            </p:cNvCxnSpPr>
            <p:nvPr/>
          </p:nvCxnSpPr>
          <p:spPr>
            <a:xfrm>
              <a:off x="2414212" y="2496713"/>
              <a:ext cx="768000" cy="600"/>
            </a:xfrm>
            <a:prstGeom prst="bentConnector3">
              <a:avLst>
                <a:gd fmla="val -545127" name="adj1"/>
              </a:avLst>
            </a:prstGeom>
            <a:noFill/>
            <a:ln cap="flat" cmpd="sng" w="9525">
              <a:solidFill>
                <a:srgbClr val="325D79"/>
              </a:solidFill>
              <a:prstDash val="solid"/>
              <a:round/>
              <a:headEnd len="sm" w="sm" type="none"/>
              <a:tailEnd len="sm" w="sm" type="none"/>
            </a:ln>
          </p:spPr>
        </p:cxnSp>
        <p:cxnSp>
          <p:nvCxnSpPr>
            <p:cNvPr id="11876" name="Google Shape;11876;p44"/>
            <p:cNvCxnSpPr>
              <a:stCxn id="11873" idx="4"/>
              <a:endCxn id="11877" idx="0"/>
            </p:cNvCxnSpPr>
            <p:nvPr/>
          </p:nvCxnSpPr>
          <p:spPr>
            <a:xfrm rot="5400000">
              <a:off x="2669921" y="2240963"/>
              <a:ext cx="256500" cy="1343100"/>
            </a:xfrm>
            <a:prstGeom prst="bentConnector3">
              <a:avLst>
                <a:gd fmla="val 722626" name="adj1"/>
              </a:avLst>
            </a:prstGeom>
            <a:noFill/>
            <a:ln cap="flat" cmpd="sng" w="9525">
              <a:solidFill>
                <a:srgbClr val="325D79"/>
              </a:solidFill>
              <a:prstDash val="solid"/>
              <a:round/>
              <a:headEnd len="sm" w="sm" type="none"/>
              <a:tailEnd len="sm" w="sm" type="none"/>
            </a:ln>
          </p:spPr>
        </p:cxnSp>
        <p:cxnSp>
          <p:nvCxnSpPr>
            <p:cNvPr id="11878" name="Google Shape;11878;p44"/>
            <p:cNvCxnSpPr>
              <a:stCxn id="11877" idx="6"/>
              <a:endCxn id="11874" idx="2"/>
            </p:cNvCxnSpPr>
            <p:nvPr/>
          </p:nvCxnSpPr>
          <p:spPr>
            <a:xfrm>
              <a:off x="2414212" y="3328316"/>
              <a:ext cx="768000" cy="600"/>
            </a:xfrm>
            <a:prstGeom prst="bentConnector3">
              <a:avLst>
                <a:gd fmla="val -545127" name="adj1"/>
              </a:avLst>
            </a:prstGeom>
            <a:noFill/>
            <a:ln cap="flat" cmpd="sng" w="9525">
              <a:solidFill>
                <a:srgbClr val="325D79"/>
              </a:solidFill>
              <a:prstDash val="solid"/>
              <a:round/>
              <a:headEnd len="sm" w="sm" type="none"/>
              <a:tailEnd len="sm" w="sm" type="none"/>
            </a:ln>
          </p:spPr>
        </p:cxnSp>
        <p:cxnSp>
          <p:nvCxnSpPr>
            <p:cNvPr id="11879" name="Google Shape;11879;p44"/>
            <p:cNvCxnSpPr>
              <a:stCxn id="11874" idx="4"/>
              <a:endCxn id="11880" idx="0"/>
            </p:cNvCxnSpPr>
            <p:nvPr/>
          </p:nvCxnSpPr>
          <p:spPr>
            <a:xfrm rot="5400000">
              <a:off x="2672171" y="3070316"/>
              <a:ext cx="252000" cy="1343100"/>
            </a:xfrm>
            <a:prstGeom prst="bentConnector3">
              <a:avLst>
                <a:gd fmla="val 866782" name="adj1"/>
              </a:avLst>
            </a:prstGeom>
            <a:noFill/>
            <a:ln cap="flat" cmpd="sng" w="9525">
              <a:solidFill>
                <a:srgbClr val="325D79"/>
              </a:solidFill>
              <a:prstDash val="solid"/>
              <a:round/>
              <a:headEnd len="sm" w="sm" type="none"/>
              <a:tailEnd len="sm" w="sm" type="none"/>
            </a:ln>
          </p:spPr>
        </p:cxnSp>
        <p:sp>
          <p:nvSpPr>
            <p:cNvPr id="11877" name="Google Shape;11877;p4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0" name="Google Shape;11880;p4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1" name="Google Shape;11881;p4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1882" name="Google Shape;11882;p44"/>
            <p:cNvCxnSpPr>
              <a:endCxn id="11881" idx="2"/>
            </p:cNvCxnSpPr>
            <p:nvPr/>
          </p:nvCxnSpPr>
          <p:spPr>
            <a:xfrm>
              <a:off x="2413871" y="4154498"/>
              <a:ext cx="768300" cy="900"/>
            </a:xfrm>
            <a:prstGeom prst="bentConnector3">
              <a:avLst>
                <a:gd fmla="val -544929" name="adj1"/>
              </a:avLst>
            </a:prstGeom>
            <a:noFill/>
            <a:ln cap="flat" cmpd="sng" w="9525">
              <a:solidFill>
                <a:srgbClr val="325D79"/>
              </a:solidFill>
              <a:prstDash val="solid"/>
              <a:round/>
              <a:headEnd len="sm" w="sm" type="none"/>
              <a:tailEnd len="sm" w="sm" type="none"/>
            </a:ln>
          </p:spPr>
        </p:cxnSp>
      </p:grpSp>
      <p:grpSp>
        <p:nvGrpSpPr>
          <p:cNvPr id="11883" name="Google Shape;11883;p44"/>
          <p:cNvGrpSpPr/>
          <p:nvPr/>
        </p:nvGrpSpPr>
        <p:grpSpPr>
          <a:xfrm>
            <a:off x="3507503" y="1185917"/>
            <a:ext cx="1637968" cy="154942"/>
            <a:chOff x="238125" y="2506075"/>
            <a:chExt cx="7115411" cy="673075"/>
          </a:xfrm>
        </p:grpSpPr>
        <p:sp>
          <p:nvSpPr>
            <p:cNvPr id="11884" name="Google Shape;11884;p4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5" name="Google Shape;11885;p4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6" name="Google Shape;11886;p4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p4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8" name="Google Shape;11888;p4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9" name="Google Shape;11889;p44"/>
          <p:cNvGrpSpPr/>
          <p:nvPr/>
        </p:nvGrpSpPr>
        <p:grpSpPr>
          <a:xfrm>
            <a:off x="746187" y="1507514"/>
            <a:ext cx="2476762" cy="91743"/>
            <a:chOff x="1464850" y="436376"/>
            <a:chExt cx="6001362" cy="222300"/>
          </a:xfrm>
        </p:grpSpPr>
        <p:sp>
          <p:nvSpPr>
            <p:cNvPr id="11890" name="Google Shape;11890;p4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1" name="Google Shape;11891;p4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2" name="Google Shape;11892;p4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p4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4" name="Google Shape;11894;p4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1895" name="Google Shape;11895;p44"/>
            <p:cNvCxnSpPr/>
            <p:nvPr/>
          </p:nvCxnSpPr>
          <p:spPr>
            <a:xfrm>
              <a:off x="1798637"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11896" name="Google Shape;11896;p44"/>
            <p:cNvCxnSpPr/>
            <p:nvPr/>
          </p:nvCxnSpPr>
          <p:spPr>
            <a:xfrm>
              <a:off x="327624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11897" name="Google Shape;11897;p44"/>
            <p:cNvCxnSpPr/>
            <p:nvPr/>
          </p:nvCxnSpPr>
          <p:spPr>
            <a:xfrm>
              <a:off x="475389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11898" name="Google Shape;11898;p44"/>
            <p:cNvCxnSpPr/>
            <p:nvPr/>
          </p:nvCxnSpPr>
          <p:spPr>
            <a:xfrm>
              <a:off x="6143961" y="547513"/>
              <a:ext cx="988200" cy="0"/>
            </a:xfrm>
            <a:prstGeom prst="straightConnector1">
              <a:avLst/>
            </a:prstGeom>
            <a:noFill/>
            <a:ln cap="flat" cmpd="sng" w="9525">
              <a:solidFill>
                <a:srgbClr val="5F7D95"/>
              </a:solidFill>
              <a:prstDash val="solid"/>
              <a:round/>
              <a:headEnd len="sm" w="sm" type="none"/>
              <a:tailEnd len="sm" w="sm" type="none"/>
            </a:ln>
          </p:spPr>
        </p:cxnSp>
      </p:grpSp>
      <p:grpSp>
        <p:nvGrpSpPr>
          <p:cNvPr id="11899" name="Google Shape;11899;p44"/>
          <p:cNvGrpSpPr/>
          <p:nvPr/>
        </p:nvGrpSpPr>
        <p:grpSpPr>
          <a:xfrm>
            <a:off x="732455" y="2742980"/>
            <a:ext cx="1452710" cy="651923"/>
            <a:chOff x="803162" y="2667727"/>
            <a:chExt cx="1411906" cy="633611"/>
          </a:xfrm>
        </p:grpSpPr>
        <p:cxnSp>
          <p:nvCxnSpPr>
            <p:cNvPr id="11900" name="Google Shape;11900;p44"/>
            <p:cNvCxnSpPr>
              <a:stCxn id="11901" idx="2"/>
              <a:endCxn id="11902" idx="0"/>
            </p:cNvCxnSpPr>
            <p:nvPr/>
          </p:nvCxnSpPr>
          <p:spPr>
            <a:xfrm flipH="1" rot="-5400000">
              <a:off x="1629114" y="2672827"/>
              <a:ext cx="129300" cy="369300"/>
            </a:xfrm>
            <a:prstGeom prst="bentConnector3">
              <a:avLst>
                <a:gd fmla="val -10724" name="adj1"/>
              </a:avLst>
            </a:prstGeom>
            <a:noFill/>
            <a:ln cap="flat" cmpd="sng" w="9525">
              <a:solidFill>
                <a:srgbClr val="C2C2C2"/>
              </a:solidFill>
              <a:prstDash val="solid"/>
              <a:round/>
              <a:headEnd len="sm" w="sm" type="none"/>
              <a:tailEnd len="sm" w="sm" type="none"/>
            </a:ln>
          </p:spPr>
        </p:cxnSp>
        <p:cxnSp>
          <p:nvCxnSpPr>
            <p:cNvPr id="11903" name="Google Shape;11903;p44"/>
            <p:cNvCxnSpPr>
              <a:stCxn id="11904" idx="0"/>
              <a:endCxn id="11901" idx="2"/>
            </p:cNvCxnSpPr>
            <p:nvPr/>
          </p:nvCxnSpPr>
          <p:spPr>
            <a:xfrm rot="-5400000">
              <a:off x="1259830" y="2672682"/>
              <a:ext cx="129300" cy="369300"/>
            </a:xfrm>
            <a:prstGeom prst="bentConnector3">
              <a:avLst>
                <a:gd fmla="val 110649" name="adj1"/>
              </a:avLst>
            </a:prstGeom>
            <a:noFill/>
            <a:ln cap="flat" cmpd="sng" w="9525">
              <a:solidFill>
                <a:srgbClr val="C2C2C2"/>
              </a:solidFill>
              <a:prstDash val="solid"/>
              <a:round/>
              <a:headEnd len="sm" w="sm" type="none"/>
              <a:tailEnd len="sm" w="sm" type="none"/>
            </a:ln>
          </p:spPr>
        </p:cxnSp>
        <p:cxnSp>
          <p:nvCxnSpPr>
            <p:cNvPr id="11905" name="Google Shape;11905;p44"/>
            <p:cNvCxnSpPr>
              <a:stCxn id="11904" idx="2"/>
              <a:endCxn id="11906" idx="0"/>
            </p:cNvCxnSpPr>
            <p:nvPr/>
          </p:nvCxnSpPr>
          <p:spPr>
            <a:xfrm flipH="1" rot="-5400000">
              <a:off x="1163380" y="3023532"/>
              <a:ext cx="129300" cy="176400"/>
            </a:xfrm>
            <a:prstGeom prst="bentConnector3">
              <a:avLst>
                <a:gd fmla="val -16247" name="adj1"/>
              </a:avLst>
            </a:prstGeom>
            <a:noFill/>
            <a:ln cap="flat" cmpd="sng" w="9525">
              <a:solidFill>
                <a:srgbClr val="C2C2C2"/>
              </a:solidFill>
              <a:prstDash val="solid"/>
              <a:round/>
              <a:headEnd len="sm" w="sm" type="none"/>
              <a:tailEnd len="sm" w="sm" type="none"/>
            </a:ln>
          </p:spPr>
        </p:cxnSp>
        <p:cxnSp>
          <p:nvCxnSpPr>
            <p:cNvPr id="11907" name="Google Shape;11907;p44"/>
            <p:cNvCxnSpPr>
              <a:stCxn id="11908" idx="0"/>
              <a:endCxn id="11904" idx="2"/>
            </p:cNvCxnSpPr>
            <p:nvPr/>
          </p:nvCxnSpPr>
          <p:spPr>
            <a:xfrm rot="-5400000">
              <a:off x="987062" y="3023388"/>
              <a:ext cx="129300" cy="176400"/>
            </a:xfrm>
            <a:prstGeom prst="bentConnector3">
              <a:avLst>
                <a:gd fmla="val 116172" name="adj1"/>
              </a:avLst>
            </a:prstGeom>
            <a:noFill/>
            <a:ln cap="flat" cmpd="sng" w="9525">
              <a:solidFill>
                <a:srgbClr val="C2C2C2"/>
              </a:solidFill>
              <a:prstDash val="solid"/>
              <a:round/>
              <a:headEnd len="sm" w="sm" type="none"/>
              <a:tailEnd len="sm" w="sm" type="none"/>
            </a:ln>
          </p:spPr>
        </p:cxnSp>
        <p:cxnSp>
          <p:nvCxnSpPr>
            <p:cNvPr id="11909" name="Google Shape;11909;p44"/>
            <p:cNvCxnSpPr>
              <a:stCxn id="11902" idx="2"/>
              <a:endCxn id="11910" idx="0"/>
            </p:cNvCxnSpPr>
            <p:nvPr/>
          </p:nvCxnSpPr>
          <p:spPr>
            <a:xfrm flipH="1" rot="-5400000">
              <a:off x="1901948" y="3023532"/>
              <a:ext cx="129300" cy="176400"/>
            </a:xfrm>
            <a:prstGeom prst="bentConnector3">
              <a:avLst>
                <a:gd fmla="val -16247" name="adj1"/>
              </a:avLst>
            </a:prstGeom>
            <a:noFill/>
            <a:ln cap="flat" cmpd="sng" w="9525">
              <a:solidFill>
                <a:srgbClr val="C2C2C2"/>
              </a:solidFill>
              <a:prstDash val="solid"/>
              <a:round/>
              <a:headEnd len="sm" w="sm" type="none"/>
              <a:tailEnd len="sm" w="sm" type="none"/>
            </a:ln>
          </p:spPr>
        </p:cxnSp>
        <p:cxnSp>
          <p:nvCxnSpPr>
            <p:cNvPr id="11911" name="Google Shape;11911;p44"/>
            <p:cNvCxnSpPr>
              <a:stCxn id="11912" idx="0"/>
              <a:endCxn id="11902" idx="2"/>
            </p:cNvCxnSpPr>
            <p:nvPr/>
          </p:nvCxnSpPr>
          <p:spPr>
            <a:xfrm rot="-5400000">
              <a:off x="1725631" y="3023388"/>
              <a:ext cx="129300" cy="176400"/>
            </a:xfrm>
            <a:prstGeom prst="bentConnector3">
              <a:avLst>
                <a:gd fmla="val 116172" name="adj1"/>
              </a:avLst>
            </a:prstGeom>
            <a:noFill/>
            <a:ln cap="flat" cmpd="sng" w="9525">
              <a:solidFill>
                <a:srgbClr val="C2C2C2"/>
              </a:solidFill>
              <a:prstDash val="solid"/>
              <a:round/>
              <a:headEnd len="sm" w="sm" type="none"/>
              <a:tailEnd len="sm" w="sm" type="none"/>
            </a:ln>
          </p:spPr>
        </p:cxnSp>
        <p:sp>
          <p:nvSpPr>
            <p:cNvPr id="11908" name="Google Shape;11908;p4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11906" name="Google Shape;11906;p4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11912" name="Google Shape;11912;p4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11910" name="Google Shape;11910;p4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11902" name="Google Shape;11902;p4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11904" name="Google Shape;11904;p4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11901" name="Google Shape;11901;p4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grpSp>
      <p:grpSp>
        <p:nvGrpSpPr>
          <p:cNvPr id="11913" name="Google Shape;11913;p44"/>
          <p:cNvGrpSpPr/>
          <p:nvPr/>
        </p:nvGrpSpPr>
        <p:grpSpPr>
          <a:xfrm>
            <a:off x="732456" y="1178518"/>
            <a:ext cx="2518541" cy="209309"/>
            <a:chOff x="803163" y="1111966"/>
            <a:chExt cx="2447800" cy="203430"/>
          </a:xfrm>
        </p:grpSpPr>
        <p:grpSp>
          <p:nvGrpSpPr>
            <p:cNvPr id="11914" name="Google Shape;11914;p44"/>
            <p:cNvGrpSpPr/>
            <p:nvPr/>
          </p:nvGrpSpPr>
          <p:grpSpPr>
            <a:xfrm>
              <a:off x="1958180" y="1111966"/>
              <a:ext cx="588019" cy="121396"/>
              <a:chOff x="4808316" y="2800065"/>
              <a:chExt cx="1999386" cy="412910"/>
            </a:xfrm>
          </p:grpSpPr>
          <p:sp>
            <p:nvSpPr>
              <p:cNvPr id="11915" name="Google Shape;11915;p4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16" name="Google Shape;11916;p44"/>
              <p:cNvGrpSpPr/>
              <p:nvPr/>
            </p:nvGrpSpPr>
            <p:grpSpPr>
              <a:xfrm>
                <a:off x="4808316" y="2800065"/>
                <a:ext cx="92400" cy="411825"/>
                <a:chOff x="845575" y="2563700"/>
                <a:chExt cx="92400" cy="411825"/>
              </a:xfrm>
            </p:grpSpPr>
            <p:cxnSp>
              <p:nvCxnSpPr>
                <p:cNvPr id="11917" name="Google Shape;11917;p4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18" name="Google Shape;11918;p4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11919" name="Google Shape;11919;p4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1920" name="Google Shape;11920;p4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21" name="Google Shape;11921;p44"/>
            <p:cNvGrpSpPr/>
            <p:nvPr/>
          </p:nvGrpSpPr>
          <p:grpSpPr>
            <a:xfrm>
              <a:off x="803163" y="1111974"/>
              <a:ext cx="591158" cy="121545"/>
              <a:chOff x="803163" y="1111974"/>
              <a:chExt cx="591158" cy="121545"/>
            </a:xfrm>
          </p:grpSpPr>
          <p:grpSp>
            <p:nvGrpSpPr>
              <p:cNvPr id="11922" name="Google Shape;11922;p44"/>
              <p:cNvGrpSpPr/>
              <p:nvPr/>
            </p:nvGrpSpPr>
            <p:grpSpPr>
              <a:xfrm>
                <a:off x="803163" y="1111974"/>
                <a:ext cx="27175" cy="121077"/>
                <a:chOff x="845575" y="2563700"/>
                <a:chExt cx="92400" cy="411825"/>
              </a:xfrm>
            </p:grpSpPr>
            <p:cxnSp>
              <p:nvCxnSpPr>
                <p:cNvPr id="11923" name="Google Shape;11923;p4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24" name="Google Shape;11924;p4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25" name="Google Shape;11925;p4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26" name="Google Shape;11926;p44"/>
            <p:cNvGrpSpPr/>
            <p:nvPr/>
          </p:nvGrpSpPr>
          <p:grpSpPr>
            <a:xfrm>
              <a:off x="1381910" y="1194219"/>
              <a:ext cx="588340" cy="121177"/>
              <a:chOff x="1381910" y="1194219"/>
              <a:chExt cx="588340" cy="121177"/>
            </a:xfrm>
          </p:grpSpPr>
          <p:grpSp>
            <p:nvGrpSpPr>
              <p:cNvPr id="11927" name="Google Shape;11927;p44"/>
              <p:cNvGrpSpPr/>
              <p:nvPr/>
            </p:nvGrpSpPr>
            <p:grpSpPr>
              <a:xfrm rot="10800000">
                <a:off x="1381910" y="1194319"/>
                <a:ext cx="27175" cy="121077"/>
                <a:chOff x="2070100" y="2563700"/>
                <a:chExt cx="92400" cy="411825"/>
              </a:xfrm>
            </p:grpSpPr>
            <p:cxnSp>
              <p:nvCxnSpPr>
                <p:cNvPr id="11928" name="Google Shape;11928;p4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29" name="Google Shape;11929;p4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30" name="Google Shape;11930;p4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31" name="Google Shape;11931;p44"/>
            <p:cNvGrpSpPr/>
            <p:nvPr/>
          </p:nvGrpSpPr>
          <p:grpSpPr>
            <a:xfrm>
              <a:off x="2532079" y="1194219"/>
              <a:ext cx="704928" cy="121177"/>
              <a:chOff x="2532079" y="1194219"/>
              <a:chExt cx="704928" cy="121177"/>
            </a:xfrm>
          </p:grpSpPr>
          <p:grpSp>
            <p:nvGrpSpPr>
              <p:cNvPr id="11932" name="Google Shape;11932;p44"/>
              <p:cNvGrpSpPr/>
              <p:nvPr/>
            </p:nvGrpSpPr>
            <p:grpSpPr>
              <a:xfrm rot="10800000">
                <a:off x="2532079" y="1194319"/>
                <a:ext cx="27175" cy="121077"/>
                <a:chOff x="2070100" y="2563700"/>
                <a:chExt cx="92400" cy="411825"/>
              </a:xfrm>
            </p:grpSpPr>
            <p:cxnSp>
              <p:nvCxnSpPr>
                <p:cNvPr id="11933" name="Google Shape;11933;p4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34" name="Google Shape;11934;p4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35" name="Google Shape;11935;p4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936" name="Google Shape;11936;p44"/>
          <p:cNvGrpSpPr/>
          <p:nvPr/>
        </p:nvGrpSpPr>
        <p:grpSpPr>
          <a:xfrm>
            <a:off x="3525467" y="3875150"/>
            <a:ext cx="1567778" cy="491677"/>
            <a:chOff x="5194708" y="3484366"/>
            <a:chExt cx="3148148" cy="987304"/>
          </a:xfrm>
        </p:grpSpPr>
        <p:grpSp>
          <p:nvGrpSpPr>
            <p:cNvPr id="11937" name="Google Shape;11937;p44"/>
            <p:cNvGrpSpPr/>
            <p:nvPr/>
          </p:nvGrpSpPr>
          <p:grpSpPr>
            <a:xfrm>
              <a:off x="7531521" y="3484366"/>
              <a:ext cx="811335" cy="987304"/>
              <a:chOff x="3379425" y="1617275"/>
              <a:chExt cx="1090650" cy="1327200"/>
            </a:xfrm>
          </p:grpSpPr>
          <p:sp>
            <p:nvSpPr>
              <p:cNvPr id="11938" name="Google Shape;11938;p4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9" name="Google Shape;11939;p4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p4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1" name="Google Shape;11941;p44"/>
            <p:cNvGrpSpPr/>
            <p:nvPr/>
          </p:nvGrpSpPr>
          <p:grpSpPr>
            <a:xfrm>
              <a:off x="6752546" y="3484366"/>
              <a:ext cx="811428" cy="987304"/>
              <a:chOff x="2332275" y="1617275"/>
              <a:chExt cx="1090775" cy="1327200"/>
            </a:xfrm>
          </p:grpSpPr>
          <p:sp>
            <p:nvSpPr>
              <p:cNvPr id="11942" name="Google Shape;11942;p4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3" name="Google Shape;11943;p4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4" name="Google Shape;11944;p4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5" name="Google Shape;11945;p44"/>
            <p:cNvGrpSpPr/>
            <p:nvPr/>
          </p:nvGrpSpPr>
          <p:grpSpPr>
            <a:xfrm>
              <a:off x="5973664" y="3484366"/>
              <a:ext cx="811335" cy="987304"/>
              <a:chOff x="1285250" y="1617275"/>
              <a:chExt cx="1090650" cy="1327200"/>
            </a:xfrm>
          </p:grpSpPr>
          <p:sp>
            <p:nvSpPr>
              <p:cNvPr id="11946" name="Google Shape;11946;p4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7" name="Google Shape;11947;p4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8" name="Google Shape;11948;p4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9" name="Google Shape;11949;p44"/>
            <p:cNvGrpSpPr/>
            <p:nvPr/>
          </p:nvGrpSpPr>
          <p:grpSpPr>
            <a:xfrm>
              <a:off x="5194708" y="3484366"/>
              <a:ext cx="811409" cy="987304"/>
              <a:chOff x="238125" y="1617275"/>
              <a:chExt cx="1090750" cy="1327200"/>
            </a:xfrm>
          </p:grpSpPr>
          <p:sp>
            <p:nvSpPr>
              <p:cNvPr id="11950" name="Google Shape;11950;p4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1" name="Google Shape;11951;p4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2" name="Google Shape;11952;p4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953" name="Google Shape;11953;p44"/>
          <p:cNvGrpSpPr/>
          <p:nvPr/>
        </p:nvGrpSpPr>
        <p:grpSpPr>
          <a:xfrm>
            <a:off x="3486076" y="3355561"/>
            <a:ext cx="1616964" cy="346256"/>
            <a:chOff x="1808063" y="4294338"/>
            <a:chExt cx="3370782" cy="721817"/>
          </a:xfrm>
        </p:grpSpPr>
        <p:sp>
          <p:nvSpPr>
            <p:cNvPr id="11954" name="Google Shape;11954;p4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5" name="Google Shape;11955;p4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6" name="Google Shape;11956;p4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7" name="Google Shape;11957;p4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8" name="Google Shape;11958;p4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9" name="Google Shape;11959;p4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0" name="Google Shape;11960;p4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1" name="Google Shape;11961;p4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2" name="Google Shape;11962;p4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3" name="Google Shape;11963;p4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4" name="Google Shape;11964;p44"/>
          <p:cNvGrpSpPr/>
          <p:nvPr/>
        </p:nvGrpSpPr>
        <p:grpSpPr>
          <a:xfrm>
            <a:off x="764288" y="3641590"/>
            <a:ext cx="1295882" cy="646587"/>
            <a:chOff x="834100" y="3642869"/>
            <a:chExt cx="1259483" cy="628426"/>
          </a:xfrm>
        </p:grpSpPr>
        <p:sp>
          <p:nvSpPr>
            <p:cNvPr id="11965" name="Google Shape;11965;p4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6" name="Google Shape;11966;p4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7" name="Google Shape;11967;p4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8" name="Google Shape;11968;p4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9" name="Google Shape;11969;p4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p4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1" name="Google Shape;11971;p4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2" name="Google Shape;11972;p4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3" name="Google Shape;11973;p4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4" name="Google Shape;11974;p4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5" name="Google Shape;11975;p4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p4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7" name="Google Shape;11977;p4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8" name="Google Shape;11978;p4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9" name="Google Shape;11979;p4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p4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1" name="Google Shape;11981;p4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2" name="Google Shape;11982;p4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3" name="Google Shape;11983;p4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4" name="Google Shape;11984;p4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5" name="Google Shape;11985;p4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6" name="Google Shape;11986;p4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7" name="Google Shape;11987;p4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8" name="Google Shape;11988;p4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9" name="Google Shape;11989;p4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90" name="Google Shape;11990;p44"/>
            <p:cNvGrpSpPr/>
            <p:nvPr/>
          </p:nvGrpSpPr>
          <p:grpSpPr>
            <a:xfrm>
              <a:off x="1360364" y="3847835"/>
              <a:ext cx="208119" cy="224359"/>
              <a:chOff x="1360769" y="3847100"/>
              <a:chExt cx="208119" cy="224359"/>
            </a:xfrm>
          </p:grpSpPr>
          <p:sp>
            <p:nvSpPr>
              <p:cNvPr id="11991" name="Google Shape;11991;p4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2" name="Google Shape;11992;p4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3" name="Google Shape;11993;p4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4" name="Google Shape;11994;p4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5" name="Google Shape;11995;p4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p4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7" name="Google Shape;11997;p4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8" name="Google Shape;11998;p4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9" name="Google Shape;11999;p4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0" name="Google Shape;12000;p4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1" name="Google Shape;12001;p4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2" name="Google Shape;12002;p4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3" name="Google Shape;12003;p4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4" name="Google Shape;12004;p4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5" name="Google Shape;12005;p4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6" name="Google Shape;12006;p4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7" name="Google Shape;12007;p4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8" name="Google Shape;12008;p4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9" name="Google Shape;12009;p4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0" name="Google Shape;12010;p4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11" name="Google Shape;12011;p4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2" name="Google Shape;12012;p4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p4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4" name="Google Shape;12014;p4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5" name="Google Shape;12015;p4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6" name="Google Shape;12016;p4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7" name="Google Shape;12017;p4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8" name="Google Shape;12018;p4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9" name="Google Shape;12019;p4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0" name="Google Shape;12020;p4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1" name="Google Shape;12021;p4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2" name="Google Shape;12022;p4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3" name="Google Shape;12023;p4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4" name="Google Shape;12024;p4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5" name="Google Shape;12025;p44"/>
          <p:cNvGrpSpPr/>
          <p:nvPr/>
        </p:nvGrpSpPr>
        <p:grpSpPr>
          <a:xfrm rot="5400000">
            <a:off x="5977401" y="3438087"/>
            <a:ext cx="164064" cy="1414916"/>
            <a:chOff x="4428249" y="1369375"/>
            <a:chExt cx="36905" cy="429569"/>
          </a:xfrm>
        </p:grpSpPr>
        <p:sp>
          <p:nvSpPr>
            <p:cNvPr id="12026" name="Google Shape;12026;p4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7" name="Google Shape;12027;p4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8" name="Google Shape;12028;p4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9" name="Google Shape;12029;p4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0" name="Google Shape;12030;p4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1" name="Google Shape;12031;p4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2" name="Google Shape;12032;p4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3" name="Google Shape;12033;p4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4" name="Google Shape;12034;p4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5" name="Google Shape;12035;p4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6" name="Google Shape;12036;p4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7" name="Google Shape;12037;p4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8" name="Google Shape;12038;p4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9" name="Google Shape;12039;p4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0" name="Google Shape;12040;p4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1" name="Google Shape;12041;p4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2" name="Google Shape;12042;p4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3" name="Google Shape;12043;p4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4" name="Google Shape;12044;p4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5" name="Google Shape;12045;p4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6" name="Google Shape;12046;p4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p4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8" name="Google Shape;12048;p4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9" name="Google Shape;12049;p4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0" name="Google Shape;12050;p4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1" name="Google Shape;12051;p4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2" name="Google Shape;12052;p4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3" name="Google Shape;12053;p4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4" name="Google Shape;12054;p4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5" name="Google Shape;12055;p4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6" name="Google Shape;12056;p4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7" name="Google Shape;12057;p4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58" name="Google Shape;12058;p44"/>
          <p:cNvGrpSpPr/>
          <p:nvPr/>
        </p:nvGrpSpPr>
        <p:grpSpPr>
          <a:xfrm flipH="1" rot="10800000">
            <a:off x="5349830" y="3026630"/>
            <a:ext cx="1419207" cy="24808"/>
            <a:chOff x="219558" y="4738465"/>
            <a:chExt cx="5852400" cy="102300"/>
          </a:xfrm>
        </p:grpSpPr>
        <p:cxnSp>
          <p:nvCxnSpPr>
            <p:cNvPr id="12059" name="Google Shape;12059;p4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2060" name="Google Shape;12060;p4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1" name="Google Shape;12061;p4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2" name="Google Shape;12062;p4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3" name="Google Shape;12063;p4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4" name="Google Shape;12064;p4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65" name="Google Shape;12065;p44"/>
          <p:cNvGrpSpPr/>
          <p:nvPr/>
        </p:nvGrpSpPr>
        <p:grpSpPr>
          <a:xfrm>
            <a:off x="5361148" y="3399694"/>
            <a:ext cx="1396569" cy="385016"/>
            <a:chOff x="5286284" y="2966544"/>
            <a:chExt cx="1396569" cy="385016"/>
          </a:xfrm>
        </p:grpSpPr>
        <p:cxnSp>
          <p:nvCxnSpPr>
            <p:cNvPr id="12066" name="Google Shape;12066;p4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2067" name="Google Shape;12067;p4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2068" name="Google Shape;12068;p44"/>
            <p:cNvGrpSpPr/>
            <p:nvPr/>
          </p:nvGrpSpPr>
          <p:grpSpPr>
            <a:xfrm>
              <a:off x="5287688" y="3173364"/>
              <a:ext cx="1395165" cy="74100"/>
              <a:chOff x="5287688" y="3173364"/>
              <a:chExt cx="1395165" cy="74100"/>
            </a:xfrm>
          </p:grpSpPr>
          <p:cxnSp>
            <p:nvCxnSpPr>
              <p:cNvPr id="12069" name="Google Shape;12069;p44"/>
              <p:cNvCxnSpPr/>
              <p:nvPr/>
            </p:nvCxnSpPr>
            <p:spPr>
              <a:xfrm>
                <a:off x="6682853" y="3173540"/>
                <a:ext cx="0" cy="73800"/>
              </a:xfrm>
              <a:prstGeom prst="straightConnector1">
                <a:avLst/>
              </a:prstGeom>
              <a:noFill/>
              <a:ln cap="flat" cmpd="sng" w="9525">
                <a:solidFill>
                  <a:srgbClr val="5F7D95"/>
                </a:solidFill>
                <a:prstDash val="solid"/>
                <a:round/>
                <a:headEnd len="sm" w="sm" type="none"/>
                <a:tailEnd len="sm" w="sm" type="none"/>
              </a:ln>
            </p:spPr>
          </p:cxnSp>
          <p:cxnSp>
            <p:nvCxnSpPr>
              <p:cNvPr id="12070" name="Google Shape;12070;p44"/>
              <p:cNvCxnSpPr/>
              <p:nvPr/>
            </p:nvCxnSpPr>
            <p:spPr>
              <a:xfrm>
                <a:off x="5287688" y="3210371"/>
                <a:ext cx="1394700" cy="0"/>
              </a:xfrm>
              <a:prstGeom prst="straightConnector1">
                <a:avLst/>
              </a:prstGeom>
              <a:noFill/>
              <a:ln cap="flat" cmpd="sng" w="9525">
                <a:solidFill>
                  <a:srgbClr val="5F7D95"/>
                </a:solidFill>
                <a:prstDash val="solid"/>
                <a:round/>
                <a:headEnd len="sm" w="sm" type="none"/>
                <a:tailEnd len="sm" w="sm" type="none"/>
              </a:ln>
            </p:spPr>
          </p:cxnSp>
          <p:cxnSp>
            <p:nvCxnSpPr>
              <p:cNvPr id="12071" name="Google Shape;12071;p44"/>
              <p:cNvCxnSpPr/>
              <p:nvPr/>
            </p:nvCxnSpPr>
            <p:spPr>
              <a:xfrm>
                <a:off x="5518476"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12072" name="Google Shape;12072;p44"/>
              <p:cNvCxnSpPr/>
              <p:nvPr/>
            </p:nvCxnSpPr>
            <p:spPr>
              <a:xfrm>
                <a:off x="5287935"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12073" name="Google Shape;12073;p44"/>
              <p:cNvCxnSpPr/>
              <p:nvPr/>
            </p:nvCxnSpPr>
            <p:spPr>
              <a:xfrm>
                <a:off x="5751239"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12074" name="Google Shape;12074;p44"/>
              <p:cNvCxnSpPr/>
              <p:nvPr/>
            </p:nvCxnSpPr>
            <p:spPr>
              <a:xfrm>
                <a:off x="5982252"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12075" name="Google Shape;12075;p44"/>
              <p:cNvCxnSpPr/>
              <p:nvPr/>
            </p:nvCxnSpPr>
            <p:spPr>
              <a:xfrm>
                <a:off x="6216184"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12076" name="Google Shape;12076;p44"/>
              <p:cNvCxnSpPr/>
              <p:nvPr/>
            </p:nvCxnSpPr>
            <p:spPr>
              <a:xfrm>
                <a:off x="6449534" y="3173364"/>
                <a:ext cx="0" cy="74100"/>
              </a:xfrm>
              <a:prstGeom prst="straightConnector1">
                <a:avLst/>
              </a:prstGeom>
              <a:noFill/>
              <a:ln cap="flat" cmpd="sng" w="9525">
                <a:solidFill>
                  <a:srgbClr val="5F7D95"/>
                </a:solidFill>
                <a:prstDash val="solid"/>
                <a:round/>
                <a:headEnd len="sm" w="sm" type="none"/>
                <a:tailEnd len="sm" w="sm" type="none"/>
              </a:ln>
            </p:spPr>
          </p:cxnSp>
        </p:grpSp>
        <p:cxnSp>
          <p:nvCxnSpPr>
            <p:cNvPr id="12077" name="Google Shape;12077;p4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2078" name="Google Shape;12078;p44"/>
          <p:cNvGrpSpPr/>
          <p:nvPr/>
        </p:nvGrpSpPr>
        <p:grpSpPr>
          <a:xfrm>
            <a:off x="2047214" y="1818470"/>
            <a:ext cx="1182275" cy="662027"/>
            <a:chOff x="2029517" y="1732295"/>
            <a:chExt cx="1149067" cy="643432"/>
          </a:xfrm>
        </p:grpSpPr>
        <p:grpSp>
          <p:nvGrpSpPr>
            <p:cNvPr id="12079" name="Google Shape;12079;p44"/>
            <p:cNvGrpSpPr/>
            <p:nvPr/>
          </p:nvGrpSpPr>
          <p:grpSpPr>
            <a:xfrm>
              <a:off x="2708660" y="1746937"/>
              <a:ext cx="455426" cy="244429"/>
              <a:chOff x="2700693" y="1746937"/>
              <a:chExt cx="455426" cy="244429"/>
            </a:xfrm>
          </p:grpSpPr>
          <p:grpSp>
            <p:nvGrpSpPr>
              <p:cNvPr id="12080" name="Google Shape;12080;p44"/>
              <p:cNvGrpSpPr/>
              <p:nvPr/>
            </p:nvGrpSpPr>
            <p:grpSpPr>
              <a:xfrm>
                <a:off x="2905682" y="1782817"/>
                <a:ext cx="250437" cy="208549"/>
                <a:chOff x="2905682" y="1782817"/>
                <a:chExt cx="250437" cy="208549"/>
              </a:xfrm>
            </p:grpSpPr>
            <p:cxnSp>
              <p:nvCxnSpPr>
                <p:cNvPr id="12081" name="Google Shape;12081;p4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12082" name="Google Shape;12082;p4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3" name="Google Shape;12083;p44"/>
              <p:cNvGrpSpPr/>
              <p:nvPr/>
            </p:nvGrpSpPr>
            <p:grpSpPr>
              <a:xfrm>
                <a:off x="2700693" y="1746937"/>
                <a:ext cx="449966" cy="72374"/>
                <a:chOff x="2700693" y="1746937"/>
                <a:chExt cx="449966" cy="72374"/>
              </a:xfrm>
            </p:grpSpPr>
            <p:cxnSp>
              <p:nvCxnSpPr>
                <p:cNvPr id="12084" name="Google Shape;12084;p4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12085" name="Google Shape;12085;p4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086" name="Google Shape;12086;p44"/>
            <p:cNvGrpSpPr/>
            <p:nvPr/>
          </p:nvGrpSpPr>
          <p:grpSpPr>
            <a:xfrm>
              <a:off x="2029517" y="1732295"/>
              <a:ext cx="1149067" cy="643432"/>
              <a:chOff x="2029517" y="1732295"/>
              <a:chExt cx="1149067" cy="643432"/>
            </a:xfrm>
          </p:grpSpPr>
          <p:grpSp>
            <p:nvGrpSpPr>
              <p:cNvPr id="12087" name="Google Shape;12087;p44"/>
              <p:cNvGrpSpPr/>
              <p:nvPr/>
            </p:nvGrpSpPr>
            <p:grpSpPr>
              <a:xfrm>
                <a:off x="2703618" y="2103152"/>
                <a:ext cx="474966" cy="260017"/>
                <a:chOff x="2703618" y="2103152"/>
                <a:chExt cx="474966" cy="260017"/>
              </a:xfrm>
            </p:grpSpPr>
            <p:grpSp>
              <p:nvGrpSpPr>
                <p:cNvPr id="12088" name="Google Shape;12088;p44"/>
                <p:cNvGrpSpPr/>
                <p:nvPr/>
              </p:nvGrpSpPr>
              <p:grpSpPr>
                <a:xfrm>
                  <a:off x="2703618" y="2290640"/>
                  <a:ext cx="450291" cy="72529"/>
                  <a:chOff x="2703618" y="2290640"/>
                  <a:chExt cx="450291" cy="72529"/>
                </a:xfrm>
              </p:grpSpPr>
              <p:cxnSp>
                <p:nvCxnSpPr>
                  <p:cNvPr id="12089" name="Google Shape;12089;p4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12090" name="Google Shape;12090;p4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1" name="Google Shape;12091;p44"/>
                <p:cNvGrpSpPr/>
                <p:nvPr/>
              </p:nvGrpSpPr>
              <p:grpSpPr>
                <a:xfrm>
                  <a:off x="2908607" y="2103152"/>
                  <a:ext cx="269977" cy="223538"/>
                  <a:chOff x="2908607" y="2103152"/>
                  <a:chExt cx="269977" cy="223538"/>
                </a:xfrm>
              </p:grpSpPr>
              <p:cxnSp>
                <p:nvCxnSpPr>
                  <p:cNvPr id="12092" name="Google Shape;12092;p4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12093" name="Google Shape;12093;p4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094" name="Google Shape;12094;p44"/>
              <p:cNvGrpSpPr/>
              <p:nvPr/>
            </p:nvGrpSpPr>
            <p:grpSpPr>
              <a:xfrm>
                <a:off x="2029517" y="1732295"/>
                <a:ext cx="685827" cy="643432"/>
                <a:chOff x="2029517" y="1732295"/>
                <a:chExt cx="685827" cy="643432"/>
              </a:xfrm>
            </p:grpSpPr>
            <p:sp>
              <p:nvSpPr>
                <p:cNvPr id="12095" name="Google Shape;12095;p4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96" name="Google Shape;12096;p44"/>
                <p:cNvGrpSpPr/>
                <p:nvPr/>
              </p:nvGrpSpPr>
              <p:grpSpPr>
                <a:xfrm>
                  <a:off x="2158948" y="1732295"/>
                  <a:ext cx="556396" cy="333108"/>
                  <a:chOff x="2158948" y="1732295"/>
                  <a:chExt cx="556396" cy="333108"/>
                </a:xfrm>
              </p:grpSpPr>
              <p:cxnSp>
                <p:nvCxnSpPr>
                  <p:cNvPr id="12097" name="Google Shape;12097;p4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12098" name="Google Shape;12098;p4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9" name="Google Shape;12099;p44"/>
                <p:cNvGrpSpPr/>
                <p:nvPr/>
              </p:nvGrpSpPr>
              <p:grpSpPr>
                <a:xfrm>
                  <a:off x="2159908" y="2065057"/>
                  <a:ext cx="550885" cy="310670"/>
                  <a:chOff x="2159908" y="2065057"/>
                  <a:chExt cx="550885" cy="310670"/>
                </a:xfrm>
              </p:grpSpPr>
              <p:cxnSp>
                <p:nvCxnSpPr>
                  <p:cNvPr id="12100" name="Google Shape;12100;p4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12101" name="Google Shape;12101;p4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12102" name="Google Shape;12102;p44"/>
          <p:cNvGrpSpPr/>
          <p:nvPr/>
        </p:nvGrpSpPr>
        <p:grpSpPr>
          <a:xfrm>
            <a:off x="732462" y="1766083"/>
            <a:ext cx="962652" cy="810058"/>
            <a:chOff x="844912" y="1681380"/>
            <a:chExt cx="935612" cy="787305"/>
          </a:xfrm>
        </p:grpSpPr>
        <p:grpSp>
          <p:nvGrpSpPr>
            <p:cNvPr id="12103" name="Google Shape;12103;p44"/>
            <p:cNvGrpSpPr/>
            <p:nvPr/>
          </p:nvGrpSpPr>
          <p:grpSpPr>
            <a:xfrm>
              <a:off x="844912" y="1819635"/>
              <a:ext cx="329837" cy="510016"/>
              <a:chOff x="844912" y="1819635"/>
              <a:chExt cx="329837" cy="510016"/>
            </a:xfrm>
          </p:grpSpPr>
          <p:sp>
            <p:nvSpPr>
              <p:cNvPr id="12104" name="Google Shape;12104;p4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5" name="Google Shape;12105;p4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6" name="Google Shape;12106;p4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7" name="Google Shape;12107;p4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8" name="Google Shape;12108;p4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9" name="Google Shape;12109;p4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0" name="Google Shape;12110;p44"/>
            <p:cNvGrpSpPr/>
            <p:nvPr/>
          </p:nvGrpSpPr>
          <p:grpSpPr>
            <a:xfrm>
              <a:off x="1284601" y="2158168"/>
              <a:ext cx="495923" cy="310517"/>
              <a:chOff x="1284601" y="2158168"/>
              <a:chExt cx="495923" cy="310517"/>
            </a:xfrm>
          </p:grpSpPr>
          <p:sp>
            <p:nvSpPr>
              <p:cNvPr id="12111" name="Google Shape;12111;p4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12" name="Google Shape;12112;p44"/>
              <p:cNvGrpSpPr/>
              <p:nvPr/>
            </p:nvGrpSpPr>
            <p:grpSpPr>
              <a:xfrm>
                <a:off x="1507666" y="2158168"/>
                <a:ext cx="272858" cy="310517"/>
                <a:chOff x="1507666" y="2158168"/>
                <a:chExt cx="272858" cy="310517"/>
              </a:xfrm>
            </p:grpSpPr>
            <p:grpSp>
              <p:nvGrpSpPr>
                <p:cNvPr id="12113" name="Google Shape;12113;p44"/>
                <p:cNvGrpSpPr/>
                <p:nvPr/>
              </p:nvGrpSpPr>
              <p:grpSpPr>
                <a:xfrm>
                  <a:off x="1507666" y="2176104"/>
                  <a:ext cx="166395" cy="273150"/>
                  <a:chOff x="1507666" y="2176104"/>
                  <a:chExt cx="166395" cy="273150"/>
                </a:xfrm>
              </p:grpSpPr>
              <p:sp>
                <p:nvSpPr>
                  <p:cNvPr id="12114" name="Google Shape;12114;p4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5" name="Google Shape;12115;p4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6" name="Google Shape;12116;p4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7" name="Google Shape;12117;p4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8" name="Google Shape;12118;p4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9" name="Google Shape;12119;p4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0" name="Google Shape;12120;p4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21" name="Google Shape;12121;p4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2" name="Google Shape;12122;p4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123" name="Google Shape;12123;p44"/>
            <p:cNvGrpSpPr/>
            <p:nvPr/>
          </p:nvGrpSpPr>
          <p:grpSpPr>
            <a:xfrm>
              <a:off x="1284601" y="1681380"/>
              <a:ext cx="495923" cy="310517"/>
              <a:chOff x="1284601" y="1681380"/>
              <a:chExt cx="495923" cy="310517"/>
            </a:xfrm>
          </p:grpSpPr>
          <p:sp>
            <p:nvSpPr>
              <p:cNvPr id="12124" name="Google Shape;12124;p4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25" name="Google Shape;12125;p44"/>
              <p:cNvGrpSpPr/>
              <p:nvPr/>
            </p:nvGrpSpPr>
            <p:grpSpPr>
              <a:xfrm>
                <a:off x="1507666" y="1681380"/>
                <a:ext cx="272858" cy="310517"/>
                <a:chOff x="1507666" y="1681380"/>
                <a:chExt cx="272858" cy="310517"/>
              </a:xfrm>
            </p:grpSpPr>
            <p:grpSp>
              <p:nvGrpSpPr>
                <p:cNvPr id="12126" name="Google Shape;12126;p44"/>
                <p:cNvGrpSpPr/>
                <p:nvPr/>
              </p:nvGrpSpPr>
              <p:grpSpPr>
                <a:xfrm>
                  <a:off x="1507666" y="1700120"/>
                  <a:ext cx="166395" cy="272984"/>
                  <a:chOff x="1507666" y="1700120"/>
                  <a:chExt cx="166395" cy="272984"/>
                </a:xfrm>
              </p:grpSpPr>
              <p:sp>
                <p:nvSpPr>
                  <p:cNvPr id="12127" name="Google Shape;12127;p4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8" name="Google Shape;12128;p4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9" name="Google Shape;12129;p4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0" name="Google Shape;12130;p4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1" name="Google Shape;12131;p4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2" name="Google Shape;12132;p4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3" name="Google Shape;12133;p4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34" name="Google Shape;12134;p4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5" name="Google Shape;12135;p4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2136" name="Google Shape;12136;p44"/>
          <p:cNvGrpSpPr/>
          <p:nvPr/>
        </p:nvGrpSpPr>
        <p:grpSpPr>
          <a:xfrm>
            <a:off x="6841403" y="2533512"/>
            <a:ext cx="1622269" cy="552443"/>
            <a:chOff x="6894650" y="2574740"/>
            <a:chExt cx="1445100" cy="492111"/>
          </a:xfrm>
        </p:grpSpPr>
        <p:sp>
          <p:nvSpPr>
            <p:cNvPr id="12137" name="Google Shape;12137;p4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8" name="Google Shape;12138;p4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9" name="Google Shape;12139;p4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0" name="Google Shape;12140;p4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p4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142" name="Google Shape;12142;p44"/>
            <p:cNvCxnSpPr/>
            <p:nvPr/>
          </p:nvCxnSpPr>
          <p:spPr>
            <a:xfrm>
              <a:off x="6894650" y="2821921"/>
              <a:ext cx="1445100" cy="0"/>
            </a:xfrm>
            <a:prstGeom prst="straightConnector1">
              <a:avLst/>
            </a:prstGeom>
            <a:noFill/>
            <a:ln cap="flat" cmpd="sng" w="9525">
              <a:solidFill>
                <a:srgbClr val="869FB2"/>
              </a:solidFill>
              <a:prstDash val="solid"/>
              <a:round/>
              <a:headEnd len="sm" w="sm" type="none"/>
              <a:tailEnd len="sm" w="sm" type="none"/>
            </a:ln>
          </p:spPr>
        </p:cxnSp>
      </p:grpSp>
      <p:grpSp>
        <p:nvGrpSpPr>
          <p:cNvPr id="12143" name="Google Shape;12143;p44"/>
          <p:cNvGrpSpPr/>
          <p:nvPr/>
        </p:nvGrpSpPr>
        <p:grpSpPr>
          <a:xfrm>
            <a:off x="6860946" y="3907768"/>
            <a:ext cx="1583206" cy="475705"/>
            <a:chOff x="6953919" y="3907920"/>
            <a:chExt cx="1377300" cy="475705"/>
          </a:xfrm>
        </p:grpSpPr>
        <p:cxnSp>
          <p:nvCxnSpPr>
            <p:cNvPr id="12144" name="Google Shape;12144;p44"/>
            <p:cNvCxnSpPr/>
            <p:nvPr/>
          </p:nvCxnSpPr>
          <p:spPr>
            <a:xfrm rot="10800000">
              <a:off x="7118546" y="4100689"/>
              <a:ext cx="0" cy="185100"/>
            </a:xfrm>
            <a:prstGeom prst="straightConnector1">
              <a:avLst/>
            </a:prstGeom>
            <a:noFill/>
            <a:ln cap="flat" cmpd="sng" w="19050">
              <a:solidFill>
                <a:srgbClr val="5F7D95"/>
              </a:solidFill>
              <a:prstDash val="solid"/>
              <a:round/>
              <a:headEnd len="sm" w="sm" type="none"/>
              <a:tailEnd len="sm" w="sm" type="none"/>
            </a:ln>
          </p:spPr>
        </p:cxnSp>
        <p:cxnSp>
          <p:nvCxnSpPr>
            <p:cNvPr id="12145" name="Google Shape;12145;p44"/>
            <p:cNvCxnSpPr/>
            <p:nvPr/>
          </p:nvCxnSpPr>
          <p:spPr>
            <a:xfrm>
              <a:off x="7480500" y="4197025"/>
              <a:ext cx="0" cy="186600"/>
            </a:xfrm>
            <a:prstGeom prst="straightConnector1">
              <a:avLst/>
            </a:prstGeom>
            <a:noFill/>
            <a:ln cap="flat" cmpd="sng" w="19050">
              <a:solidFill>
                <a:srgbClr val="5F7D95"/>
              </a:solidFill>
              <a:prstDash val="solid"/>
              <a:round/>
              <a:headEnd len="sm" w="sm" type="none"/>
              <a:tailEnd len="sm" w="sm" type="none"/>
            </a:ln>
          </p:spPr>
        </p:cxnSp>
        <p:cxnSp>
          <p:nvCxnSpPr>
            <p:cNvPr id="12146" name="Google Shape;12146;p44"/>
            <p:cNvCxnSpPr/>
            <p:nvPr/>
          </p:nvCxnSpPr>
          <p:spPr>
            <a:xfrm rot="10800000">
              <a:off x="7848574" y="3907920"/>
              <a:ext cx="0" cy="185100"/>
            </a:xfrm>
            <a:prstGeom prst="straightConnector1">
              <a:avLst/>
            </a:prstGeom>
            <a:noFill/>
            <a:ln cap="flat" cmpd="sng" w="19050">
              <a:solidFill>
                <a:srgbClr val="5F7D95"/>
              </a:solidFill>
              <a:prstDash val="solid"/>
              <a:round/>
              <a:headEnd len="sm" w="sm" type="none"/>
              <a:tailEnd len="sm" w="sm" type="none"/>
            </a:ln>
          </p:spPr>
        </p:cxnSp>
        <p:cxnSp>
          <p:nvCxnSpPr>
            <p:cNvPr id="12147" name="Google Shape;12147;p44"/>
            <p:cNvCxnSpPr/>
            <p:nvPr/>
          </p:nvCxnSpPr>
          <p:spPr>
            <a:xfrm>
              <a:off x="8218032" y="3997243"/>
              <a:ext cx="0" cy="197100"/>
            </a:xfrm>
            <a:prstGeom prst="straightConnector1">
              <a:avLst/>
            </a:prstGeom>
            <a:noFill/>
            <a:ln cap="flat" cmpd="sng" w="19050">
              <a:solidFill>
                <a:srgbClr val="5F7D95"/>
              </a:solidFill>
              <a:prstDash val="solid"/>
              <a:round/>
              <a:headEnd len="sm" w="sm" type="none"/>
              <a:tailEnd len="sm" w="sm" type="none"/>
            </a:ln>
          </p:spPr>
        </p:cxnSp>
        <p:cxnSp>
          <p:nvCxnSpPr>
            <p:cNvPr id="12148" name="Google Shape;12148;p44"/>
            <p:cNvCxnSpPr/>
            <p:nvPr/>
          </p:nvCxnSpPr>
          <p:spPr>
            <a:xfrm flipH="1">
              <a:off x="6953919" y="3961822"/>
              <a:ext cx="1377300" cy="376800"/>
            </a:xfrm>
            <a:prstGeom prst="straightConnector1">
              <a:avLst/>
            </a:prstGeom>
            <a:noFill/>
            <a:ln cap="flat" cmpd="sng" w="19050">
              <a:solidFill>
                <a:srgbClr val="435D74"/>
              </a:solidFill>
              <a:prstDash val="solid"/>
              <a:round/>
              <a:headEnd len="sm" w="sm" type="none"/>
              <a:tailEnd len="sm" w="sm" type="none"/>
            </a:ln>
          </p:spPr>
        </p:cxnSp>
      </p:grpSp>
      <p:grpSp>
        <p:nvGrpSpPr>
          <p:cNvPr id="12149" name="Google Shape;12149;p44"/>
          <p:cNvGrpSpPr/>
          <p:nvPr/>
        </p:nvGrpSpPr>
        <p:grpSpPr>
          <a:xfrm>
            <a:off x="2364534" y="2668913"/>
            <a:ext cx="836286" cy="824529"/>
            <a:chOff x="2389399" y="2595741"/>
            <a:chExt cx="812796" cy="801369"/>
          </a:xfrm>
        </p:grpSpPr>
        <p:grpSp>
          <p:nvGrpSpPr>
            <p:cNvPr id="12150" name="Google Shape;12150;p44"/>
            <p:cNvGrpSpPr/>
            <p:nvPr/>
          </p:nvGrpSpPr>
          <p:grpSpPr>
            <a:xfrm>
              <a:off x="2492145" y="2881565"/>
              <a:ext cx="607299" cy="229751"/>
              <a:chOff x="2492145" y="2881565"/>
              <a:chExt cx="607299" cy="229751"/>
            </a:xfrm>
          </p:grpSpPr>
          <p:sp>
            <p:nvSpPr>
              <p:cNvPr id="12151" name="Google Shape;12151;p4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2" name="Google Shape;12152;p4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3" name="Google Shape;12153;p4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4" name="Google Shape;12154;p44"/>
            <p:cNvGrpSpPr/>
            <p:nvPr/>
          </p:nvGrpSpPr>
          <p:grpSpPr>
            <a:xfrm>
              <a:off x="2389399" y="2595741"/>
              <a:ext cx="812796" cy="296825"/>
              <a:chOff x="2389399" y="2595741"/>
              <a:chExt cx="812796" cy="296825"/>
            </a:xfrm>
          </p:grpSpPr>
          <p:grpSp>
            <p:nvGrpSpPr>
              <p:cNvPr id="12155" name="Google Shape;12155;p44"/>
              <p:cNvGrpSpPr/>
              <p:nvPr/>
            </p:nvGrpSpPr>
            <p:grpSpPr>
              <a:xfrm>
                <a:off x="2389399" y="2595741"/>
                <a:ext cx="363638" cy="296825"/>
                <a:chOff x="2389399" y="2595741"/>
                <a:chExt cx="363638" cy="296825"/>
              </a:xfrm>
            </p:grpSpPr>
            <p:grpSp>
              <p:nvGrpSpPr>
                <p:cNvPr id="12156" name="Google Shape;12156;p44"/>
                <p:cNvGrpSpPr/>
                <p:nvPr/>
              </p:nvGrpSpPr>
              <p:grpSpPr>
                <a:xfrm>
                  <a:off x="2493852" y="2794333"/>
                  <a:ext cx="259185" cy="98233"/>
                  <a:chOff x="2493852" y="2794333"/>
                  <a:chExt cx="259185" cy="98233"/>
                </a:xfrm>
              </p:grpSpPr>
              <p:sp>
                <p:nvSpPr>
                  <p:cNvPr id="12157" name="Google Shape;12157;p4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p4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9" name="Google Shape;12159;p4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0" name="Google Shape;12160;p44"/>
                <p:cNvGrpSpPr/>
                <p:nvPr/>
              </p:nvGrpSpPr>
              <p:grpSpPr>
                <a:xfrm>
                  <a:off x="2389399" y="2595741"/>
                  <a:ext cx="224343" cy="182054"/>
                  <a:chOff x="2389399" y="2595741"/>
                  <a:chExt cx="224343" cy="182054"/>
                </a:xfrm>
              </p:grpSpPr>
              <p:sp>
                <p:nvSpPr>
                  <p:cNvPr id="12161" name="Google Shape;12161;p4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2" name="Google Shape;12162;p4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163" name="Google Shape;12163;p44"/>
              <p:cNvGrpSpPr/>
              <p:nvPr/>
            </p:nvGrpSpPr>
            <p:grpSpPr>
              <a:xfrm>
                <a:off x="2683630" y="2595741"/>
                <a:ext cx="224334" cy="296825"/>
                <a:chOff x="2683630" y="2595741"/>
                <a:chExt cx="224334" cy="296825"/>
              </a:xfrm>
            </p:grpSpPr>
            <p:grpSp>
              <p:nvGrpSpPr>
                <p:cNvPr id="12164" name="Google Shape;12164;p44"/>
                <p:cNvGrpSpPr/>
                <p:nvPr/>
              </p:nvGrpSpPr>
              <p:grpSpPr>
                <a:xfrm>
                  <a:off x="2788083" y="2794333"/>
                  <a:ext cx="15356" cy="98233"/>
                  <a:chOff x="2788083" y="2794333"/>
                  <a:chExt cx="15356" cy="98233"/>
                </a:xfrm>
              </p:grpSpPr>
              <p:sp>
                <p:nvSpPr>
                  <p:cNvPr id="12165" name="Google Shape;12165;p4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6" name="Google Shape;12166;p4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7" name="Google Shape;12167;p4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8" name="Google Shape;12168;p44"/>
                <p:cNvGrpSpPr/>
                <p:nvPr/>
              </p:nvGrpSpPr>
              <p:grpSpPr>
                <a:xfrm>
                  <a:off x="2683630" y="2595741"/>
                  <a:ext cx="224334" cy="182054"/>
                  <a:chOff x="2683630" y="2595741"/>
                  <a:chExt cx="224334" cy="182054"/>
                </a:xfrm>
              </p:grpSpPr>
              <p:sp>
                <p:nvSpPr>
                  <p:cNvPr id="12169" name="Google Shape;12169;p4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0" name="Google Shape;12170;p4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171" name="Google Shape;12171;p44"/>
              <p:cNvGrpSpPr/>
              <p:nvPr/>
            </p:nvGrpSpPr>
            <p:grpSpPr>
              <a:xfrm>
                <a:off x="2838475" y="2595741"/>
                <a:ext cx="363720" cy="296825"/>
                <a:chOff x="2838475" y="2595741"/>
                <a:chExt cx="363720" cy="296825"/>
              </a:xfrm>
            </p:grpSpPr>
            <p:grpSp>
              <p:nvGrpSpPr>
                <p:cNvPr id="12172" name="Google Shape;12172;p44"/>
                <p:cNvGrpSpPr/>
                <p:nvPr/>
              </p:nvGrpSpPr>
              <p:grpSpPr>
                <a:xfrm>
                  <a:off x="2838475" y="2794333"/>
                  <a:ext cx="259186" cy="98233"/>
                  <a:chOff x="2838475" y="2794333"/>
                  <a:chExt cx="259186" cy="98233"/>
                </a:xfrm>
              </p:grpSpPr>
              <p:sp>
                <p:nvSpPr>
                  <p:cNvPr id="12173" name="Google Shape;12173;p4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4" name="Google Shape;12174;p4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p4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76" name="Google Shape;12176;p44"/>
                <p:cNvGrpSpPr/>
                <p:nvPr/>
              </p:nvGrpSpPr>
              <p:grpSpPr>
                <a:xfrm>
                  <a:off x="2977852" y="2595741"/>
                  <a:ext cx="224343" cy="182054"/>
                  <a:chOff x="2977852" y="2595741"/>
                  <a:chExt cx="224343" cy="182054"/>
                </a:xfrm>
              </p:grpSpPr>
              <p:sp>
                <p:nvSpPr>
                  <p:cNvPr id="12177" name="Google Shape;12177;p4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8" name="Google Shape;12178;p4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2179" name="Google Shape;12179;p44"/>
            <p:cNvGrpSpPr/>
            <p:nvPr/>
          </p:nvGrpSpPr>
          <p:grpSpPr>
            <a:xfrm>
              <a:off x="2389399" y="3100241"/>
              <a:ext cx="812796" cy="296869"/>
              <a:chOff x="2389399" y="3100241"/>
              <a:chExt cx="812796" cy="296869"/>
            </a:xfrm>
          </p:grpSpPr>
          <p:grpSp>
            <p:nvGrpSpPr>
              <p:cNvPr id="12180" name="Google Shape;12180;p44"/>
              <p:cNvGrpSpPr/>
              <p:nvPr/>
            </p:nvGrpSpPr>
            <p:grpSpPr>
              <a:xfrm>
                <a:off x="2683630" y="3100241"/>
                <a:ext cx="224334" cy="296869"/>
                <a:chOff x="2683630" y="3100241"/>
                <a:chExt cx="224334" cy="296869"/>
              </a:xfrm>
            </p:grpSpPr>
            <p:grpSp>
              <p:nvGrpSpPr>
                <p:cNvPr id="12181" name="Google Shape;12181;p44"/>
                <p:cNvGrpSpPr/>
                <p:nvPr/>
              </p:nvGrpSpPr>
              <p:grpSpPr>
                <a:xfrm>
                  <a:off x="2788083" y="3100241"/>
                  <a:ext cx="15356" cy="98236"/>
                  <a:chOff x="2788083" y="3100241"/>
                  <a:chExt cx="15356" cy="98236"/>
                </a:xfrm>
              </p:grpSpPr>
              <p:sp>
                <p:nvSpPr>
                  <p:cNvPr id="12182" name="Google Shape;12182;p4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3" name="Google Shape;12183;p4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4" name="Google Shape;12184;p4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5" name="Google Shape;12185;p44"/>
                <p:cNvGrpSpPr/>
                <p:nvPr/>
              </p:nvGrpSpPr>
              <p:grpSpPr>
                <a:xfrm>
                  <a:off x="2683630" y="3215065"/>
                  <a:ext cx="224334" cy="182045"/>
                  <a:chOff x="2683630" y="3215065"/>
                  <a:chExt cx="224334" cy="182045"/>
                </a:xfrm>
              </p:grpSpPr>
              <p:sp>
                <p:nvSpPr>
                  <p:cNvPr id="12186" name="Google Shape;12186;p4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7" name="Google Shape;12187;p4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188" name="Google Shape;12188;p44"/>
              <p:cNvGrpSpPr/>
              <p:nvPr/>
            </p:nvGrpSpPr>
            <p:grpSpPr>
              <a:xfrm>
                <a:off x="2389399" y="3100241"/>
                <a:ext cx="363638" cy="296869"/>
                <a:chOff x="2389399" y="3100241"/>
                <a:chExt cx="363638" cy="296869"/>
              </a:xfrm>
            </p:grpSpPr>
            <p:grpSp>
              <p:nvGrpSpPr>
                <p:cNvPr id="12189" name="Google Shape;12189;p44"/>
                <p:cNvGrpSpPr/>
                <p:nvPr/>
              </p:nvGrpSpPr>
              <p:grpSpPr>
                <a:xfrm>
                  <a:off x="2493852" y="3100241"/>
                  <a:ext cx="259185" cy="98236"/>
                  <a:chOff x="2493852" y="3100241"/>
                  <a:chExt cx="259185" cy="98236"/>
                </a:xfrm>
              </p:grpSpPr>
              <p:sp>
                <p:nvSpPr>
                  <p:cNvPr id="12190" name="Google Shape;12190;p4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1" name="Google Shape;12191;p4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2" name="Google Shape;12192;p4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3" name="Google Shape;12193;p44"/>
                <p:cNvGrpSpPr/>
                <p:nvPr/>
              </p:nvGrpSpPr>
              <p:grpSpPr>
                <a:xfrm>
                  <a:off x="2389399" y="3215065"/>
                  <a:ext cx="224343" cy="182045"/>
                  <a:chOff x="2389399" y="3215065"/>
                  <a:chExt cx="224343" cy="182045"/>
                </a:xfrm>
              </p:grpSpPr>
              <p:sp>
                <p:nvSpPr>
                  <p:cNvPr id="12194" name="Google Shape;12194;p4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5" name="Google Shape;12195;p4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196" name="Google Shape;12196;p44"/>
              <p:cNvGrpSpPr/>
              <p:nvPr/>
            </p:nvGrpSpPr>
            <p:grpSpPr>
              <a:xfrm>
                <a:off x="2838475" y="3100241"/>
                <a:ext cx="363720" cy="296869"/>
                <a:chOff x="2838475" y="3100241"/>
                <a:chExt cx="363720" cy="296869"/>
              </a:xfrm>
            </p:grpSpPr>
            <p:grpSp>
              <p:nvGrpSpPr>
                <p:cNvPr id="12197" name="Google Shape;12197;p44"/>
                <p:cNvGrpSpPr/>
                <p:nvPr/>
              </p:nvGrpSpPr>
              <p:grpSpPr>
                <a:xfrm>
                  <a:off x="2838475" y="3100241"/>
                  <a:ext cx="259186" cy="98236"/>
                  <a:chOff x="2838475" y="3100241"/>
                  <a:chExt cx="259186" cy="98236"/>
                </a:xfrm>
              </p:grpSpPr>
              <p:sp>
                <p:nvSpPr>
                  <p:cNvPr id="12198" name="Google Shape;12198;p4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9" name="Google Shape;12199;p4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0" name="Google Shape;12200;p4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1" name="Google Shape;12201;p44"/>
                <p:cNvGrpSpPr/>
                <p:nvPr/>
              </p:nvGrpSpPr>
              <p:grpSpPr>
                <a:xfrm>
                  <a:off x="2977852" y="3215065"/>
                  <a:ext cx="224343" cy="182045"/>
                  <a:chOff x="2977852" y="3215065"/>
                  <a:chExt cx="224343" cy="182045"/>
                </a:xfrm>
              </p:grpSpPr>
              <p:sp>
                <p:nvSpPr>
                  <p:cNvPr id="12202" name="Google Shape;12202;p4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3" name="Google Shape;12203;p4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07" name="Shape 12207"/>
        <p:cNvGrpSpPr/>
        <p:nvPr/>
      </p:nvGrpSpPr>
      <p:grpSpPr>
        <a:xfrm>
          <a:off x="0" y="0"/>
          <a:ext cx="0" cy="0"/>
          <a:chOff x="0" y="0"/>
          <a:chExt cx="0" cy="0"/>
        </a:xfrm>
      </p:grpSpPr>
      <p:grpSp>
        <p:nvGrpSpPr>
          <p:cNvPr id="12208" name="Google Shape;12208;p45"/>
          <p:cNvGrpSpPr/>
          <p:nvPr/>
        </p:nvGrpSpPr>
        <p:grpSpPr>
          <a:xfrm>
            <a:off x="729238" y="1179665"/>
            <a:ext cx="1636117" cy="1526144"/>
            <a:chOff x="729238" y="1179665"/>
            <a:chExt cx="1636117" cy="1526144"/>
          </a:xfrm>
        </p:grpSpPr>
        <p:grpSp>
          <p:nvGrpSpPr>
            <p:cNvPr id="12209" name="Google Shape;12209;p45"/>
            <p:cNvGrpSpPr/>
            <p:nvPr/>
          </p:nvGrpSpPr>
          <p:grpSpPr>
            <a:xfrm>
              <a:off x="729238" y="1179665"/>
              <a:ext cx="80700" cy="1526144"/>
              <a:chOff x="729238" y="1179665"/>
              <a:chExt cx="80700" cy="1526144"/>
            </a:xfrm>
          </p:grpSpPr>
          <p:sp>
            <p:nvSpPr>
              <p:cNvPr id="12210" name="Google Shape;12210;p4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p4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2" name="Google Shape;12212;p4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3" name="Google Shape;12213;p4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4" name="Google Shape;12214;p4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5" name="Google Shape;12215;p4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6" name="Google Shape;12216;p4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7" name="Google Shape;12217;p4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8" name="Google Shape;12218;p4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p4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20" name="Google Shape;12220;p45"/>
            <p:cNvGrpSpPr/>
            <p:nvPr/>
          </p:nvGrpSpPr>
          <p:grpSpPr>
            <a:xfrm>
              <a:off x="903098" y="1179665"/>
              <a:ext cx="80700" cy="1526144"/>
              <a:chOff x="903098" y="1179665"/>
              <a:chExt cx="80700" cy="1526144"/>
            </a:xfrm>
          </p:grpSpPr>
          <p:sp>
            <p:nvSpPr>
              <p:cNvPr id="12221" name="Google Shape;12221;p4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2" name="Google Shape;12222;p4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3" name="Google Shape;12223;p4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4" name="Google Shape;12224;p4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p4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p4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7" name="Google Shape;12227;p4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8" name="Google Shape;12228;p4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9" name="Google Shape;12229;p4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0" name="Google Shape;12230;p4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1" name="Google Shape;12231;p45"/>
            <p:cNvGrpSpPr/>
            <p:nvPr/>
          </p:nvGrpSpPr>
          <p:grpSpPr>
            <a:xfrm>
              <a:off x="1076958" y="1179665"/>
              <a:ext cx="80700" cy="1526144"/>
              <a:chOff x="1076958" y="1179665"/>
              <a:chExt cx="80700" cy="1526144"/>
            </a:xfrm>
          </p:grpSpPr>
          <p:sp>
            <p:nvSpPr>
              <p:cNvPr id="12232" name="Google Shape;12232;p4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3" name="Google Shape;12233;p4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4" name="Google Shape;12234;p4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5" name="Google Shape;12235;p4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6" name="Google Shape;12236;p4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7" name="Google Shape;12237;p4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8" name="Google Shape;12238;p4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9" name="Google Shape;12239;p4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0" name="Google Shape;12240;p4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p4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2" name="Google Shape;12242;p45"/>
            <p:cNvGrpSpPr/>
            <p:nvPr/>
          </p:nvGrpSpPr>
          <p:grpSpPr>
            <a:xfrm>
              <a:off x="1247707" y="1179665"/>
              <a:ext cx="80700" cy="1526144"/>
              <a:chOff x="1247707" y="1179665"/>
              <a:chExt cx="80700" cy="1526144"/>
            </a:xfrm>
          </p:grpSpPr>
          <p:sp>
            <p:nvSpPr>
              <p:cNvPr id="12243" name="Google Shape;12243;p4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4" name="Google Shape;12244;p4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5" name="Google Shape;12245;p4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p4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p4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8" name="Google Shape;12248;p4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9" name="Google Shape;12249;p4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0" name="Google Shape;12250;p4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1" name="Google Shape;12251;p4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2" name="Google Shape;12252;p4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53" name="Google Shape;12253;p45"/>
            <p:cNvGrpSpPr/>
            <p:nvPr/>
          </p:nvGrpSpPr>
          <p:grpSpPr>
            <a:xfrm>
              <a:off x="1421567" y="1179665"/>
              <a:ext cx="80700" cy="1526144"/>
              <a:chOff x="1421567" y="1179665"/>
              <a:chExt cx="80700" cy="1526144"/>
            </a:xfrm>
          </p:grpSpPr>
          <p:sp>
            <p:nvSpPr>
              <p:cNvPr id="12254" name="Google Shape;12254;p4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5" name="Google Shape;12255;p4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6" name="Google Shape;12256;p4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7" name="Google Shape;12257;p4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8" name="Google Shape;12258;p4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9" name="Google Shape;12259;p4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0" name="Google Shape;12260;p4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1" name="Google Shape;12261;p4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2" name="Google Shape;12262;p4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3" name="Google Shape;12263;p4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4" name="Google Shape;12264;p45"/>
            <p:cNvGrpSpPr/>
            <p:nvPr/>
          </p:nvGrpSpPr>
          <p:grpSpPr>
            <a:xfrm>
              <a:off x="1592327" y="1179665"/>
              <a:ext cx="80700" cy="1526144"/>
              <a:chOff x="1592327" y="1179665"/>
              <a:chExt cx="80700" cy="1526144"/>
            </a:xfrm>
          </p:grpSpPr>
          <p:sp>
            <p:nvSpPr>
              <p:cNvPr id="12265" name="Google Shape;12265;p4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6" name="Google Shape;12266;p4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p4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8" name="Google Shape;12268;p4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9" name="Google Shape;12269;p4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0" name="Google Shape;12270;p4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1" name="Google Shape;12271;p4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2" name="Google Shape;12272;p4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3" name="Google Shape;12273;p4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4" name="Google Shape;12274;p4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5" name="Google Shape;12275;p45"/>
            <p:cNvGrpSpPr/>
            <p:nvPr/>
          </p:nvGrpSpPr>
          <p:grpSpPr>
            <a:xfrm>
              <a:off x="1766187" y="1179665"/>
              <a:ext cx="80700" cy="1526144"/>
              <a:chOff x="1766187" y="1179665"/>
              <a:chExt cx="80700" cy="1526144"/>
            </a:xfrm>
          </p:grpSpPr>
          <p:sp>
            <p:nvSpPr>
              <p:cNvPr id="12276" name="Google Shape;12276;p4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7" name="Google Shape;12277;p4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8" name="Google Shape;12278;p4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9" name="Google Shape;12279;p4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0" name="Google Shape;12280;p4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1" name="Google Shape;12281;p4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2" name="Google Shape;12282;p4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3" name="Google Shape;12283;p4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4" name="Google Shape;12284;p4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5" name="Google Shape;12285;p4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86" name="Google Shape;12286;p45"/>
            <p:cNvGrpSpPr/>
            <p:nvPr/>
          </p:nvGrpSpPr>
          <p:grpSpPr>
            <a:xfrm>
              <a:off x="1936935" y="1179665"/>
              <a:ext cx="80700" cy="1526144"/>
              <a:chOff x="1936935" y="1179665"/>
              <a:chExt cx="80700" cy="1526144"/>
            </a:xfrm>
          </p:grpSpPr>
          <p:sp>
            <p:nvSpPr>
              <p:cNvPr id="12287" name="Google Shape;12287;p4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8" name="Google Shape;12288;p4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9" name="Google Shape;12289;p4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0" name="Google Shape;12290;p4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1" name="Google Shape;12291;p4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2" name="Google Shape;12292;p4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3" name="Google Shape;12293;p4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4" name="Google Shape;12294;p4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5" name="Google Shape;12295;p4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6" name="Google Shape;12296;p4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97" name="Google Shape;12297;p45"/>
            <p:cNvGrpSpPr/>
            <p:nvPr/>
          </p:nvGrpSpPr>
          <p:grpSpPr>
            <a:xfrm>
              <a:off x="2110795" y="1179665"/>
              <a:ext cx="80700" cy="1526144"/>
              <a:chOff x="2110795" y="1179665"/>
              <a:chExt cx="80700" cy="1526144"/>
            </a:xfrm>
          </p:grpSpPr>
          <p:sp>
            <p:nvSpPr>
              <p:cNvPr id="12298" name="Google Shape;12298;p4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9" name="Google Shape;12299;p4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0" name="Google Shape;12300;p4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1" name="Google Shape;12301;p4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2" name="Google Shape;12302;p4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3" name="Google Shape;12303;p4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4" name="Google Shape;12304;p4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5" name="Google Shape;12305;p4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6" name="Google Shape;12306;p4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7" name="Google Shape;12307;p4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08" name="Google Shape;12308;p45"/>
            <p:cNvGrpSpPr/>
            <p:nvPr/>
          </p:nvGrpSpPr>
          <p:grpSpPr>
            <a:xfrm>
              <a:off x="2284655" y="1179665"/>
              <a:ext cx="80700" cy="1526144"/>
              <a:chOff x="2284655" y="1179665"/>
              <a:chExt cx="80700" cy="1526144"/>
            </a:xfrm>
          </p:grpSpPr>
          <p:sp>
            <p:nvSpPr>
              <p:cNvPr id="12309" name="Google Shape;12309;p4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0" name="Google Shape;12310;p4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1" name="Google Shape;12311;p4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2" name="Google Shape;12312;p4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3" name="Google Shape;12313;p4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4" name="Google Shape;12314;p4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5" name="Google Shape;12315;p4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6" name="Google Shape;12316;p4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7" name="Google Shape;12317;p4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8" name="Google Shape;12318;p4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319" name="Google Shape;12319;p45"/>
          <p:cNvGrpSpPr/>
          <p:nvPr/>
        </p:nvGrpSpPr>
        <p:grpSpPr>
          <a:xfrm>
            <a:off x="2623904" y="1198803"/>
            <a:ext cx="1364248" cy="1102133"/>
            <a:chOff x="2623904" y="1198803"/>
            <a:chExt cx="1364248" cy="1102133"/>
          </a:xfrm>
        </p:grpSpPr>
        <p:grpSp>
          <p:nvGrpSpPr>
            <p:cNvPr id="12320" name="Google Shape;12320;p45"/>
            <p:cNvGrpSpPr/>
            <p:nvPr/>
          </p:nvGrpSpPr>
          <p:grpSpPr>
            <a:xfrm>
              <a:off x="2623907" y="1198803"/>
              <a:ext cx="1364245" cy="273000"/>
              <a:chOff x="2623907" y="1198803"/>
              <a:chExt cx="1364245" cy="273000"/>
            </a:xfrm>
          </p:grpSpPr>
          <p:sp>
            <p:nvSpPr>
              <p:cNvPr id="12321" name="Google Shape;12321;p4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2" name="Google Shape;12322;p4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3" name="Google Shape;12323;p4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p4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5" name="Google Shape;12325;p4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6" name="Google Shape;12326;p45"/>
            <p:cNvGrpSpPr/>
            <p:nvPr/>
          </p:nvGrpSpPr>
          <p:grpSpPr>
            <a:xfrm>
              <a:off x="2623904" y="1476964"/>
              <a:ext cx="1364245" cy="273000"/>
              <a:chOff x="2623904" y="1476964"/>
              <a:chExt cx="1364245" cy="273000"/>
            </a:xfrm>
          </p:grpSpPr>
          <p:sp>
            <p:nvSpPr>
              <p:cNvPr id="12327" name="Google Shape;12327;p4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8" name="Google Shape;12328;p4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9" name="Google Shape;12329;p4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0" name="Google Shape;12330;p4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1" name="Google Shape;12331;p4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2" name="Google Shape;12332;p45"/>
            <p:cNvGrpSpPr/>
            <p:nvPr/>
          </p:nvGrpSpPr>
          <p:grpSpPr>
            <a:xfrm>
              <a:off x="2623907" y="1749775"/>
              <a:ext cx="1364245" cy="273000"/>
              <a:chOff x="2623907" y="1749775"/>
              <a:chExt cx="1364245" cy="273000"/>
            </a:xfrm>
          </p:grpSpPr>
          <p:sp>
            <p:nvSpPr>
              <p:cNvPr id="12333" name="Google Shape;12333;p4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p4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5" name="Google Shape;12335;p4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6" name="Google Shape;12336;p4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7" name="Google Shape;12337;p4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8" name="Google Shape;12338;p45"/>
            <p:cNvGrpSpPr/>
            <p:nvPr/>
          </p:nvGrpSpPr>
          <p:grpSpPr>
            <a:xfrm>
              <a:off x="2623904" y="2027936"/>
              <a:ext cx="1364245" cy="273000"/>
              <a:chOff x="2623904" y="2027936"/>
              <a:chExt cx="1364245" cy="273000"/>
            </a:xfrm>
          </p:grpSpPr>
          <p:sp>
            <p:nvSpPr>
              <p:cNvPr id="12339" name="Google Shape;12339;p4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0" name="Google Shape;12340;p4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1" name="Google Shape;12341;p4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2" name="Google Shape;12342;p4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3" name="Google Shape;12343;p4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344" name="Google Shape;12344;p45"/>
          <p:cNvGrpSpPr/>
          <p:nvPr/>
        </p:nvGrpSpPr>
        <p:grpSpPr>
          <a:xfrm>
            <a:off x="2613365" y="2657986"/>
            <a:ext cx="1387540" cy="159124"/>
            <a:chOff x="3200660" y="2180272"/>
            <a:chExt cx="2563823" cy="378237"/>
          </a:xfrm>
        </p:grpSpPr>
        <p:sp>
          <p:nvSpPr>
            <p:cNvPr id="12345" name="Google Shape;12345;p4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6" name="Google Shape;12346;p4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7" name="Google Shape;12347;p4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8" name="Google Shape;12348;p4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9" name="Google Shape;12349;p4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0" name="Google Shape;12350;p4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1" name="Google Shape;12351;p4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2" name="Google Shape;12352;p4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3" name="Google Shape;12353;p4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4" name="Google Shape;12354;p4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5" name="Google Shape;12355;p4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6" name="Google Shape;12356;p4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7" name="Google Shape;12357;p4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8" name="Google Shape;12358;p4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9" name="Google Shape;12359;p4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p4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1" name="Google Shape;12361;p4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2" name="Google Shape;12362;p4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3" name="Google Shape;12363;p45"/>
          <p:cNvGrpSpPr/>
          <p:nvPr/>
        </p:nvGrpSpPr>
        <p:grpSpPr>
          <a:xfrm>
            <a:off x="2609890" y="2935811"/>
            <a:ext cx="1390502" cy="159625"/>
            <a:chOff x="3530150" y="2790075"/>
            <a:chExt cx="1962600" cy="225300"/>
          </a:xfrm>
        </p:grpSpPr>
        <p:sp>
          <p:nvSpPr>
            <p:cNvPr id="12364" name="Google Shape;12364;p4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5" name="Google Shape;12365;p4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6" name="Google Shape;12366;p45"/>
          <p:cNvGrpSpPr/>
          <p:nvPr/>
        </p:nvGrpSpPr>
        <p:grpSpPr>
          <a:xfrm>
            <a:off x="2610543" y="3214137"/>
            <a:ext cx="1411629" cy="153761"/>
            <a:chOff x="3558802" y="4011427"/>
            <a:chExt cx="1866000" cy="111300"/>
          </a:xfrm>
        </p:grpSpPr>
        <p:sp>
          <p:nvSpPr>
            <p:cNvPr id="12367" name="Google Shape;12367;p4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8" name="Google Shape;12368;p4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9" name="Google Shape;12369;p45"/>
          <p:cNvGrpSpPr/>
          <p:nvPr/>
        </p:nvGrpSpPr>
        <p:grpSpPr>
          <a:xfrm>
            <a:off x="2610235" y="2419536"/>
            <a:ext cx="1383504" cy="119749"/>
            <a:chOff x="3465975" y="2270276"/>
            <a:chExt cx="1986365" cy="171929"/>
          </a:xfrm>
        </p:grpSpPr>
        <p:sp>
          <p:nvSpPr>
            <p:cNvPr id="12370" name="Google Shape;12370;p4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1" name="Google Shape;12371;p4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2" name="Google Shape;12372;p4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3" name="Google Shape;12373;p4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4" name="Google Shape;12374;p4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5" name="Google Shape;12375;p4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6" name="Google Shape;12376;p4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7" name="Google Shape;12377;p4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8" name="Google Shape;12378;p45"/>
          <p:cNvGrpSpPr/>
          <p:nvPr/>
        </p:nvGrpSpPr>
        <p:grpSpPr>
          <a:xfrm>
            <a:off x="2621243" y="3783187"/>
            <a:ext cx="1369531" cy="195460"/>
            <a:chOff x="723300" y="4253549"/>
            <a:chExt cx="2276482" cy="324900"/>
          </a:xfrm>
        </p:grpSpPr>
        <p:sp>
          <p:nvSpPr>
            <p:cNvPr id="12379" name="Google Shape;12379;p4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0" name="Google Shape;12380;p4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1" name="Google Shape;12381;p4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2" name="Google Shape;12382;p4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3" name="Google Shape;12383;p4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4" name="Google Shape;12384;p45"/>
          <p:cNvGrpSpPr/>
          <p:nvPr/>
        </p:nvGrpSpPr>
        <p:grpSpPr>
          <a:xfrm>
            <a:off x="2610803" y="3484367"/>
            <a:ext cx="1389065" cy="180119"/>
            <a:chOff x="705948" y="3788465"/>
            <a:chExt cx="2308952" cy="299400"/>
          </a:xfrm>
        </p:grpSpPr>
        <p:sp>
          <p:nvSpPr>
            <p:cNvPr id="12385" name="Google Shape;12385;p4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6" name="Google Shape;12386;p4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7" name="Google Shape;12387;p4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8" name="Google Shape;12388;p4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9" name="Google Shape;12389;p4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0" name="Google Shape;12390;p45"/>
          <p:cNvGrpSpPr/>
          <p:nvPr/>
        </p:nvGrpSpPr>
        <p:grpSpPr>
          <a:xfrm>
            <a:off x="2658741" y="4097347"/>
            <a:ext cx="1304609" cy="294074"/>
            <a:chOff x="2658741" y="4097347"/>
            <a:chExt cx="1304609" cy="294074"/>
          </a:xfrm>
        </p:grpSpPr>
        <p:grpSp>
          <p:nvGrpSpPr>
            <p:cNvPr id="12391" name="Google Shape;12391;p45"/>
            <p:cNvGrpSpPr/>
            <p:nvPr/>
          </p:nvGrpSpPr>
          <p:grpSpPr>
            <a:xfrm>
              <a:off x="2658741" y="4097347"/>
              <a:ext cx="118572" cy="294074"/>
              <a:chOff x="3343310" y="4475555"/>
              <a:chExt cx="127717" cy="316753"/>
            </a:xfrm>
          </p:grpSpPr>
          <p:sp>
            <p:nvSpPr>
              <p:cNvPr id="12392" name="Google Shape;12392;p4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3" name="Google Shape;12393;p4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4" name="Google Shape;12394;p45"/>
            <p:cNvGrpSpPr/>
            <p:nvPr/>
          </p:nvGrpSpPr>
          <p:grpSpPr>
            <a:xfrm>
              <a:off x="3815519" y="4098388"/>
              <a:ext cx="147831" cy="291991"/>
              <a:chOff x="3527539" y="4476677"/>
              <a:chExt cx="159232" cy="314510"/>
            </a:xfrm>
          </p:grpSpPr>
          <p:sp>
            <p:nvSpPr>
              <p:cNvPr id="12395" name="Google Shape;12395;p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6" name="Google Shape;12396;p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7" name="Google Shape;12397;p45"/>
            <p:cNvGrpSpPr/>
            <p:nvPr/>
          </p:nvGrpSpPr>
          <p:grpSpPr>
            <a:xfrm>
              <a:off x="3511696" y="4098388"/>
              <a:ext cx="147831" cy="291991"/>
              <a:chOff x="3527539" y="4476677"/>
              <a:chExt cx="159232" cy="314510"/>
            </a:xfrm>
          </p:grpSpPr>
          <p:sp>
            <p:nvSpPr>
              <p:cNvPr id="12398" name="Google Shape;12398;p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9" name="Google Shape;12399;p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0" name="Google Shape;12400;p45"/>
            <p:cNvGrpSpPr/>
            <p:nvPr/>
          </p:nvGrpSpPr>
          <p:grpSpPr>
            <a:xfrm>
              <a:off x="3207874" y="4098388"/>
              <a:ext cx="147831" cy="291991"/>
              <a:chOff x="3527539" y="4476677"/>
              <a:chExt cx="159232" cy="314510"/>
            </a:xfrm>
          </p:grpSpPr>
          <p:sp>
            <p:nvSpPr>
              <p:cNvPr id="12401" name="Google Shape;12401;p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2" name="Google Shape;12402;p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3" name="Google Shape;12403;p45"/>
            <p:cNvGrpSpPr/>
            <p:nvPr/>
          </p:nvGrpSpPr>
          <p:grpSpPr>
            <a:xfrm>
              <a:off x="2933305" y="4097347"/>
              <a:ext cx="118572" cy="294074"/>
              <a:chOff x="3343310" y="4475555"/>
              <a:chExt cx="127717" cy="316753"/>
            </a:xfrm>
          </p:grpSpPr>
          <p:sp>
            <p:nvSpPr>
              <p:cNvPr id="12404" name="Google Shape;12404;p4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5" name="Google Shape;12405;p4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406" name="Google Shape;12406;p45"/>
          <p:cNvGrpSpPr/>
          <p:nvPr/>
        </p:nvGrpSpPr>
        <p:grpSpPr>
          <a:xfrm>
            <a:off x="4277571" y="2080469"/>
            <a:ext cx="1433821" cy="191500"/>
            <a:chOff x="4273350" y="2080469"/>
            <a:chExt cx="1433821" cy="191500"/>
          </a:xfrm>
        </p:grpSpPr>
        <p:grpSp>
          <p:nvGrpSpPr>
            <p:cNvPr id="12407" name="Google Shape;12407;p45"/>
            <p:cNvGrpSpPr/>
            <p:nvPr/>
          </p:nvGrpSpPr>
          <p:grpSpPr>
            <a:xfrm>
              <a:off x="4273350" y="2080469"/>
              <a:ext cx="1433821" cy="0"/>
              <a:chOff x="5224975" y="2962250"/>
              <a:chExt cx="1544400" cy="0"/>
            </a:xfrm>
          </p:grpSpPr>
          <p:cxnSp>
            <p:nvCxnSpPr>
              <p:cNvPr id="12408" name="Google Shape;12408;p45"/>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12409" name="Google Shape;12409;p45"/>
              <p:cNvCxnSpPr/>
              <p:nvPr/>
            </p:nvCxnSpPr>
            <p:spPr>
              <a:xfrm>
                <a:off x="5225150" y="2962250"/>
                <a:ext cx="453300" cy="0"/>
              </a:xfrm>
              <a:prstGeom prst="straightConnector1">
                <a:avLst/>
              </a:prstGeom>
              <a:noFill/>
              <a:ln cap="flat" cmpd="sng" w="9525">
                <a:solidFill>
                  <a:srgbClr val="7994A9"/>
                </a:solidFill>
                <a:prstDash val="solid"/>
                <a:round/>
                <a:headEnd len="sm" w="sm" type="none"/>
                <a:tailEnd len="med" w="med" type="oval"/>
              </a:ln>
            </p:spPr>
          </p:cxnSp>
        </p:grpSp>
        <p:grpSp>
          <p:nvGrpSpPr>
            <p:cNvPr id="12410" name="Google Shape;12410;p45"/>
            <p:cNvGrpSpPr/>
            <p:nvPr/>
          </p:nvGrpSpPr>
          <p:grpSpPr>
            <a:xfrm>
              <a:off x="4273350" y="2271969"/>
              <a:ext cx="1433821" cy="0"/>
              <a:chOff x="5224975" y="2962250"/>
              <a:chExt cx="1544400" cy="0"/>
            </a:xfrm>
          </p:grpSpPr>
          <p:cxnSp>
            <p:nvCxnSpPr>
              <p:cNvPr id="12411" name="Google Shape;12411;p45"/>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12412" name="Google Shape;12412;p45"/>
              <p:cNvCxnSpPr/>
              <p:nvPr/>
            </p:nvCxnSpPr>
            <p:spPr>
              <a:xfrm>
                <a:off x="5225150" y="2962250"/>
                <a:ext cx="998700" cy="0"/>
              </a:xfrm>
              <a:prstGeom prst="straightConnector1">
                <a:avLst/>
              </a:prstGeom>
              <a:noFill/>
              <a:ln cap="flat" cmpd="sng" w="9525">
                <a:solidFill>
                  <a:srgbClr val="7994A9"/>
                </a:solidFill>
                <a:prstDash val="solid"/>
                <a:round/>
                <a:headEnd len="sm" w="sm" type="none"/>
                <a:tailEnd len="med" w="med" type="oval"/>
              </a:ln>
            </p:spPr>
          </p:cxnSp>
        </p:grpSp>
      </p:grpSp>
      <p:grpSp>
        <p:nvGrpSpPr>
          <p:cNvPr id="12413" name="Google Shape;12413;p45"/>
          <p:cNvGrpSpPr/>
          <p:nvPr/>
        </p:nvGrpSpPr>
        <p:grpSpPr>
          <a:xfrm>
            <a:off x="4279126" y="1183036"/>
            <a:ext cx="1430711" cy="743389"/>
            <a:chOff x="5159450" y="1919950"/>
            <a:chExt cx="1541050" cy="862500"/>
          </a:xfrm>
        </p:grpSpPr>
        <p:sp>
          <p:nvSpPr>
            <p:cNvPr id="12414" name="Google Shape;12414;p4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5" name="Google Shape;12415;p45"/>
            <p:cNvGrpSpPr/>
            <p:nvPr/>
          </p:nvGrpSpPr>
          <p:grpSpPr>
            <a:xfrm>
              <a:off x="5159450" y="1919950"/>
              <a:ext cx="1541050" cy="862500"/>
              <a:chOff x="5159450" y="1919950"/>
              <a:chExt cx="1541050" cy="862500"/>
            </a:xfrm>
          </p:grpSpPr>
          <p:cxnSp>
            <p:nvCxnSpPr>
              <p:cNvPr id="12416" name="Google Shape;12416;p45"/>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12417" name="Google Shape;12417;p45"/>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12418" name="Google Shape;12418;p45"/>
          <p:cNvGrpSpPr/>
          <p:nvPr/>
        </p:nvGrpSpPr>
        <p:grpSpPr>
          <a:xfrm>
            <a:off x="4269239" y="2406364"/>
            <a:ext cx="1450484" cy="1052087"/>
            <a:chOff x="5230575" y="1554475"/>
            <a:chExt cx="2137150" cy="1550150"/>
          </a:xfrm>
        </p:grpSpPr>
        <p:sp>
          <p:nvSpPr>
            <p:cNvPr id="12419" name="Google Shape;12419;p4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0" name="Google Shape;12420;p4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1" name="Google Shape;12421;p4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2" name="Google Shape;12422;p4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3" name="Google Shape;12423;p4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4" name="Google Shape;12424;p4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5" name="Google Shape;12425;p4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6" name="Google Shape;12426;p4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7" name="Google Shape;12427;p4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8" name="Google Shape;12428;p4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9" name="Google Shape;12429;p4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0" name="Google Shape;12430;p4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1" name="Google Shape;12431;p4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2" name="Google Shape;12432;p45"/>
          <p:cNvGrpSpPr/>
          <p:nvPr/>
        </p:nvGrpSpPr>
        <p:grpSpPr>
          <a:xfrm rot="10800000">
            <a:off x="4285790" y="3498553"/>
            <a:ext cx="1417383" cy="887946"/>
            <a:chOff x="5645403" y="2920021"/>
            <a:chExt cx="2650800" cy="2180614"/>
          </a:xfrm>
        </p:grpSpPr>
        <p:sp>
          <p:nvSpPr>
            <p:cNvPr id="12433" name="Google Shape;12433;p4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434" name="Google Shape;12434;p45"/>
            <p:cNvCxnSpPr>
              <a:stCxn id="12433" idx="1"/>
            </p:cNvCxnSpPr>
            <p:nvPr/>
          </p:nvCxnSpPr>
          <p:spPr>
            <a:xfrm rot="10800000">
              <a:off x="5645403" y="3154021"/>
              <a:ext cx="127500" cy="600"/>
            </a:xfrm>
            <a:prstGeom prst="straightConnector1">
              <a:avLst/>
            </a:prstGeom>
            <a:noFill/>
            <a:ln cap="flat" cmpd="sng" w="9525">
              <a:solidFill>
                <a:srgbClr val="435D74"/>
              </a:solidFill>
              <a:prstDash val="solid"/>
              <a:round/>
              <a:headEnd len="sm" w="sm" type="none"/>
              <a:tailEnd len="sm" w="sm" type="none"/>
            </a:ln>
          </p:spPr>
        </p:cxnSp>
        <p:sp>
          <p:nvSpPr>
            <p:cNvPr id="12435" name="Google Shape;12435;p4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436" name="Google Shape;12436;p45"/>
            <p:cNvCxnSpPr>
              <a:endCxn id="12435" idx="3"/>
            </p:cNvCxnSpPr>
            <p:nvPr/>
          </p:nvCxnSpPr>
          <p:spPr>
            <a:xfrm rot="10800000">
              <a:off x="8059040" y="3735532"/>
              <a:ext cx="135300" cy="0"/>
            </a:xfrm>
            <a:prstGeom prst="straightConnector1">
              <a:avLst/>
            </a:prstGeom>
            <a:noFill/>
            <a:ln cap="flat" cmpd="sng" w="9525">
              <a:solidFill>
                <a:srgbClr val="5F7D95"/>
              </a:solidFill>
              <a:prstDash val="solid"/>
              <a:round/>
              <a:headEnd len="sm" w="sm" type="none"/>
              <a:tailEnd len="sm" w="sm" type="none"/>
            </a:ln>
          </p:spPr>
        </p:cxnSp>
        <p:sp>
          <p:nvSpPr>
            <p:cNvPr id="12437" name="Google Shape;12437;p4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438" name="Google Shape;12438;p45"/>
            <p:cNvCxnSpPr>
              <a:stCxn id="12437" idx="1"/>
            </p:cNvCxnSpPr>
            <p:nvPr/>
          </p:nvCxnSpPr>
          <p:spPr>
            <a:xfrm rot="10800000">
              <a:off x="6175223" y="4300183"/>
              <a:ext cx="123900" cy="600"/>
            </a:xfrm>
            <a:prstGeom prst="straightConnector1">
              <a:avLst/>
            </a:prstGeom>
            <a:noFill/>
            <a:ln cap="flat" cmpd="sng" w="9525">
              <a:solidFill>
                <a:srgbClr val="869FB2"/>
              </a:solidFill>
              <a:prstDash val="solid"/>
              <a:round/>
              <a:headEnd len="sm" w="sm" type="none"/>
              <a:tailEnd len="sm" w="sm" type="none"/>
            </a:ln>
          </p:spPr>
        </p:cxnSp>
        <p:sp>
          <p:nvSpPr>
            <p:cNvPr id="12439" name="Google Shape;12439;p4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440" name="Google Shape;12440;p45"/>
            <p:cNvCxnSpPr>
              <a:endCxn id="12439" idx="3"/>
            </p:cNvCxnSpPr>
            <p:nvPr/>
          </p:nvCxnSpPr>
          <p:spPr>
            <a:xfrm flipH="1">
              <a:off x="7439761" y="4864535"/>
              <a:ext cx="104400" cy="1500"/>
            </a:xfrm>
            <a:prstGeom prst="straightConnector1">
              <a:avLst/>
            </a:prstGeom>
            <a:noFill/>
            <a:ln cap="flat" cmpd="sng" w="9525">
              <a:solidFill>
                <a:srgbClr val="BAC8D3"/>
              </a:solidFill>
              <a:prstDash val="solid"/>
              <a:round/>
              <a:headEnd len="sm" w="sm" type="none"/>
              <a:tailEnd len="sm" w="sm" type="none"/>
            </a:ln>
          </p:spPr>
        </p:cxnSp>
      </p:grpSp>
      <p:grpSp>
        <p:nvGrpSpPr>
          <p:cNvPr id="12441" name="Google Shape;12441;p45"/>
          <p:cNvGrpSpPr/>
          <p:nvPr/>
        </p:nvGrpSpPr>
        <p:grpSpPr>
          <a:xfrm>
            <a:off x="7386150" y="2401908"/>
            <a:ext cx="1071743" cy="1021579"/>
            <a:chOff x="7189833" y="2022667"/>
            <a:chExt cx="1251159" cy="1192597"/>
          </a:xfrm>
        </p:grpSpPr>
        <p:sp>
          <p:nvSpPr>
            <p:cNvPr id="12442" name="Google Shape;12442;p4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3" name="Google Shape;12443;p4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4" name="Google Shape;12444;p4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5" name="Google Shape;12445;p4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46" name="Google Shape;12446;p45"/>
          <p:cNvGrpSpPr/>
          <p:nvPr/>
        </p:nvGrpSpPr>
        <p:grpSpPr>
          <a:xfrm>
            <a:off x="727421" y="2828315"/>
            <a:ext cx="1695374" cy="1560837"/>
            <a:chOff x="727421" y="2828315"/>
            <a:chExt cx="1695374" cy="1560837"/>
          </a:xfrm>
        </p:grpSpPr>
        <p:grpSp>
          <p:nvGrpSpPr>
            <p:cNvPr id="12447" name="Google Shape;12447;p45"/>
            <p:cNvGrpSpPr/>
            <p:nvPr/>
          </p:nvGrpSpPr>
          <p:grpSpPr>
            <a:xfrm>
              <a:off x="819108" y="2882501"/>
              <a:ext cx="103104" cy="1426186"/>
              <a:chOff x="4674013" y="3100904"/>
              <a:chExt cx="122758" cy="1698043"/>
            </a:xfrm>
          </p:grpSpPr>
          <p:sp>
            <p:nvSpPr>
              <p:cNvPr id="12448" name="Google Shape;12448;p4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9" name="Google Shape;12449;p4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0" name="Google Shape;12450;p4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1" name="Google Shape;12451;p4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2" name="Google Shape;12452;p4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3" name="Google Shape;12453;p4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4" name="Google Shape;12454;p4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55" name="Google Shape;12455;p45"/>
            <p:cNvGrpSpPr/>
            <p:nvPr/>
          </p:nvGrpSpPr>
          <p:grpSpPr>
            <a:xfrm>
              <a:off x="1062475" y="2882501"/>
              <a:ext cx="103104" cy="1426186"/>
              <a:chOff x="4940438" y="3100904"/>
              <a:chExt cx="122758" cy="1698043"/>
            </a:xfrm>
          </p:grpSpPr>
          <p:sp>
            <p:nvSpPr>
              <p:cNvPr id="12456" name="Google Shape;12456;p4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7" name="Google Shape;12457;p4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8" name="Google Shape;12458;p4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9" name="Google Shape;12459;p4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0" name="Google Shape;12460;p4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1" name="Google Shape;12461;p4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2" name="Google Shape;12462;p4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63" name="Google Shape;12463;p45"/>
            <p:cNvGrpSpPr/>
            <p:nvPr/>
          </p:nvGrpSpPr>
          <p:grpSpPr>
            <a:xfrm>
              <a:off x="1299324" y="2882501"/>
              <a:ext cx="103104" cy="1426186"/>
              <a:chOff x="5206863" y="3100904"/>
              <a:chExt cx="122758" cy="1698043"/>
            </a:xfrm>
          </p:grpSpPr>
          <p:sp>
            <p:nvSpPr>
              <p:cNvPr id="12464" name="Google Shape;12464;p4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5" name="Google Shape;12465;p4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6" name="Google Shape;12466;p4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7" name="Google Shape;12467;p4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8" name="Google Shape;12468;p4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9" name="Google Shape;12469;p4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0" name="Google Shape;12470;p4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71" name="Google Shape;12471;p45"/>
            <p:cNvGrpSpPr/>
            <p:nvPr/>
          </p:nvGrpSpPr>
          <p:grpSpPr>
            <a:xfrm>
              <a:off x="1786057" y="2882501"/>
              <a:ext cx="103104" cy="1426186"/>
              <a:chOff x="6006138" y="3143629"/>
              <a:chExt cx="122758" cy="1698043"/>
            </a:xfrm>
          </p:grpSpPr>
          <p:sp>
            <p:nvSpPr>
              <p:cNvPr id="12472" name="Google Shape;12472;p4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3" name="Google Shape;12473;p4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4" name="Google Shape;12474;p4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5" name="Google Shape;12475;p4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6" name="Google Shape;12476;p4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7" name="Google Shape;12477;p4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8" name="Google Shape;12478;p4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79" name="Google Shape;12479;p45"/>
            <p:cNvGrpSpPr/>
            <p:nvPr/>
          </p:nvGrpSpPr>
          <p:grpSpPr>
            <a:xfrm>
              <a:off x="2029422" y="2882501"/>
              <a:ext cx="103104" cy="1426186"/>
              <a:chOff x="6805413" y="3100904"/>
              <a:chExt cx="122758" cy="1698043"/>
            </a:xfrm>
          </p:grpSpPr>
          <p:sp>
            <p:nvSpPr>
              <p:cNvPr id="12480" name="Google Shape;12480;p4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1" name="Google Shape;12481;p4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2" name="Google Shape;12482;p4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3" name="Google Shape;12483;p4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4" name="Google Shape;12484;p4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5" name="Google Shape;12485;p4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6" name="Google Shape;12486;p4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87" name="Google Shape;12487;p45"/>
            <p:cNvGrpSpPr/>
            <p:nvPr/>
          </p:nvGrpSpPr>
          <p:grpSpPr>
            <a:xfrm>
              <a:off x="727421" y="2828315"/>
              <a:ext cx="1695374" cy="1560837"/>
              <a:chOff x="734799" y="2782450"/>
              <a:chExt cx="1571100" cy="1577400"/>
            </a:xfrm>
          </p:grpSpPr>
          <p:cxnSp>
            <p:nvCxnSpPr>
              <p:cNvPr id="12488" name="Google Shape;12488;p45"/>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12489" name="Google Shape;12489;p45"/>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12490" name="Google Shape;12490;p45"/>
            <p:cNvGrpSpPr/>
            <p:nvPr/>
          </p:nvGrpSpPr>
          <p:grpSpPr>
            <a:xfrm>
              <a:off x="2272795" y="2882501"/>
              <a:ext cx="103104" cy="1426186"/>
              <a:chOff x="5206863" y="3100904"/>
              <a:chExt cx="122758" cy="1698043"/>
            </a:xfrm>
          </p:grpSpPr>
          <p:sp>
            <p:nvSpPr>
              <p:cNvPr id="12491" name="Google Shape;12491;p4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2" name="Google Shape;12492;p4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3" name="Google Shape;12493;p4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4" name="Google Shape;12494;p4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5" name="Google Shape;12495;p4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6" name="Google Shape;12496;p4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7" name="Google Shape;12497;p4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8" name="Google Shape;12498;p45"/>
            <p:cNvGrpSpPr/>
            <p:nvPr/>
          </p:nvGrpSpPr>
          <p:grpSpPr>
            <a:xfrm>
              <a:off x="1542694" y="2882501"/>
              <a:ext cx="103104" cy="1426186"/>
              <a:chOff x="6006138" y="3143629"/>
              <a:chExt cx="122758" cy="1698043"/>
            </a:xfrm>
          </p:grpSpPr>
          <p:sp>
            <p:nvSpPr>
              <p:cNvPr id="12499" name="Google Shape;12499;p4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0" name="Google Shape;12500;p4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1" name="Google Shape;12501;p4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2" name="Google Shape;12502;p4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3" name="Google Shape;12503;p4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4" name="Google Shape;12504;p4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5" name="Google Shape;12505;p4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506" name="Google Shape;12506;p45"/>
          <p:cNvGrpSpPr/>
          <p:nvPr/>
        </p:nvGrpSpPr>
        <p:grpSpPr>
          <a:xfrm>
            <a:off x="5936000" y="2405887"/>
            <a:ext cx="1248543" cy="1025319"/>
            <a:chOff x="5183758" y="1210600"/>
            <a:chExt cx="3605380" cy="2960783"/>
          </a:xfrm>
        </p:grpSpPr>
        <p:sp>
          <p:nvSpPr>
            <p:cNvPr id="12507" name="Google Shape;12507;p4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8" name="Google Shape;12508;p4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9" name="Google Shape;12509;p4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0" name="Google Shape;12510;p4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11" name="Google Shape;12511;p4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sm" w="sm" type="none"/>
            </a:ln>
          </p:spPr>
        </p:cxnSp>
        <p:cxnSp>
          <p:nvCxnSpPr>
            <p:cNvPr id="12512" name="Google Shape;12512;p4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sm" w="sm" type="none"/>
            </a:ln>
          </p:spPr>
        </p:cxnSp>
        <p:cxnSp>
          <p:nvCxnSpPr>
            <p:cNvPr id="12513" name="Google Shape;12513;p4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sm" w="sm" type="none"/>
            </a:ln>
          </p:spPr>
        </p:cxnSp>
        <p:cxnSp>
          <p:nvCxnSpPr>
            <p:cNvPr id="12514" name="Google Shape;12514;p4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sm" w="sm" type="none"/>
            </a:ln>
          </p:spPr>
        </p:cxnSp>
        <p:sp>
          <p:nvSpPr>
            <p:cNvPr id="12515" name="Google Shape;12515;p4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16" name="Google Shape;12516;p45"/>
          <p:cNvGrpSpPr/>
          <p:nvPr/>
        </p:nvGrpSpPr>
        <p:grpSpPr>
          <a:xfrm>
            <a:off x="5793062" y="3544204"/>
            <a:ext cx="2664832" cy="843440"/>
            <a:chOff x="5916567" y="1099697"/>
            <a:chExt cx="2556684" cy="809211"/>
          </a:xfrm>
        </p:grpSpPr>
        <p:sp>
          <p:nvSpPr>
            <p:cNvPr id="12517" name="Google Shape;12517;p4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8" name="Google Shape;12518;p4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9" name="Google Shape;12519;p4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0" name="Google Shape;12520;p4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1" name="Google Shape;12521;p45"/>
            <p:cNvSpPr/>
            <p:nvPr/>
          </p:nvSpPr>
          <p:spPr>
            <a:xfrm>
              <a:off x="8279421" y="1099697"/>
              <a:ext cx="54" cy="0"/>
            </a:xfrm>
            <a:custGeom>
              <a:rect b="b" l="l" r="r" t="t"/>
              <a:pathLst>
                <a:path extrusionOk="0" h="12000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2" name="Google Shape;12522;p4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3" name="Google Shape;12523;p4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4" name="Google Shape;12524;p4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25" name="Google Shape;12525;p45"/>
          <p:cNvGrpSpPr/>
          <p:nvPr/>
        </p:nvGrpSpPr>
        <p:grpSpPr>
          <a:xfrm>
            <a:off x="5900602" y="1193063"/>
            <a:ext cx="1299850" cy="1023337"/>
            <a:chOff x="5900602" y="1193063"/>
            <a:chExt cx="1299850" cy="1023337"/>
          </a:xfrm>
        </p:grpSpPr>
        <p:grpSp>
          <p:nvGrpSpPr>
            <p:cNvPr id="12526" name="Google Shape;12526;p45"/>
            <p:cNvGrpSpPr/>
            <p:nvPr/>
          </p:nvGrpSpPr>
          <p:grpSpPr>
            <a:xfrm>
              <a:off x="6743564" y="1193063"/>
              <a:ext cx="456888" cy="700378"/>
              <a:chOff x="6743564" y="1193063"/>
              <a:chExt cx="456888" cy="700378"/>
            </a:xfrm>
          </p:grpSpPr>
          <p:grpSp>
            <p:nvGrpSpPr>
              <p:cNvPr id="12527" name="Google Shape;12527;p45"/>
              <p:cNvGrpSpPr/>
              <p:nvPr/>
            </p:nvGrpSpPr>
            <p:grpSpPr>
              <a:xfrm>
                <a:off x="6743564" y="1690732"/>
                <a:ext cx="214402" cy="202709"/>
                <a:chOff x="6743564" y="1690732"/>
                <a:chExt cx="214402" cy="202709"/>
              </a:xfrm>
            </p:grpSpPr>
            <p:sp>
              <p:nvSpPr>
                <p:cNvPr id="12528" name="Google Shape;12528;p4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9" name="Google Shape;12529;p4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30" name="Google Shape;12530;p45"/>
              <p:cNvGrpSpPr/>
              <p:nvPr/>
            </p:nvGrpSpPr>
            <p:grpSpPr>
              <a:xfrm>
                <a:off x="6915505" y="1193063"/>
                <a:ext cx="284947" cy="589637"/>
                <a:chOff x="6915505" y="1193063"/>
                <a:chExt cx="284947" cy="589637"/>
              </a:xfrm>
            </p:grpSpPr>
            <p:sp>
              <p:nvSpPr>
                <p:cNvPr id="12531" name="Google Shape;12531;p4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32" name="Google Shape;12532;p45"/>
                <p:cNvCxnSpPr/>
                <p:nvPr/>
              </p:nvCxnSpPr>
              <p:spPr>
                <a:xfrm rot="10800000">
                  <a:off x="6938275" y="1279600"/>
                  <a:ext cx="0" cy="503100"/>
                </a:xfrm>
                <a:prstGeom prst="straightConnector1">
                  <a:avLst/>
                </a:prstGeom>
                <a:noFill/>
                <a:ln cap="flat" cmpd="sng" w="9525">
                  <a:solidFill>
                    <a:srgbClr val="CFD9E0"/>
                  </a:solidFill>
                  <a:prstDash val="solid"/>
                  <a:round/>
                  <a:headEnd len="sm" w="sm" type="none"/>
                  <a:tailEnd len="med" w="med" type="oval"/>
                </a:ln>
              </p:spPr>
            </p:cxnSp>
          </p:grpSp>
        </p:grpSp>
        <p:grpSp>
          <p:nvGrpSpPr>
            <p:cNvPr id="12533" name="Google Shape;12533;p45"/>
            <p:cNvGrpSpPr/>
            <p:nvPr/>
          </p:nvGrpSpPr>
          <p:grpSpPr>
            <a:xfrm>
              <a:off x="6520338" y="1193063"/>
              <a:ext cx="341813" cy="801589"/>
              <a:chOff x="6520338" y="1193063"/>
              <a:chExt cx="341813" cy="801589"/>
            </a:xfrm>
          </p:grpSpPr>
          <p:grpSp>
            <p:nvGrpSpPr>
              <p:cNvPr id="12534" name="Google Shape;12534;p45"/>
              <p:cNvGrpSpPr/>
              <p:nvPr/>
            </p:nvGrpSpPr>
            <p:grpSpPr>
              <a:xfrm>
                <a:off x="6520337" y="1589528"/>
                <a:ext cx="213949" cy="405124"/>
                <a:chOff x="6520338" y="1589528"/>
                <a:chExt cx="213949" cy="405124"/>
              </a:xfrm>
            </p:grpSpPr>
            <p:sp>
              <p:nvSpPr>
                <p:cNvPr id="12535" name="Google Shape;12535;p4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6" name="Google Shape;12536;p4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37" name="Google Shape;12537;p45"/>
              <p:cNvGrpSpPr/>
              <p:nvPr/>
            </p:nvGrpSpPr>
            <p:grpSpPr>
              <a:xfrm>
                <a:off x="6577204" y="1193063"/>
                <a:ext cx="284947" cy="453562"/>
                <a:chOff x="6577204" y="1193063"/>
                <a:chExt cx="284947" cy="453562"/>
              </a:xfrm>
            </p:grpSpPr>
            <p:sp>
              <p:nvSpPr>
                <p:cNvPr id="12538" name="Google Shape;12538;p4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39" name="Google Shape;12539;p45"/>
                <p:cNvCxnSpPr/>
                <p:nvPr/>
              </p:nvCxnSpPr>
              <p:spPr>
                <a:xfrm rot="10800000">
                  <a:off x="6677825" y="1279425"/>
                  <a:ext cx="0" cy="367200"/>
                </a:xfrm>
                <a:prstGeom prst="straightConnector1">
                  <a:avLst/>
                </a:prstGeom>
                <a:noFill/>
                <a:ln cap="flat" cmpd="sng" w="9525">
                  <a:solidFill>
                    <a:srgbClr val="A5B7C6"/>
                  </a:solidFill>
                  <a:prstDash val="solid"/>
                  <a:round/>
                  <a:headEnd len="sm" w="sm" type="none"/>
                  <a:tailEnd len="med" w="med" type="oval"/>
                </a:ln>
              </p:spPr>
            </p:cxnSp>
          </p:grpSp>
        </p:grpSp>
        <p:grpSp>
          <p:nvGrpSpPr>
            <p:cNvPr id="12540" name="Google Shape;12540;p45"/>
            <p:cNvGrpSpPr/>
            <p:nvPr/>
          </p:nvGrpSpPr>
          <p:grpSpPr>
            <a:xfrm>
              <a:off x="6238903" y="1193063"/>
              <a:ext cx="300476" cy="901783"/>
              <a:chOff x="6238903" y="1193063"/>
              <a:chExt cx="300476" cy="901783"/>
            </a:xfrm>
          </p:grpSpPr>
          <p:grpSp>
            <p:nvGrpSpPr>
              <p:cNvPr id="12541" name="Google Shape;12541;p45"/>
              <p:cNvGrpSpPr/>
              <p:nvPr/>
            </p:nvGrpSpPr>
            <p:grpSpPr>
              <a:xfrm>
                <a:off x="6290865" y="1489315"/>
                <a:ext cx="248514" cy="605531"/>
                <a:chOff x="6290865" y="1489315"/>
                <a:chExt cx="248514" cy="605531"/>
              </a:xfrm>
            </p:grpSpPr>
            <p:sp>
              <p:nvSpPr>
                <p:cNvPr id="12542" name="Google Shape;12542;p4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3" name="Google Shape;12543;p4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44" name="Google Shape;12544;p45"/>
              <p:cNvGrpSpPr/>
              <p:nvPr/>
            </p:nvGrpSpPr>
            <p:grpSpPr>
              <a:xfrm>
                <a:off x="6238903" y="1193063"/>
                <a:ext cx="284947" cy="327512"/>
                <a:chOff x="6238903" y="1193063"/>
                <a:chExt cx="284947" cy="327512"/>
              </a:xfrm>
            </p:grpSpPr>
            <p:sp>
              <p:nvSpPr>
                <p:cNvPr id="12545" name="Google Shape;12545;p4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46" name="Google Shape;12546;p45"/>
                <p:cNvCxnSpPr/>
                <p:nvPr/>
              </p:nvCxnSpPr>
              <p:spPr>
                <a:xfrm rot="10800000">
                  <a:off x="6431250" y="1279375"/>
                  <a:ext cx="0" cy="241200"/>
                </a:xfrm>
                <a:prstGeom prst="straightConnector1">
                  <a:avLst/>
                </a:prstGeom>
                <a:noFill/>
                <a:ln cap="flat" cmpd="sng" w="9525">
                  <a:solidFill>
                    <a:srgbClr val="869FB2"/>
                  </a:solidFill>
                  <a:prstDash val="solid"/>
                  <a:round/>
                  <a:headEnd len="sm" w="sm" type="none"/>
                  <a:tailEnd len="med" w="med" type="oval"/>
                </a:ln>
              </p:spPr>
            </p:cxnSp>
          </p:grpSp>
        </p:grpSp>
        <p:grpSp>
          <p:nvGrpSpPr>
            <p:cNvPr id="12547" name="Google Shape;12547;p45"/>
            <p:cNvGrpSpPr/>
            <p:nvPr/>
          </p:nvGrpSpPr>
          <p:grpSpPr>
            <a:xfrm>
              <a:off x="5900602" y="1193063"/>
              <a:ext cx="444346" cy="1023337"/>
              <a:chOff x="5900602" y="1193063"/>
              <a:chExt cx="444346" cy="1023337"/>
            </a:xfrm>
          </p:grpSpPr>
          <p:grpSp>
            <p:nvGrpSpPr>
              <p:cNvPr id="12548" name="Google Shape;12548;p45"/>
              <p:cNvGrpSpPr/>
              <p:nvPr/>
            </p:nvGrpSpPr>
            <p:grpSpPr>
              <a:xfrm>
                <a:off x="6046502" y="1367785"/>
                <a:ext cx="298446" cy="848616"/>
                <a:chOff x="6046502" y="1367784"/>
                <a:chExt cx="298446" cy="848616"/>
              </a:xfrm>
            </p:grpSpPr>
            <p:sp>
              <p:nvSpPr>
                <p:cNvPr id="12549" name="Google Shape;12549;p4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0" name="Google Shape;12550;p4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51" name="Google Shape;12551;p45"/>
              <p:cNvGrpSpPr/>
              <p:nvPr/>
            </p:nvGrpSpPr>
            <p:grpSpPr>
              <a:xfrm>
                <a:off x="5900602" y="1193063"/>
                <a:ext cx="284947" cy="182312"/>
                <a:chOff x="5900602" y="1193063"/>
                <a:chExt cx="284947" cy="182312"/>
              </a:xfrm>
            </p:grpSpPr>
            <p:sp>
              <p:nvSpPr>
                <p:cNvPr id="12552" name="Google Shape;12552;p4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53" name="Google Shape;12553;p45"/>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grpSp>
        <p:nvGrpSpPr>
          <p:cNvPr id="12554" name="Google Shape;12554;p45"/>
          <p:cNvGrpSpPr/>
          <p:nvPr/>
        </p:nvGrpSpPr>
        <p:grpSpPr>
          <a:xfrm>
            <a:off x="7238484" y="1193208"/>
            <a:ext cx="1219413" cy="1051365"/>
            <a:chOff x="7287122" y="1165658"/>
            <a:chExt cx="1219413" cy="1051365"/>
          </a:xfrm>
        </p:grpSpPr>
        <p:grpSp>
          <p:nvGrpSpPr>
            <p:cNvPr id="12555" name="Google Shape;12555;p45"/>
            <p:cNvGrpSpPr/>
            <p:nvPr/>
          </p:nvGrpSpPr>
          <p:grpSpPr>
            <a:xfrm>
              <a:off x="7287122" y="1969723"/>
              <a:ext cx="1219413" cy="247300"/>
              <a:chOff x="7287122" y="1969723"/>
              <a:chExt cx="1219413" cy="247300"/>
            </a:xfrm>
          </p:grpSpPr>
          <p:sp>
            <p:nvSpPr>
              <p:cNvPr id="12556" name="Google Shape;12556;p4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57" name="Google Shape;12557;p45"/>
              <p:cNvGrpSpPr/>
              <p:nvPr/>
            </p:nvGrpSpPr>
            <p:grpSpPr>
              <a:xfrm>
                <a:off x="7287122" y="2063892"/>
                <a:ext cx="1151753" cy="73428"/>
                <a:chOff x="7287122" y="2063892"/>
                <a:chExt cx="1151753" cy="73428"/>
              </a:xfrm>
            </p:grpSpPr>
            <p:sp>
              <p:nvSpPr>
                <p:cNvPr id="12558" name="Google Shape;12558;p4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59" name="Google Shape;12559;p45"/>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12560" name="Google Shape;12560;p45"/>
            <p:cNvGrpSpPr/>
            <p:nvPr/>
          </p:nvGrpSpPr>
          <p:grpSpPr>
            <a:xfrm>
              <a:off x="7287122" y="1712201"/>
              <a:ext cx="1219403" cy="246767"/>
              <a:chOff x="7287122" y="1712201"/>
              <a:chExt cx="1219403" cy="246767"/>
            </a:xfrm>
          </p:grpSpPr>
          <p:sp>
            <p:nvSpPr>
              <p:cNvPr id="12561" name="Google Shape;12561;p4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62" name="Google Shape;12562;p45"/>
              <p:cNvGrpSpPr/>
              <p:nvPr/>
            </p:nvGrpSpPr>
            <p:grpSpPr>
              <a:xfrm>
                <a:off x="7287122" y="1842861"/>
                <a:ext cx="1005303" cy="73419"/>
                <a:chOff x="7287122" y="1842861"/>
                <a:chExt cx="1005303" cy="73419"/>
              </a:xfrm>
            </p:grpSpPr>
            <p:sp>
              <p:nvSpPr>
                <p:cNvPr id="12563" name="Google Shape;12563;p4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64" name="Google Shape;12564;p45"/>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12565" name="Google Shape;12565;p45"/>
            <p:cNvGrpSpPr/>
            <p:nvPr/>
          </p:nvGrpSpPr>
          <p:grpSpPr>
            <a:xfrm>
              <a:off x="7287122" y="1447520"/>
              <a:ext cx="1219403" cy="286667"/>
              <a:chOff x="7287122" y="1447520"/>
              <a:chExt cx="1219403" cy="286667"/>
            </a:xfrm>
          </p:grpSpPr>
          <p:sp>
            <p:nvSpPr>
              <p:cNvPr id="12566" name="Google Shape;12566;p4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67" name="Google Shape;12567;p45"/>
              <p:cNvGrpSpPr/>
              <p:nvPr/>
            </p:nvGrpSpPr>
            <p:grpSpPr>
              <a:xfrm>
                <a:off x="7287122" y="1581977"/>
                <a:ext cx="852803" cy="73428"/>
                <a:chOff x="7287122" y="1581977"/>
                <a:chExt cx="852803" cy="73428"/>
              </a:xfrm>
            </p:grpSpPr>
            <p:sp>
              <p:nvSpPr>
                <p:cNvPr id="12568" name="Google Shape;12568;p4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69" name="Google Shape;12569;p45"/>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12570" name="Google Shape;12570;p45"/>
            <p:cNvGrpSpPr/>
            <p:nvPr/>
          </p:nvGrpSpPr>
          <p:grpSpPr>
            <a:xfrm>
              <a:off x="7287122" y="1165658"/>
              <a:ext cx="1219403" cy="344253"/>
              <a:chOff x="7287122" y="1165658"/>
              <a:chExt cx="1219403" cy="344253"/>
            </a:xfrm>
          </p:grpSpPr>
          <p:sp>
            <p:nvSpPr>
              <p:cNvPr id="12571" name="Google Shape;12571;p4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72" name="Google Shape;12572;p45"/>
              <p:cNvGrpSpPr/>
              <p:nvPr/>
            </p:nvGrpSpPr>
            <p:grpSpPr>
              <a:xfrm>
                <a:off x="7287122" y="1341025"/>
                <a:ext cx="695703" cy="73419"/>
                <a:chOff x="7287122" y="1341025"/>
                <a:chExt cx="695703" cy="73419"/>
              </a:xfrm>
            </p:grpSpPr>
            <p:sp>
              <p:nvSpPr>
                <p:cNvPr id="12573" name="Google Shape;12573;p4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574" name="Google Shape;12574;p45"/>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78" name="Shape 12578"/>
        <p:cNvGrpSpPr/>
        <p:nvPr/>
      </p:nvGrpSpPr>
      <p:grpSpPr>
        <a:xfrm>
          <a:off x="0" y="0"/>
          <a:ext cx="0" cy="0"/>
          <a:chOff x="0" y="0"/>
          <a:chExt cx="0" cy="0"/>
        </a:xfrm>
      </p:grpSpPr>
      <p:grpSp>
        <p:nvGrpSpPr>
          <p:cNvPr id="12579" name="Google Shape;12579;p46"/>
          <p:cNvGrpSpPr/>
          <p:nvPr/>
        </p:nvGrpSpPr>
        <p:grpSpPr>
          <a:xfrm>
            <a:off x="718875" y="3363288"/>
            <a:ext cx="2390414" cy="1024800"/>
            <a:chOff x="728925" y="3296613"/>
            <a:chExt cx="2390414" cy="1024800"/>
          </a:xfrm>
        </p:grpSpPr>
        <p:grpSp>
          <p:nvGrpSpPr>
            <p:cNvPr id="12580" name="Google Shape;12580;p46"/>
            <p:cNvGrpSpPr/>
            <p:nvPr/>
          </p:nvGrpSpPr>
          <p:grpSpPr>
            <a:xfrm>
              <a:off x="728925" y="3619800"/>
              <a:ext cx="2390414" cy="500893"/>
              <a:chOff x="728925" y="3619800"/>
              <a:chExt cx="2390414" cy="500893"/>
            </a:xfrm>
          </p:grpSpPr>
          <p:sp>
            <p:nvSpPr>
              <p:cNvPr id="12581" name="Google Shape;12581;p4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2582" name="Google Shape;12582;p4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12583" name="Google Shape;12583;p46"/>
            <p:cNvGrpSpPr/>
            <p:nvPr/>
          </p:nvGrpSpPr>
          <p:grpSpPr>
            <a:xfrm>
              <a:off x="1348050" y="3296613"/>
              <a:ext cx="1706152" cy="1024800"/>
              <a:chOff x="1348050" y="3296613"/>
              <a:chExt cx="1706152" cy="1024800"/>
            </a:xfrm>
          </p:grpSpPr>
          <p:sp>
            <p:nvSpPr>
              <p:cNvPr id="12584" name="Google Shape;12584;p4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2585" name="Google Shape;12585;p4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2586" name="Google Shape;12586;p4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2587" name="Google Shape;12587;p4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2588" name="Google Shape;12588;p4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12589" name="Google Shape;12589;p46"/>
            <p:cNvGrpSpPr/>
            <p:nvPr/>
          </p:nvGrpSpPr>
          <p:grpSpPr>
            <a:xfrm>
              <a:off x="1455707" y="3654858"/>
              <a:ext cx="1491149" cy="417657"/>
              <a:chOff x="1455707" y="3654858"/>
              <a:chExt cx="1491149" cy="417657"/>
            </a:xfrm>
          </p:grpSpPr>
          <p:sp>
            <p:nvSpPr>
              <p:cNvPr id="12590" name="Google Shape;12590;p4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1" name="Google Shape;12591;p4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2" name="Google Shape;12592;p4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3" name="Google Shape;12593;p4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4" name="Google Shape;12594;p4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5" name="Google Shape;12595;p4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6" name="Google Shape;12596;p4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7" name="Google Shape;12597;p4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8" name="Google Shape;12598;p4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9" name="Google Shape;12599;p4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0" name="Google Shape;12600;p4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1" name="Google Shape;12601;p4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2" name="Google Shape;12602;p4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3" name="Google Shape;12603;p4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4" name="Google Shape;12604;p4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5" name="Google Shape;12605;p4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6" name="Google Shape;12606;p4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7" name="Google Shape;12607;p4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8" name="Google Shape;12608;p4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9" name="Google Shape;12609;p4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12610" name="Google Shape;12610;p46"/>
          <p:cNvGraphicFramePr/>
          <p:nvPr/>
        </p:nvGraphicFramePr>
        <p:xfrm>
          <a:off x="5954575" y="2361200"/>
          <a:ext cx="3000000" cy="3000000"/>
        </p:xfrm>
        <a:graphic>
          <a:graphicData uri="http://schemas.openxmlformats.org/drawingml/2006/table">
            <a:tbl>
              <a:tblPr>
                <a:noFill/>
                <a:tableStyleId>{2E5C9E6E-FBD8-435F-B784-F03CA18CD925}</a:tableStyleId>
              </a:tblPr>
              <a:tblGrid>
                <a:gridCol w="626025"/>
                <a:gridCol w="626025"/>
                <a:gridCol w="626025"/>
                <a:gridCol w="626025"/>
              </a:tblGrid>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5"/>
                      </a:srgbClr>
                    </a:solidFill>
                  </a:tcPr>
                </a:tc>
              </a:tr>
            </a:tbl>
          </a:graphicData>
        </a:graphic>
      </p:graphicFrame>
      <p:grpSp>
        <p:nvGrpSpPr>
          <p:cNvPr id="12611" name="Google Shape;12611;p46"/>
          <p:cNvGrpSpPr/>
          <p:nvPr/>
        </p:nvGrpSpPr>
        <p:grpSpPr>
          <a:xfrm>
            <a:off x="727251" y="1188964"/>
            <a:ext cx="2396505" cy="976502"/>
            <a:chOff x="749309" y="1112739"/>
            <a:chExt cx="2371603" cy="976502"/>
          </a:xfrm>
        </p:grpSpPr>
        <p:grpSp>
          <p:nvGrpSpPr>
            <p:cNvPr id="12612" name="Google Shape;12612;p46"/>
            <p:cNvGrpSpPr/>
            <p:nvPr/>
          </p:nvGrpSpPr>
          <p:grpSpPr>
            <a:xfrm>
              <a:off x="1092126" y="1112739"/>
              <a:ext cx="2028786" cy="975465"/>
              <a:chOff x="1092126" y="1112739"/>
              <a:chExt cx="2028786" cy="975465"/>
            </a:xfrm>
          </p:grpSpPr>
          <p:sp>
            <p:nvSpPr>
              <p:cNvPr id="12613" name="Google Shape;12613;p4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4" name="Google Shape;12614;p4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5" name="Google Shape;12615;p4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6" name="Google Shape;12616;p4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7" name="Google Shape;12617;p4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8" name="Google Shape;12618;p4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9" name="Google Shape;12619;p4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0" name="Google Shape;12620;p4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1" name="Google Shape;12621;p4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2" name="Google Shape;12622;p4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3" name="Google Shape;12623;p4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4" name="Google Shape;12624;p4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5" name="Google Shape;12625;p4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6" name="Google Shape;12626;p4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7" name="Google Shape;12627;p4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8" name="Google Shape;12628;p4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9" name="Google Shape;12629;p4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0" name="Google Shape;12630;p4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1" name="Google Shape;12631;p4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2" name="Google Shape;12632;p4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3" name="Google Shape;12633;p4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4" name="Google Shape;12634;p4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5" name="Google Shape;12635;p4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6" name="Google Shape;12636;p4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37" name="Google Shape;12637;p46"/>
            <p:cNvGrpSpPr/>
            <p:nvPr/>
          </p:nvGrpSpPr>
          <p:grpSpPr>
            <a:xfrm>
              <a:off x="749309" y="1112739"/>
              <a:ext cx="314700" cy="975465"/>
              <a:chOff x="749309" y="1112739"/>
              <a:chExt cx="314700" cy="975465"/>
            </a:xfrm>
          </p:grpSpPr>
          <p:sp>
            <p:nvSpPr>
              <p:cNvPr id="12638" name="Google Shape;12638;p4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9" name="Google Shape;12639;p4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0" name="Google Shape;12640;p4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1" name="Google Shape;12641;p4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42" name="Google Shape;12642;p4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3" name="Google Shape;12643;p4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4" name="Google Shape;12644;p4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5" name="Google Shape;12645;p4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12646" name="Google Shape;12646;p46"/>
          <p:cNvGraphicFramePr/>
          <p:nvPr/>
        </p:nvGraphicFramePr>
        <p:xfrm>
          <a:off x="5954600" y="1188950"/>
          <a:ext cx="3000000" cy="3000000"/>
        </p:xfrm>
        <a:graphic>
          <a:graphicData uri="http://schemas.openxmlformats.org/drawingml/2006/table">
            <a:tbl>
              <a:tblPr>
                <a:noFill/>
                <a:tableStyleId>{2E5C9E6E-FBD8-435F-B784-F03CA18CD925}</a:tableStyleId>
              </a:tblPr>
              <a:tblGrid>
                <a:gridCol w="626025"/>
                <a:gridCol w="626025"/>
                <a:gridCol w="626025"/>
                <a:gridCol w="626025"/>
              </a:tblGrid>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2647" name="Google Shape;12647;p46"/>
          <p:cNvGraphicFramePr/>
          <p:nvPr/>
        </p:nvGraphicFramePr>
        <p:xfrm>
          <a:off x="3375463" y="2361200"/>
          <a:ext cx="3000000" cy="3000000"/>
        </p:xfrm>
        <a:graphic>
          <a:graphicData uri="http://schemas.openxmlformats.org/drawingml/2006/table">
            <a:tbl>
              <a:tblPr>
                <a:noFill/>
                <a:tableStyleId>{2E5C9E6E-FBD8-435F-B784-F03CA18CD925}</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2648" name="Google Shape;12648;p46"/>
          <p:cNvGrpSpPr/>
          <p:nvPr/>
        </p:nvGrpSpPr>
        <p:grpSpPr>
          <a:xfrm>
            <a:off x="3377449" y="3352160"/>
            <a:ext cx="2363377" cy="1047062"/>
            <a:chOff x="3358399" y="3285485"/>
            <a:chExt cx="2363377" cy="1047062"/>
          </a:xfrm>
        </p:grpSpPr>
        <p:grpSp>
          <p:nvGrpSpPr>
            <p:cNvPr id="12649" name="Google Shape;12649;p46"/>
            <p:cNvGrpSpPr/>
            <p:nvPr/>
          </p:nvGrpSpPr>
          <p:grpSpPr>
            <a:xfrm>
              <a:off x="3358412" y="3285485"/>
              <a:ext cx="2363244" cy="139500"/>
              <a:chOff x="3358412" y="3285485"/>
              <a:chExt cx="2363244" cy="139500"/>
            </a:xfrm>
          </p:grpSpPr>
          <p:sp>
            <p:nvSpPr>
              <p:cNvPr id="12650" name="Google Shape;12650;p4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1" name="Google Shape;12651;p4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2" name="Google Shape;12652;p4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3" name="Google Shape;12653;p4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4" name="Google Shape;12654;p4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5" name="Google Shape;12655;p46"/>
            <p:cNvGrpSpPr/>
            <p:nvPr/>
          </p:nvGrpSpPr>
          <p:grpSpPr>
            <a:xfrm>
              <a:off x="3358412" y="3466996"/>
              <a:ext cx="2363244" cy="139500"/>
              <a:chOff x="3358412" y="3466996"/>
              <a:chExt cx="2363244" cy="139500"/>
            </a:xfrm>
          </p:grpSpPr>
          <p:sp>
            <p:nvSpPr>
              <p:cNvPr id="12656" name="Google Shape;12656;p4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7" name="Google Shape;12657;p4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8" name="Google Shape;12658;p4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9" name="Google Shape;12659;p4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0" name="Google Shape;12660;p4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1" name="Google Shape;12661;p46"/>
            <p:cNvGrpSpPr/>
            <p:nvPr/>
          </p:nvGrpSpPr>
          <p:grpSpPr>
            <a:xfrm>
              <a:off x="3358412" y="3648507"/>
              <a:ext cx="2363244" cy="139500"/>
              <a:chOff x="3358412" y="3648507"/>
              <a:chExt cx="2363244" cy="139500"/>
            </a:xfrm>
          </p:grpSpPr>
          <p:sp>
            <p:nvSpPr>
              <p:cNvPr id="12662" name="Google Shape;12662;p4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3" name="Google Shape;12663;p4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4" name="Google Shape;12664;p4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5" name="Google Shape;12665;p4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6" name="Google Shape;12666;p4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7" name="Google Shape;12667;p46"/>
            <p:cNvGrpSpPr/>
            <p:nvPr/>
          </p:nvGrpSpPr>
          <p:grpSpPr>
            <a:xfrm>
              <a:off x="3358412" y="3830018"/>
              <a:ext cx="2363244" cy="139500"/>
              <a:chOff x="3358412" y="3830018"/>
              <a:chExt cx="2363244" cy="139500"/>
            </a:xfrm>
          </p:grpSpPr>
          <p:sp>
            <p:nvSpPr>
              <p:cNvPr id="12668" name="Google Shape;12668;p4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9" name="Google Shape;12669;p4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0" name="Google Shape;12670;p4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1" name="Google Shape;12671;p4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2" name="Google Shape;12672;p4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73" name="Google Shape;12673;p46"/>
            <p:cNvGrpSpPr/>
            <p:nvPr/>
          </p:nvGrpSpPr>
          <p:grpSpPr>
            <a:xfrm>
              <a:off x="3358399" y="4011514"/>
              <a:ext cx="2363377" cy="139537"/>
              <a:chOff x="3294800" y="4134603"/>
              <a:chExt cx="2638876" cy="152400"/>
            </a:xfrm>
          </p:grpSpPr>
          <p:sp>
            <p:nvSpPr>
              <p:cNvPr id="12674" name="Google Shape;12674;p4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5" name="Google Shape;12675;p4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6" name="Google Shape;12676;p4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7" name="Google Shape;12677;p4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8" name="Google Shape;12678;p4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79" name="Google Shape;12679;p46"/>
            <p:cNvGrpSpPr/>
            <p:nvPr/>
          </p:nvGrpSpPr>
          <p:grpSpPr>
            <a:xfrm>
              <a:off x="3358399" y="4193010"/>
              <a:ext cx="2363377" cy="139537"/>
              <a:chOff x="3294800" y="4134603"/>
              <a:chExt cx="2638876" cy="152400"/>
            </a:xfrm>
          </p:grpSpPr>
          <p:sp>
            <p:nvSpPr>
              <p:cNvPr id="12680" name="Google Shape;12680;p4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1" name="Google Shape;12681;p4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2" name="Google Shape;12682;p4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3" name="Google Shape;12683;p4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4" name="Google Shape;12684;p4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12685" name="Google Shape;12685;p46"/>
          <p:cNvGraphicFramePr/>
          <p:nvPr/>
        </p:nvGraphicFramePr>
        <p:xfrm>
          <a:off x="728250" y="2361200"/>
          <a:ext cx="3000000" cy="3000000"/>
        </p:xfrm>
        <a:graphic>
          <a:graphicData uri="http://schemas.openxmlformats.org/drawingml/2006/table">
            <a:tbl>
              <a:tblPr>
                <a:noFill/>
                <a:tableStyleId>{2E5C9E6E-FBD8-435F-B784-F03CA18CD925}</a:tableStyleId>
              </a:tblPr>
              <a:tblGrid>
                <a:gridCol w="592450"/>
                <a:gridCol w="592450"/>
                <a:gridCol w="592450"/>
                <a:gridCol w="592450"/>
              </a:tblGrid>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2686" name="Google Shape;12686;p46"/>
          <p:cNvGrpSpPr/>
          <p:nvPr/>
        </p:nvGrpSpPr>
        <p:grpSpPr>
          <a:xfrm>
            <a:off x="4177919" y="2765014"/>
            <a:ext cx="1302095" cy="60959"/>
            <a:chOff x="3558802" y="4011427"/>
            <a:chExt cx="1866000" cy="111300"/>
          </a:xfrm>
        </p:grpSpPr>
        <p:sp>
          <p:nvSpPr>
            <p:cNvPr id="12687" name="Google Shape;12687;p4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8" name="Google Shape;12688;p4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89" name="Google Shape;12689;p46"/>
          <p:cNvGrpSpPr/>
          <p:nvPr/>
        </p:nvGrpSpPr>
        <p:grpSpPr>
          <a:xfrm>
            <a:off x="4723407" y="3047174"/>
            <a:ext cx="914340" cy="60959"/>
            <a:chOff x="3558802" y="4011427"/>
            <a:chExt cx="1866000" cy="111300"/>
          </a:xfrm>
        </p:grpSpPr>
        <p:sp>
          <p:nvSpPr>
            <p:cNvPr id="12690" name="Google Shape;12690;p4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1" name="Google Shape;12691;p4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92" name="Google Shape;12692;p46"/>
          <p:cNvGrpSpPr/>
          <p:nvPr/>
        </p:nvGrpSpPr>
        <p:grpSpPr>
          <a:xfrm>
            <a:off x="5926924" y="3381697"/>
            <a:ext cx="2519825" cy="1001454"/>
            <a:chOff x="1906114" y="789980"/>
            <a:chExt cx="1487676" cy="606868"/>
          </a:xfrm>
        </p:grpSpPr>
        <p:cxnSp>
          <p:nvCxnSpPr>
            <p:cNvPr id="12693" name="Google Shape;12693;p46"/>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12694" name="Google Shape;12694;p46"/>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12695" name="Google Shape;12695;p46"/>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12696" name="Google Shape;12696;p4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JANUARY</a:t>
              </a:r>
              <a:endParaRPr b="0" i="0" sz="300" u="none" cap="none" strike="noStrike">
                <a:solidFill>
                  <a:srgbClr val="E3E9ED"/>
                </a:solidFill>
                <a:latin typeface="Arial"/>
                <a:ea typeface="Arial"/>
                <a:cs typeface="Arial"/>
                <a:sym typeface="Arial"/>
              </a:endParaRPr>
            </a:p>
          </p:txBody>
        </p:sp>
        <p:sp>
          <p:nvSpPr>
            <p:cNvPr id="12697" name="Google Shape;12697;p4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FEBRUARY</a:t>
              </a:r>
              <a:endParaRPr b="0" i="0" sz="300" u="none" cap="none" strike="noStrike">
                <a:solidFill>
                  <a:srgbClr val="E3E9ED"/>
                </a:solidFill>
                <a:latin typeface="Arial"/>
                <a:ea typeface="Arial"/>
                <a:cs typeface="Arial"/>
                <a:sym typeface="Arial"/>
              </a:endParaRPr>
            </a:p>
          </p:txBody>
        </p:sp>
        <p:sp>
          <p:nvSpPr>
            <p:cNvPr id="12698" name="Google Shape;12698;p4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MARCH</a:t>
              </a:r>
              <a:endParaRPr b="0" i="0" sz="300" u="none" cap="none" strike="noStrike">
                <a:solidFill>
                  <a:srgbClr val="E3E9ED"/>
                </a:solidFill>
                <a:latin typeface="Arial"/>
                <a:ea typeface="Arial"/>
                <a:cs typeface="Arial"/>
                <a:sym typeface="Arial"/>
              </a:endParaRPr>
            </a:p>
          </p:txBody>
        </p:sp>
        <p:sp>
          <p:nvSpPr>
            <p:cNvPr id="12699" name="Google Shape;12699;p4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APRIL</a:t>
              </a:r>
              <a:endParaRPr b="0" i="0" sz="300" u="none" cap="none" strike="noStrike">
                <a:solidFill>
                  <a:srgbClr val="E3E9ED"/>
                </a:solidFill>
                <a:latin typeface="Arial"/>
                <a:ea typeface="Arial"/>
                <a:cs typeface="Arial"/>
                <a:sym typeface="Arial"/>
              </a:endParaRPr>
            </a:p>
          </p:txBody>
        </p:sp>
        <p:sp>
          <p:nvSpPr>
            <p:cNvPr id="12700" name="Google Shape;12700;p4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1" name="Google Shape;12701;p4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2" name="Google Shape;12702;p4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3" name="Google Shape;12703;p4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4" name="Google Shape;12704;p4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5" name="Google Shape;12705;p4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6" name="Google Shape;12706;p4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PHASE 1</a:t>
              </a:r>
              <a:endParaRPr b="0" i="0" sz="300" u="none" cap="none" strike="noStrike">
                <a:solidFill>
                  <a:srgbClr val="E3E9ED"/>
                </a:solidFill>
                <a:latin typeface="Arial"/>
                <a:ea typeface="Arial"/>
                <a:cs typeface="Arial"/>
                <a:sym typeface="Arial"/>
              </a:endParaRPr>
            </a:p>
          </p:txBody>
        </p:sp>
        <p:sp>
          <p:nvSpPr>
            <p:cNvPr id="12707" name="Google Shape;12707;p4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Task 1</a:t>
              </a:r>
              <a:endParaRPr b="0" i="0" sz="300" u="none" cap="none" strike="noStrike">
                <a:solidFill>
                  <a:srgbClr val="E3E9ED"/>
                </a:solidFill>
                <a:latin typeface="Arial"/>
                <a:ea typeface="Arial"/>
                <a:cs typeface="Arial"/>
                <a:sym typeface="Arial"/>
              </a:endParaRPr>
            </a:p>
          </p:txBody>
        </p:sp>
        <p:sp>
          <p:nvSpPr>
            <p:cNvPr id="12708" name="Google Shape;12708;p4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Task 2</a:t>
              </a:r>
              <a:endParaRPr b="0" i="0" sz="300" u="none" cap="none" strike="noStrike">
                <a:solidFill>
                  <a:srgbClr val="E3E9ED"/>
                </a:solidFill>
                <a:latin typeface="Arial"/>
                <a:ea typeface="Arial"/>
                <a:cs typeface="Arial"/>
                <a:sym typeface="Arial"/>
              </a:endParaRPr>
            </a:p>
          </p:txBody>
        </p:sp>
        <p:sp>
          <p:nvSpPr>
            <p:cNvPr id="12709" name="Google Shape;12709;p4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10" name="Google Shape;12710;p46"/>
          <p:cNvGrpSpPr/>
          <p:nvPr/>
        </p:nvGrpSpPr>
        <p:grpSpPr>
          <a:xfrm>
            <a:off x="3372612" y="1159008"/>
            <a:ext cx="2363393" cy="1005865"/>
            <a:chOff x="3292400" y="1193188"/>
            <a:chExt cx="2615240" cy="1131075"/>
          </a:xfrm>
        </p:grpSpPr>
        <p:sp>
          <p:nvSpPr>
            <p:cNvPr id="12711" name="Google Shape;12711;p4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12" name="Google Shape;12712;p4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13" name="Google Shape;12713;p4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JANUARY</a:t>
              </a:r>
              <a:endParaRPr b="0" i="0" sz="200" u="none" cap="none" strike="noStrike">
                <a:solidFill>
                  <a:srgbClr val="FFFFFF"/>
                </a:solidFill>
                <a:latin typeface="Arial"/>
                <a:ea typeface="Arial"/>
                <a:cs typeface="Arial"/>
                <a:sym typeface="Arial"/>
              </a:endParaRPr>
            </a:p>
          </p:txBody>
        </p:sp>
        <p:sp>
          <p:nvSpPr>
            <p:cNvPr id="12714" name="Google Shape;12714;p4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FEBRUARY</a:t>
              </a:r>
              <a:endParaRPr b="0" i="0" sz="200" u="none" cap="none" strike="noStrike">
                <a:solidFill>
                  <a:srgbClr val="FFFFFF"/>
                </a:solidFill>
                <a:latin typeface="Arial"/>
                <a:ea typeface="Arial"/>
                <a:cs typeface="Arial"/>
                <a:sym typeface="Arial"/>
              </a:endParaRPr>
            </a:p>
          </p:txBody>
        </p:sp>
        <p:sp>
          <p:nvSpPr>
            <p:cNvPr id="12715" name="Google Shape;12715;p4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MARCH</a:t>
              </a:r>
              <a:endParaRPr b="0" i="0" sz="200" u="none" cap="none" strike="noStrike">
                <a:solidFill>
                  <a:srgbClr val="FFFFFF"/>
                </a:solidFill>
                <a:latin typeface="Arial"/>
                <a:ea typeface="Arial"/>
                <a:cs typeface="Arial"/>
                <a:sym typeface="Arial"/>
              </a:endParaRPr>
            </a:p>
          </p:txBody>
        </p:sp>
        <p:sp>
          <p:nvSpPr>
            <p:cNvPr id="12716" name="Google Shape;12716;p4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APRIL</a:t>
              </a:r>
              <a:endParaRPr b="0" i="0" sz="200" u="none" cap="none" strike="noStrike">
                <a:solidFill>
                  <a:srgbClr val="FFFFFF"/>
                </a:solidFill>
                <a:latin typeface="Arial"/>
                <a:ea typeface="Arial"/>
                <a:cs typeface="Arial"/>
                <a:sym typeface="Arial"/>
              </a:endParaRPr>
            </a:p>
          </p:txBody>
        </p:sp>
        <p:sp>
          <p:nvSpPr>
            <p:cNvPr id="12717" name="Google Shape;12717;p4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MAY</a:t>
              </a:r>
              <a:endParaRPr b="0" i="0" sz="200" u="none" cap="none" strike="noStrike">
                <a:solidFill>
                  <a:srgbClr val="FFFFFF"/>
                </a:solidFill>
                <a:latin typeface="Arial"/>
                <a:ea typeface="Arial"/>
                <a:cs typeface="Arial"/>
                <a:sym typeface="Arial"/>
              </a:endParaRPr>
            </a:p>
          </p:txBody>
        </p:sp>
        <p:sp>
          <p:nvSpPr>
            <p:cNvPr id="12718" name="Google Shape;12718;p4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JUNE</a:t>
              </a:r>
              <a:endParaRPr b="0" i="0" sz="200" u="none" cap="none" strike="noStrike">
                <a:solidFill>
                  <a:srgbClr val="FFFFFF"/>
                </a:solidFill>
                <a:latin typeface="Arial"/>
                <a:ea typeface="Arial"/>
                <a:cs typeface="Arial"/>
                <a:sym typeface="Arial"/>
              </a:endParaRPr>
            </a:p>
          </p:txBody>
        </p:sp>
        <p:sp>
          <p:nvSpPr>
            <p:cNvPr id="12719" name="Google Shape;12719;p4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PHASE 1</a:t>
              </a:r>
              <a:endParaRPr b="0" i="0" sz="200" u="none" cap="none" strike="noStrike">
                <a:solidFill>
                  <a:srgbClr val="FFFFFF"/>
                </a:solidFill>
                <a:latin typeface="Arial"/>
                <a:ea typeface="Arial"/>
                <a:cs typeface="Arial"/>
                <a:sym typeface="Arial"/>
              </a:endParaRPr>
            </a:p>
          </p:txBody>
        </p:sp>
        <p:sp>
          <p:nvSpPr>
            <p:cNvPr id="12720" name="Google Shape;12720;p4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PHASE 2</a:t>
              </a:r>
              <a:endParaRPr b="0" i="0" sz="200" u="none" cap="none" strike="noStrike">
                <a:solidFill>
                  <a:srgbClr val="FFFFFF"/>
                </a:solidFill>
                <a:latin typeface="Arial"/>
                <a:ea typeface="Arial"/>
                <a:cs typeface="Arial"/>
                <a:sym typeface="Arial"/>
              </a:endParaRPr>
            </a:p>
          </p:txBody>
        </p:sp>
        <p:sp>
          <p:nvSpPr>
            <p:cNvPr id="12721" name="Google Shape;12721;p4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12722" name="Google Shape;12722;p4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sp>
          <p:nvSpPr>
            <p:cNvPr id="12723" name="Google Shape;12723;p4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12724" name="Google Shape;12724;p4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grpSp>
          <p:nvGrpSpPr>
            <p:cNvPr id="12725" name="Google Shape;12725;p46"/>
            <p:cNvGrpSpPr/>
            <p:nvPr/>
          </p:nvGrpSpPr>
          <p:grpSpPr>
            <a:xfrm>
              <a:off x="3748438" y="1378608"/>
              <a:ext cx="2159202" cy="903971"/>
              <a:chOff x="1683525" y="2179850"/>
              <a:chExt cx="4519050" cy="2134525"/>
            </a:xfrm>
          </p:grpSpPr>
          <p:sp>
            <p:nvSpPr>
              <p:cNvPr id="12726" name="Google Shape;12726;p4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27" name="Google Shape;12727;p4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28" name="Google Shape;12728;p4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29" name="Google Shape;12729;p4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30" name="Google Shape;12730;p4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31" name="Google Shape;12731;p4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32" name="Google Shape;12732;p4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33" name="Google Shape;12733;p4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34" name="Google Shape;12734;p4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35" name="Google Shape;12735;p4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36" name="Google Shape;12736;p4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12737" name="Google Shape;12737;p4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41" name="Shape 12741"/>
        <p:cNvGrpSpPr/>
        <p:nvPr/>
      </p:nvGrpSpPr>
      <p:grpSpPr>
        <a:xfrm>
          <a:off x="0" y="0"/>
          <a:ext cx="0" cy="0"/>
          <a:chOff x="0" y="0"/>
          <a:chExt cx="0" cy="0"/>
        </a:xfrm>
      </p:grpSpPr>
      <p:grpSp>
        <p:nvGrpSpPr>
          <p:cNvPr id="12742" name="Google Shape;12742;p47"/>
          <p:cNvGrpSpPr/>
          <p:nvPr/>
        </p:nvGrpSpPr>
        <p:grpSpPr>
          <a:xfrm>
            <a:off x="4814684" y="1191441"/>
            <a:ext cx="745431" cy="718863"/>
            <a:chOff x="4249973" y="1201875"/>
            <a:chExt cx="1958567" cy="1888763"/>
          </a:xfrm>
        </p:grpSpPr>
        <p:sp>
          <p:nvSpPr>
            <p:cNvPr id="12743" name="Google Shape;12743;p4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744" name="Google Shape;12744;p47"/>
            <p:cNvGrpSpPr/>
            <p:nvPr/>
          </p:nvGrpSpPr>
          <p:grpSpPr>
            <a:xfrm>
              <a:off x="5853086" y="1789142"/>
              <a:ext cx="355454" cy="1047937"/>
              <a:chOff x="5576108" y="2016725"/>
              <a:chExt cx="565200" cy="1666302"/>
            </a:xfrm>
          </p:grpSpPr>
          <p:sp>
            <p:nvSpPr>
              <p:cNvPr id="12745" name="Google Shape;12745;p4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2746" name="Google Shape;12746;p4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7" name="Google Shape;12747;p47"/>
            <p:cNvGrpSpPr/>
            <p:nvPr/>
          </p:nvGrpSpPr>
          <p:grpSpPr>
            <a:xfrm>
              <a:off x="4869725" y="2691676"/>
              <a:ext cx="1013627" cy="398962"/>
              <a:chOff x="4012487" y="3451825"/>
              <a:chExt cx="1611746" cy="634381"/>
            </a:xfrm>
          </p:grpSpPr>
          <p:sp>
            <p:nvSpPr>
              <p:cNvPr id="12748" name="Google Shape;12748;p4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2749" name="Google Shape;12749;p4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50" name="Google Shape;12750;p47"/>
            <p:cNvGrpSpPr/>
            <p:nvPr/>
          </p:nvGrpSpPr>
          <p:grpSpPr>
            <a:xfrm>
              <a:off x="4276993" y="2155787"/>
              <a:ext cx="651909" cy="891532"/>
              <a:chOff x="3069997" y="2599721"/>
              <a:chExt cx="1036586" cy="1417604"/>
            </a:xfrm>
          </p:grpSpPr>
          <p:sp>
            <p:nvSpPr>
              <p:cNvPr id="12751" name="Google Shape;12751;p4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2752" name="Google Shape;12752;p4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53" name="Google Shape;12753;p47"/>
            <p:cNvGrpSpPr/>
            <p:nvPr/>
          </p:nvGrpSpPr>
          <p:grpSpPr>
            <a:xfrm>
              <a:off x="5054918" y="1201875"/>
              <a:ext cx="999521" cy="602731"/>
              <a:chOff x="4306958" y="1082925"/>
              <a:chExt cx="1589315" cy="958389"/>
            </a:xfrm>
          </p:grpSpPr>
          <p:sp>
            <p:nvSpPr>
              <p:cNvPr id="12754" name="Google Shape;12754;p4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2755" name="Google Shape;12755;p4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56" name="Google Shape;12756;p47"/>
            <p:cNvGrpSpPr/>
            <p:nvPr/>
          </p:nvGrpSpPr>
          <p:grpSpPr>
            <a:xfrm>
              <a:off x="4249973" y="1303601"/>
              <a:ext cx="799524" cy="841184"/>
              <a:chOff x="3027033" y="1244677"/>
              <a:chExt cx="1271307" cy="1337548"/>
            </a:xfrm>
          </p:grpSpPr>
          <p:sp>
            <p:nvSpPr>
              <p:cNvPr id="12757" name="Google Shape;12757;p4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2758" name="Google Shape;12758;p4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759" name="Google Shape;12759;p47"/>
          <p:cNvGrpSpPr/>
          <p:nvPr/>
        </p:nvGrpSpPr>
        <p:grpSpPr>
          <a:xfrm>
            <a:off x="731057" y="2069890"/>
            <a:ext cx="761767" cy="729896"/>
            <a:chOff x="2657744" y="2337745"/>
            <a:chExt cx="832987" cy="798137"/>
          </a:xfrm>
        </p:grpSpPr>
        <p:sp>
          <p:nvSpPr>
            <p:cNvPr id="12760" name="Google Shape;12760;p4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1" name="Google Shape;12761;p4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2" name="Google Shape;12762;p4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3" name="Google Shape;12763;p4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4" name="Google Shape;12764;p4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5" name="Google Shape;12765;p4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6" name="Google Shape;12766;p47"/>
          <p:cNvGrpSpPr/>
          <p:nvPr/>
        </p:nvGrpSpPr>
        <p:grpSpPr>
          <a:xfrm>
            <a:off x="3242022" y="2073097"/>
            <a:ext cx="685569" cy="723586"/>
            <a:chOff x="3398134" y="2057755"/>
            <a:chExt cx="704087" cy="743130"/>
          </a:xfrm>
        </p:grpSpPr>
        <p:grpSp>
          <p:nvGrpSpPr>
            <p:cNvPr id="12767" name="Google Shape;12767;p47"/>
            <p:cNvGrpSpPr/>
            <p:nvPr/>
          </p:nvGrpSpPr>
          <p:grpSpPr>
            <a:xfrm>
              <a:off x="3398134" y="2290183"/>
              <a:ext cx="315300" cy="219900"/>
              <a:chOff x="3398134" y="2290183"/>
              <a:chExt cx="315300" cy="219900"/>
            </a:xfrm>
          </p:grpSpPr>
          <p:sp>
            <p:nvSpPr>
              <p:cNvPr id="12768" name="Google Shape;12768;p4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12769" name="Google Shape;12769;p47"/>
              <p:cNvCxnSpPr>
                <a:stCxn id="12768" idx="2"/>
              </p:cNvCxnSpPr>
              <p:nvPr/>
            </p:nvCxnSpPr>
            <p:spPr>
              <a:xfrm rot="10800000">
                <a:off x="3398134" y="2400133"/>
                <a:ext cx="95400" cy="0"/>
              </a:xfrm>
              <a:prstGeom prst="straightConnector1">
                <a:avLst/>
              </a:prstGeom>
              <a:noFill/>
              <a:ln cap="flat" cmpd="sng" w="9525">
                <a:solidFill>
                  <a:srgbClr val="435D74"/>
                </a:solidFill>
                <a:prstDash val="solid"/>
                <a:round/>
                <a:headEnd len="sm" w="sm" type="none"/>
                <a:tailEnd len="sm" w="sm" type="none"/>
              </a:ln>
            </p:spPr>
          </p:cxnSp>
        </p:grpSp>
        <p:grpSp>
          <p:nvGrpSpPr>
            <p:cNvPr id="12770" name="Google Shape;12770;p47"/>
            <p:cNvGrpSpPr/>
            <p:nvPr/>
          </p:nvGrpSpPr>
          <p:grpSpPr>
            <a:xfrm>
              <a:off x="3547823" y="2467358"/>
              <a:ext cx="219900" cy="333527"/>
              <a:chOff x="3547823" y="2467358"/>
              <a:chExt cx="219900" cy="333527"/>
            </a:xfrm>
          </p:grpSpPr>
          <p:sp>
            <p:nvSpPr>
              <p:cNvPr id="12771" name="Google Shape;12771;p4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12772" name="Google Shape;12772;p47"/>
              <p:cNvCxnSpPr/>
              <p:nvPr/>
            </p:nvCxnSpPr>
            <p:spPr>
              <a:xfrm rot="10800000">
                <a:off x="3657701" y="2687185"/>
                <a:ext cx="0" cy="113700"/>
              </a:xfrm>
              <a:prstGeom prst="straightConnector1">
                <a:avLst/>
              </a:prstGeom>
              <a:noFill/>
              <a:ln cap="flat" cmpd="sng" w="9525">
                <a:solidFill>
                  <a:srgbClr val="5F7D95"/>
                </a:solidFill>
                <a:prstDash val="solid"/>
                <a:round/>
                <a:headEnd len="sm" w="sm" type="none"/>
                <a:tailEnd len="sm" w="sm" type="none"/>
              </a:ln>
            </p:spPr>
          </p:cxnSp>
        </p:grpSp>
        <p:grpSp>
          <p:nvGrpSpPr>
            <p:cNvPr id="12773" name="Google Shape;12773;p47"/>
            <p:cNvGrpSpPr/>
            <p:nvPr/>
          </p:nvGrpSpPr>
          <p:grpSpPr>
            <a:xfrm>
              <a:off x="3734138" y="2467358"/>
              <a:ext cx="219900" cy="333527"/>
              <a:chOff x="3734138" y="2467358"/>
              <a:chExt cx="219900" cy="333527"/>
            </a:xfrm>
          </p:grpSpPr>
          <p:sp>
            <p:nvSpPr>
              <p:cNvPr id="12774" name="Google Shape;12774;p4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12775" name="Google Shape;12775;p47"/>
              <p:cNvCxnSpPr/>
              <p:nvPr/>
            </p:nvCxnSpPr>
            <p:spPr>
              <a:xfrm rot="10800000">
                <a:off x="3844020" y="2687185"/>
                <a:ext cx="0" cy="113700"/>
              </a:xfrm>
              <a:prstGeom prst="straightConnector1">
                <a:avLst/>
              </a:prstGeom>
              <a:noFill/>
              <a:ln cap="flat" cmpd="sng" w="9525">
                <a:solidFill>
                  <a:srgbClr val="869FB2"/>
                </a:solidFill>
                <a:prstDash val="solid"/>
                <a:round/>
                <a:headEnd len="sm" w="sm" type="none"/>
                <a:tailEnd len="sm" w="sm" type="none"/>
              </a:ln>
            </p:spPr>
          </p:cxnSp>
        </p:grpSp>
        <p:grpSp>
          <p:nvGrpSpPr>
            <p:cNvPr id="12776" name="Google Shape;12776;p47"/>
            <p:cNvGrpSpPr/>
            <p:nvPr/>
          </p:nvGrpSpPr>
          <p:grpSpPr>
            <a:xfrm>
              <a:off x="3787560" y="2288011"/>
              <a:ext cx="314661" cy="219900"/>
              <a:chOff x="3787560" y="2288011"/>
              <a:chExt cx="314661" cy="219900"/>
            </a:xfrm>
          </p:grpSpPr>
          <p:sp>
            <p:nvSpPr>
              <p:cNvPr id="12777" name="Google Shape;12777;p4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12778" name="Google Shape;12778;p47"/>
              <p:cNvCxnSpPr/>
              <p:nvPr/>
            </p:nvCxnSpPr>
            <p:spPr>
              <a:xfrm rot="10800000">
                <a:off x="4007421" y="2400064"/>
                <a:ext cx="94800" cy="0"/>
              </a:xfrm>
              <a:prstGeom prst="straightConnector1">
                <a:avLst/>
              </a:prstGeom>
              <a:noFill/>
              <a:ln cap="flat" cmpd="sng" w="9525">
                <a:solidFill>
                  <a:srgbClr val="A5B7C6"/>
                </a:solidFill>
                <a:prstDash val="solid"/>
                <a:round/>
                <a:headEnd len="sm" w="sm" type="none"/>
                <a:tailEnd len="sm" w="sm" type="none"/>
              </a:ln>
            </p:spPr>
          </p:cxnSp>
        </p:grpSp>
        <p:grpSp>
          <p:nvGrpSpPr>
            <p:cNvPr id="12779" name="Google Shape;12779;p47"/>
            <p:cNvGrpSpPr/>
            <p:nvPr/>
          </p:nvGrpSpPr>
          <p:grpSpPr>
            <a:xfrm>
              <a:off x="3637290" y="2057755"/>
              <a:ext cx="219900" cy="335499"/>
              <a:chOff x="3637290" y="2057755"/>
              <a:chExt cx="219900" cy="335499"/>
            </a:xfrm>
          </p:grpSpPr>
          <p:sp>
            <p:nvSpPr>
              <p:cNvPr id="12780" name="Google Shape;12780;p4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12781" name="Google Shape;12781;p47"/>
              <p:cNvCxnSpPr/>
              <p:nvPr/>
            </p:nvCxnSpPr>
            <p:spPr>
              <a:xfrm rot="10800000">
                <a:off x="3747169" y="2057755"/>
                <a:ext cx="0" cy="113700"/>
              </a:xfrm>
              <a:prstGeom prst="straightConnector1">
                <a:avLst/>
              </a:prstGeom>
              <a:noFill/>
              <a:ln cap="flat" cmpd="sng" w="9525">
                <a:solidFill>
                  <a:srgbClr val="BAC8D3"/>
                </a:solidFill>
                <a:prstDash val="solid"/>
                <a:round/>
                <a:headEnd len="sm" w="sm" type="none"/>
                <a:tailEnd len="sm" w="sm" type="none"/>
              </a:ln>
            </p:spPr>
          </p:cxnSp>
        </p:grpSp>
      </p:grpSp>
      <p:grpSp>
        <p:nvGrpSpPr>
          <p:cNvPr id="12782" name="Google Shape;12782;p47"/>
          <p:cNvGrpSpPr/>
          <p:nvPr/>
        </p:nvGrpSpPr>
        <p:grpSpPr>
          <a:xfrm>
            <a:off x="4917244" y="2079792"/>
            <a:ext cx="710153" cy="710153"/>
            <a:chOff x="5007123" y="2079403"/>
            <a:chExt cx="687600" cy="687600"/>
          </a:xfrm>
        </p:grpSpPr>
        <p:sp>
          <p:nvSpPr>
            <p:cNvPr id="12783" name="Google Shape;12783;p4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4" name="Google Shape;12784;p4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5" name="Google Shape;12785;p4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6" name="Google Shape;12786;p4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87" name="Google Shape;12787;p47"/>
          <p:cNvGrpSpPr/>
          <p:nvPr/>
        </p:nvGrpSpPr>
        <p:grpSpPr>
          <a:xfrm>
            <a:off x="5726681" y="2074299"/>
            <a:ext cx="720998" cy="721183"/>
            <a:chOff x="5797446" y="2063053"/>
            <a:chExt cx="698100" cy="698280"/>
          </a:xfrm>
        </p:grpSpPr>
        <p:sp>
          <p:nvSpPr>
            <p:cNvPr id="12788" name="Google Shape;12788;p4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9" name="Google Shape;12789;p4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0" name="Google Shape;12790;p4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1" name="Google Shape;12791;p4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92" name="Google Shape;12792;p47"/>
          <p:cNvGrpSpPr/>
          <p:nvPr/>
        </p:nvGrpSpPr>
        <p:grpSpPr>
          <a:xfrm>
            <a:off x="8171828" y="3719904"/>
            <a:ext cx="280585" cy="673164"/>
            <a:chOff x="8075075" y="3754290"/>
            <a:chExt cx="255612" cy="613194"/>
          </a:xfrm>
        </p:grpSpPr>
        <p:grpSp>
          <p:nvGrpSpPr>
            <p:cNvPr id="12793" name="Google Shape;12793;p47"/>
            <p:cNvGrpSpPr/>
            <p:nvPr/>
          </p:nvGrpSpPr>
          <p:grpSpPr>
            <a:xfrm>
              <a:off x="8075075" y="3754290"/>
              <a:ext cx="255612" cy="613194"/>
              <a:chOff x="8075075" y="3754290"/>
              <a:chExt cx="255612" cy="613194"/>
            </a:xfrm>
          </p:grpSpPr>
          <p:sp>
            <p:nvSpPr>
              <p:cNvPr id="12794" name="Google Shape;12794;p4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5" name="Google Shape;12795;p4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796" name="Google Shape;12796;p4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97" name="Google Shape;12797;p47"/>
          <p:cNvGrpSpPr/>
          <p:nvPr/>
        </p:nvGrpSpPr>
        <p:grpSpPr>
          <a:xfrm>
            <a:off x="5288887" y="3708700"/>
            <a:ext cx="470352" cy="683745"/>
            <a:chOff x="1697726" y="3244179"/>
            <a:chExt cx="788124" cy="1146069"/>
          </a:xfrm>
        </p:grpSpPr>
        <p:sp>
          <p:nvSpPr>
            <p:cNvPr id="12798" name="Google Shape;12798;p4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9" name="Google Shape;12799;p4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800" name="Google Shape;12800;p4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801" name="Google Shape;12801;p47"/>
          <p:cNvGrpSpPr/>
          <p:nvPr/>
        </p:nvGrpSpPr>
        <p:grpSpPr>
          <a:xfrm>
            <a:off x="5910037" y="3719902"/>
            <a:ext cx="293891" cy="293845"/>
            <a:chOff x="6134814" y="3754290"/>
            <a:chExt cx="293891" cy="293845"/>
          </a:xfrm>
        </p:grpSpPr>
        <p:sp>
          <p:nvSpPr>
            <p:cNvPr id="12802" name="Google Shape;12802;p4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3" name="Google Shape;12803;p4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04" name="Google Shape;12804;p47"/>
          <p:cNvGrpSpPr/>
          <p:nvPr/>
        </p:nvGrpSpPr>
        <p:grpSpPr>
          <a:xfrm>
            <a:off x="5910037" y="4098574"/>
            <a:ext cx="293891" cy="293891"/>
            <a:chOff x="6134814" y="4086186"/>
            <a:chExt cx="293891" cy="293891"/>
          </a:xfrm>
        </p:grpSpPr>
        <p:sp>
          <p:nvSpPr>
            <p:cNvPr id="12805" name="Google Shape;12805;p4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6" name="Google Shape;12806;p4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807" name="Google Shape;12807;p47"/>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8" name="Google Shape;12808;p47"/>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809" name="Google Shape;12809;p47"/>
          <p:cNvGrpSpPr/>
          <p:nvPr/>
        </p:nvGrpSpPr>
        <p:grpSpPr>
          <a:xfrm>
            <a:off x="7835013" y="2927266"/>
            <a:ext cx="622883" cy="621944"/>
            <a:chOff x="1187048" y="238125"/>
            <a:chExt cx="5256397" cy="5248476"/>
          </a:xfrm>
        </p:grpSpPr>
        <p:sp>
          <p:nvSpPr>
            <p:cNvPr id="12810" name="Google Shape;12810;p4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1" name="Google Shape;12811;p4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2" name="Google Shape;12812;p4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3" name="Google Shape;12813;p4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14" name="Google Shape;12814;p47"/>
          <p:cNvGrpSpPr/>
          <p:nvPr/>
        </p:nvGrpSpPr>
        <p:grpSpPr>
          <a:xfrm>
            <a:off x="2292118" y="2936875"/>
            <a:ext cx="1310987" cy="612407"/>
            <a:chOff x="238125" y="1188750"/>
            <a:chExt cx="7140450" cy="3335550"/>
          </a:xfrm>
        </p:grpSpPr>
        <p:sp>
          <p:nvSpPr>
            <p:cNvPr id="12815" name="Google Shape;12815;p4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6" name="Google Shape;12816;p4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7" name="Google Shape;12817;p4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8" name="Google Shape;12818;p4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9" name="Google Shape;12819;p4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20" name="Google Shape;12820;p47"/>
          <p:cNvGrpSpPr/>
          <p:nvPr/>
        </p:nvGrpSpPr>
        <p:grpSpPr>
          <a:xfrm>
            <a:off x="6617990" y="2927430"/>
            <a:ext cx="1110299" cy="621702"/>
            <a:chOff x="238125" y="1335475"/>
            <a:chExt cx="5418735" cy="3034175"/>
          </a:xfrm>
        </p:grpSpPr>
        <p:sp>
          <p:nvSpPr>
            <p:cNvPr id="12821" name="Google Shape;12821;p4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2" name="Google Shape;12822;p4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3" name="Google Shape;12823;p4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24" name="Google Shape;12824;p47"/>
          <p:cNvGrpSpPr/>
          <p:nvPr/>
        </p:nvGrpSpPr>
        <p:grpSpPr>
          <a:xfrm>
            <a:off x="5435649" y="2924327"/>
            <a:ext cx="1074451" cy="627181"/>
            <a:chOff x="5359127" y="2910889"/>
            <a:chExt cx="1097723" cy="640831"/>
          </a:xfrm>
        </p:grpSpPr>
        <p:grpSp>
          <p:nvGrpSpPr>
            <p:cNvPr id="12825" name="Google Shape;12825;p47"/>
            <p:cNvGrpSpPr/>
            <p:nvPr/>
          </p:nvGrpSpPr>
          <p:grpSpPr>
            <a:xfrm>
              <a:off x="5929791" y="3263088"/>
              <a:ext cx="527059" cy="287098"/>
              <a:chOff x="5929791" y="3263088"/>
              <a:chExt cx="527059" cy="287098"/>
            </a:xfrm>
          </p:grpSpPr>
          <p:sp>
            <p:nvSpPr>
              <p:cNvPr id="12826" name="Google Shape;12826;p4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12827" name="Google Shape;12827;p4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12828" name="Google Shape;12828;p47"/>
            <p:cNvGrpSpPr/>
            <p:nvPr/>
          </p:nvGrpSpPr>
          <p:grpSpPr>
            <a:xfrm>
              <a:off x="5359127" y="3263089"/>
              <a:ext cx="526428" cy="288631"/>
              <a:chOff x="5359127" y="3263089"/>
              <a:chExt cx="526428" cy="288631"/>
            </a:xfrm>
          </p:grpSpPr>
          <p:sp>
            <p:nvSpPr>
              <p:cNvPr id="12829" name="Google Shape;12829;p4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12830" name="Google Shape;12830;p4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12831" name="Google Shape;12831;p47"/>
            <p:cNvGrpSpPr/>
            <p:nvPr/>
          </p:nvGrpSpPr>
          <p:grpSpPr>
            <a:xfrm>
              <a:off x="5551525" y="2910889"/>
              <a:ext cx="520902" cy="610282"/>
              <a:chOff x="5551525" y="2910889"/>
              <a:chExt cx="520902" cy="610282"/>
            </a:xfrm>
          </p:grpSpPr>
          <p:sp>
            <p:nvSpPr>
              <p:cNvPr id="12832" name="Google Shape;12832;p4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12833" name="Google Shape;12833;p4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12834" name="Google Shape;12834;p47"/>
            <p:cNvGrpSpPr/>
            <p:nvPr/>
          </p:nvGrpSpPr>
          <p:grpSpPr>
            <a:xfrm>
              <a:off x="5743962" y="2919100"/>
              <a:ext cx="623673" cy="284502"/>
              <a:chOff x="5743962" y="2919100"/>
              <a:chExt cx="623673" cy="284502"/>
            </a:xfrm>
          </p:grpSpPr>
          <p:sp>
            <p:nvSpPr>
              <p:cNvPr id="12835" name="Google Shape;12835;p4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12836" name="Google Shape;12836;p4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12837" name="Google Shape;12837;p47"/>
          <p:cNvGrpSpPr/>
          <p:nvPr/>
        </p:nvGrpSpPr>
        <p:grpSpPr>
          <a:xfrm>
            <a:off x="7586863" y="2075038"/>
            <a:ext cx="874977" cy="719600"/>
            <a:chOff x="7608988" y="2093194"/>
            <a:chExt cx="817277" cy="672147"/>
          </a:xfrm>
        </p:grpSpPr>
        <p:cxnSp>
          <p:nvCxnSpPr>
            <p:cNvPr id="12838" name="Google Shape;12838;p47"/>
            <p:cNvCxnSpPr/>
            <p:nvPr/>
          </p:nvCxnSpPr>
          <p:spPr>
            <a:xfrm flipH="1" rot="5400000">
              <a:off x="7620257" y="2136491"/>
              <a:ext cx="129900" cy="111300"/>
            </a:xfrm>
            <a:prstGeom prst="bentConnector3">
              <a:avLst>
                <a:gd fmla="val 41968" name="adj1"/>
              </a:avLst>
            </a:prstGeom>
            <a:noFill/>
            <a:ln cap="flat" cmpd="sng" w="9525">
              <a:solidFill>
                <a:srgbClr val="667E92"/>
              </a:solidFill>
              <a:prstDash val="solid"/>
              <a:round/>
              <a:headEnd len="sm" w="sm" type="none"/>
              <a:tailEnd len="sm" w="sm" type="none"/>
            </a:ln>
          </p:spPr>
        </p:cxnSp>
        <p:cxnSp>
          <p:nvCxnSpPr>
            <p:cNvPr id="12839" name="Google Shape;12839;p47"/>
            <p:cNvCxnSpPr/>
            <p:nvPr/>
          </p:nvCxnSpPr>
          <p:spPr>
            <a:xfrm rot="-5400000">
              <a:off x="8285120" y="2136491"/>
              <a:ext cx="129900" cy="111300"/>
            </a:xfrm>
            <a:prstGeom prst="bentConnector3">
              <a:avLst>
                <a:gd fmla="val 41968" name="adj1"/>
              </a:avLst>
            </a:prstGeom>
            <a:noFill/>
            <a:ln cap="flat" cmpd="sng" w="9525">
              <a:solidFill>
                <a:srgbClr val="667E92"/>
              </a:solidFill>
              <a:prstDash val="solid"/>
              <a:round/>
              <a:headEnd len="sm" w="sm" type="none"/>
              <a:tailEnd len="sm" w="sm" type="none"/>
            </a:ln>
          </p:spPr>
        </p:cxnSp>
        <p:cxnSp>
          <p:nvCxnSpPr>
            <p:cNvPr id="12840" name="Google Shape;12840;p47"/>
            <p:cNvCxnSpPr/>
            <p:nvPr/>
          </p:nvCxnSpPr>
          <p:spPr>
            <a:xfrm rot="5400000">
              <a:off x="7620257" y="2644741"/>
              <a:ext cx="129900" cy="111300"/>
            </a:xfrm>
            <a:prstGeom prst="bentConnector3">
              <a:avLst>
                <a:gd fmla="val 32231" name="adj1"/>
              </a:avLst>
            </a:prstGeom>
            <a:noFill/>
            <a:ln cap="flat" cmpd="sng" w="9525">
              <a:solidFill>
                <a:srgbClr val="667E92"/>
              </a:solidFill>
              <a:prstDash val="solid"/>
              <a:round/>
              <a:headEnd len="sm" w="sm" type="none"/>
              <a:tailEnd len="sm" w="sm" type="none"/>
            </a:ln>
          </p:spPr>
        </p:cxnSp>
        <p:cxnSp>
          <p:nvCxnSpPr>
            <p:cNvPr id="12841" name="Google Shape;12841;p47"/>
            <p:cNvCxnSpPr/>
            <p:nvPr/>
          </p:nvCxnSpPr>
          <p:spPr>
            <a:xfrm flipH="1" rot="-5400000">
              <a:off x="8285120" y="2644741"/>
              <a:ext cx="129900" cy="111300"/>
            </a:xfrm>
            <a:prstGeom prst="bentConnector3">
              <a:avLst>
                <a:gd fmla="val 32231" name="adj1"/>
              </a:avLst>
            </a:prstGeom>
            <a:noFill/>
            <a:ln cap="flat" cmpd="sng" w="9525">
              <a:solidFill>
                <a:srgbClr val="667E92"/>
              </a:solidFill>
              <a:prstDash val="solid"/>
              <a:round/>
              <a:headEnd len="sm" w="sm" type="none"/>
              <a:tailEnd len="sm" w="sm" type="none"/>
            </a:ln>
          </p:spPr>
        </p:cxnSp>
        <p:cxnSp>
          <p:nvCxnSpPr>
            <p:cNvPr id="12842" name="Google Shape;12842;p47"/>
            <p:cNvCxnSpPr/>
            <p:nvPr/>
          </p:nvCxnSpPr>
          <p:spPr>
            <a:xfrm rot="10800000">
              <a:off x="7608988" y="2425132"/>
              <a:ext cx="83400" cy="0"/>
            </a:xfrm>
            <a:prstGeom prst="straightConnector1">
              <a:avLst/>
            </a:prstGeom>
            <a:noFill/>
            <a:ln cap="flat" cmpd="sng" w="9525">
              <a:solidFill>
                <a:srgbClr val="667E92"/>
              </a:solidFill>
              <a:prstDash val="solid"/>
              <a:round/>
              <a:headEnd len="sm" w="sm" type="none"/>
              <a:tailEnd len="sm" w="sm" type="none"/>
            </a:ln>
          </p:spPr>
        </p:cxnSp>
        <p:cxnSp>
          <p:nvCxnSpPr>
            <p:cNvPr id="12843" name="Google Shape;12843;p47"/>
            <p:cNvCxnSpPr/>
            <p:nvPr/>
          </p:nvCxnSpPr>
          <p:spPr>
            <a:xfrm rot="10800000">
              <a:off x="8342865" y="2425132"/>
              <a:ext cx="83400" cy="0"/>
            </a:xfrm>
            <a:prstGeom prst="straightConnector1">
              <a:avLst/>
            </a:prstGeom>
            <a:noFill/>
            <a:ln cap="flat" cmpd="sng" w="9525">
              <a:solidFill>
                <a:srgbClr val="667E92"/>
              </a:solidFill>
              <a:prstDash val="solid"/>
              <a:round/>
              <a:headEnd len="sm" w="sm" type="none"/>
              <a:tailEnd len="sm" w="sm" type="none"/>
            </a:ln>
          </p:spPr>
        </p:cxnSp>
        <p:grpSp>
          <p:nvGrpSpPr>
            <p:cNvPr id="12844" name="Google Shape;12844;p47"/>
            <p:cNvGrpSpPr/>
            <p:nvPr/>
          </p:nvGrpSpPr>
          <p:grpSpPr>
            <a:xfrm>
              <a:off x="7721175" y="2093194"/>
              <a:ext cx="599587" cy="623846"/>
              <a:chOff x="7721175" y="2093194"/>
              <a:chExt cx="599587" cy="623846"/>
            </a:xfrm>
          </p:grpSpPr>
          <p:grpSp>
            <p:nvGrpSpPr>
              <p:cNvPr id="12845" name="Google Shape;12845;p47"/>
              <p:cNvGrpSpPr/>
              <p:nvPr/>
            </p:nvGrpSpPr>
            <p:grpSpPr>
              <a:xfrm>
                <a:off x="7721175" y="2093194"/>
                <a:ext cx="291605" cy="623846"/>
                <a:chOff x="9405575" y="2061418"/>
                <a:chExt cx="291605" cy="623846"/>
              </a:xfrm>
            </p:grpSpPr>
            <p:sp>
              <p:nvSpPr>
                <p:cNvPr id="12846" name="Google Shape;12846;p4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7" name="Google Shape;12847;p4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8" name="Google Shape;12848;p4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9" name="Google Shape;12849;p4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0" name="Google Shape;12850;p4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1" name="Google Shape;12851;p4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2" name="Google Shape;12852;p4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53" name="Google Shape;12853;p47"/>
              <p:cNvGrpSpPr/>
              <p:nvPr/>
            </p:nvGrpSpPr>
            <p:grpSpPr>
              <a:xfrm flipH="1">
                <a:off x="8029157" y="2093194"/>
                <a:ext cx="291605" cy="623846"/>
                <a:chOff x="9405575" y="2061418"/>
                <a:chExt cx="291605" cy="623846"/>
              </a:xfrm>
            </p:grpSpPr>
            <p:sp>
              <p:nvSpPr>
                <p:cNvPr id="12854" name="Google Shape;12854;p4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5" name="Google Shape;12855;p4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6" name="Google Shape;12856;p4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7" name="Google Shape;12857;p4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8" name="Google Shape;12858;p4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9" name="Google Shape;12859;p4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0" name="Google Shape;12860;p4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2861" name="Google Shape;12861;p47"/>
          <p:cNvGrpSpPr/>
          <p:nvPr/>
        </p:nvGrpSpPr>
        <p:grpSpPr>
          <a:xfrm>
            <a:off x="4031299" y="1191441"/>
            <a:ext cx="712556" cy="785901"/>
            <a:chOff x="4206459" y="1191441"/>
            <a:chExt cx="712556" cy="785901"/>
          </a:xfrm>
        </p:grpSpPr>
        <p:sp>
          <p:nvSpPr>
            <p:cNvPr id="12862" name="Google Shape;12862;p4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3" name="Google Shape;12863;p4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4" name="Google Shape;12864;p4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5" name="Google Shape;12865;p4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866" name="Google Shape;12866;p47"/>
            <p:cNvGrpSpPr/>
            <p:nvPr/>
          </p:nvGrpSpPr>
          <p:grpSpPr>
            <a:xfrm>
              <a:off x="4644280" y="1290523"/>
              <a:ext cx="143716" cy="29462"/>
              <a:chOff x="4644280" y="1290523"/>
              <a:chExt cx="143716" cy="29462"/>
            </a:xfrm>
          </p:grpSpPr>
          <p:sp>
            <p:nvSpPr>
              <p:cNvPr id="12867" name="Google Shape;12867;p4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8" name="Google Shape;12868;p4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9" name="Google Shape;12869;p4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0" name="Google Shape;12870;p4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71" name="Google Shape;12871;p47"/>
            <p:cNvGrpSpPr/>
            <p:nvPr/>
          </p:nvGrpSpPr>
          <p:grpSpPr>
            <a:xfrm>
              <a:off x="4356567" y="1191441"/>
              <a:ext cx="143691" cy="29488"/>
              <a:chOff x="4356567" y="1191441"/>
              <a:chExt cx="143691" cy="29488"/>
            </a:xfrm>
          </p:grpSpPr>
          <p:sp>
            <p:nvSpPr>
              <p:cNvPr id="12872" name="Google Shape;12872;p4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3" name="Google Shape;12873;p4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4" name="Google Shape;12874;p4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5" name="Google Shape;12875;p4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76" name="Google Shape;12876;p47"/>
            <p:cNvGrpSpPr/>
            <p:nvPr/>
          </p:nvGrpSpPr>
          <p:grpSpPr>
            <a:xfrm>
              <a:off x="4339009" y="1863727"/>
              <a:ext cx="143704" cy="29476"/>
              <a:chOff x="4339009" y="1863727"/>
              <a:chExt cx="143704" cy="29476"/>
            </a:xfrm>
          </p:grpSpPr>
          <p:sp>
            <p:nvSpPr>
              <p:cNvPr id="12877" name="Google Shape;12877;p4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8" name="Google Shape;12878;p4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9" name="Google Shape;12879;p4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0" name="Google Shape;12880;p4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81" name="Google Shape;12881;p47"/>
            <p:cNvGrpSpPr/>
            <p:nvPr/>
          </p:nvGrpSpPr>
          <p:grpSpPr>
            <a:xfrm>
              <a:off x="4206459" y="1607315"/>
              <a:ext cx="29539" cy="142899"/>
              <a:chOff x="4206459" y="1607315"/>
              <a:chExt cx="29539" cy="142899"/>
            </a:xfrm>
          </p:grpSpPr>
          <p:sp>
            <p:nvSpPr>
              <p:cNvPr id="12882" name="Google Shape;12882;p4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3" name="Google Shape;12883;p4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4" name="Google Shape;12884;p4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5" name="Google Shape;12885;p4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886" name="Google Shape;12886;p4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7" name="Google Shape;12887;p4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8" name="Google Shape;12888;p4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9" name="Google Shape;12889;p4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890" name="Google Shape;12890;p47"/>
            <p:cNvGrpSpPr/>
            <p:nvPr/>
          </p:nvGrpSpPr>
          <p:grpSpPr>
            <a:xfrm>
              <a:off x="4889463" y="1423737"/>
              <a:ext cx="29552" cy="142899"/>
              <a:chOff x="4889463" y="1423737"/>
              <a:chExt cx="29552" cy="142899"/>
            </a:xfrm>
          </p:grpSpPr>
          <p:sp>
            <p:nvSpPr>
              <p:cNvPr id="12891" name="Google Shape;12891;p4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2" name="Google Shape;12892;p4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3" name="Google Shape;12893;p4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4" name="Google Shape;12894;p4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95" name="Google Shape;12895;p47"/>
            <p:cNvGrpSpPr/>
            <p:nvPr/>
          </p:nvGrpSpPr>
          <p:grpSpPr>
            <a:xfrm>
              <a:off x="4771663" y="1876896"/>
              <a:ext cx="108651" cy="100446"/>
              <a:chOff x="4771663" y="1876896"/>
              <a:chExt cx="108651" cy="100446"/>
            </a:xfrm>
          </p:grpSpPr>
          <p:sp>
            <p:nvSpPr>
              <p:cNvPr id="12896" name="Google Shape;12896;p4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7" name="Google Shape;12897;p4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8" name="Google Shape;12898;p4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9" name="Google Shape;12899;p4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900" name="Google Shape;12900;p47"/>
          <p:cNvGrpSpPr/>
          <p:nvPr/>
        </p:nvGrpSpPr>
        <p:grpSpPr>
          <a:xfrm>
            <a:off x="4026774" y="2074664"/>
            <a:ext cx="791287" cy="720350"/>
            <a:chOff x="267375" y="1071875"/>
            <a:chExt cx="470500" cy="428550"/>
          </a:xfrm>
        </p:grpSpPr>
        <p:sp>
          <p:nvSpPr>
            <p:cNvPr id="12901" name="Google Shape;12901;p4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2" name="Google Shape;12902;p4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3" name="Google Shape;12903;p4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4" name="Google Shape;12904;p4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5" name="Google Shape;12905;p4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6" name="Google Shape;12906;p4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7" name="Google Shape;12907;p4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8" name="Google Shape;12908;p4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09" name="Google Shape;12909;p47"/>
          <p:cNvGrpSpPr/>
          <p:nvPr/>
        </p:nvGrpSpPr>
        <p:grpSpPr>
          <a:xfrm>
            <a:off x="727269" y="3719294"/>
            <a:ext cx="1408445" cy="673166"/>
            <a:chOff x="712664" y="3693287"/>
            <a:chExt cx="1460739" cy="698160"/>
          </a:xfrm>
        </p:grpSpPr>
        <p:grpSp>
          <p:nvGrpSpPr>
            <p:cNvPr id="12910" name="Google Shape;12910;p47"/>
            <p:cNvGrpSpPr/>
            <p:nvPr/>
          </p:nvGrpSpPr>
          <p:grpSpPr>
            <a:xfrm>
              <a:off x="1380079" y="4133090"/>
              <a:ext cx="234047" cy="258099"/>
              <a:chOff x="1380079" y="4133090"/>
              <a:chExt cx="234047" cy="258099"/>
            </a:xfrm>
          </p:grpSpPr>
          <p:sp>
            <p:nvSpPr>
              <p:cNvPr id="12911" name="Google Shape;12911;p4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2" name="Google Shape;12912;p4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3" name="Google Shape;12913;p4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14" name="Google Shape;12914;p47"/>
            <p:cNvGrpSpPr/>
            <p:nvPr/>
          </p:nvGrpSpPr>
          <p:grpSpPr>
            <a:xfrm>
              <a:off x="884610" y="3864082"/>
              <a:ext cx="1118565" cy="527275"/>
              <a:chOff x="890961" y="3865463"/>
              <a:chExt cx="1115220" cy="525698"/>
            </a:xfrm>
          </p:grpSpPr>
          <p:sp>
            <p:nvSpPr>
              <p:cNvPr id="12915" name="Google Shape;12915;p4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6" name="Google Shape;12916;p4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7" name="Google Shape;12917;p4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18" name="Google Shape;12918;p47"/>
            <p:cNvGrpSpPr/>
            <p:nvPr/>
          </p:nvGrpSpPr>
          <p:grpSpPr>
            <a:xfrm>
              <a:off x="712664" y="3693287"/>
              <a:ext cx="1460739" cy="698160"/>
              <a:chOff x="712664" y="3693025"/>
              <a:chExt cx="1460739" cy="698160"/>
            </a:xfrm>
          </p:grpSpPr>
          <p:sp>
            <p:nvSpPr>
              <p:cNvPr id="12919" name="Google Shape;12919;p4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0" name="Google Shape;12920;p4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1" name="Google Shape;12921;p4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2" name="Google Shape;12922;p4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3" name="Google Shape;12923;p4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4" name="Google Shape;12924;p4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925" name="Google Shape;12925;p47"/>
          <p:cNvGrpSpPr/>
          <p:nvPr/>
        </p:nvGrpSpPr>
        <p:grpSpPr>
          <a:xfrm>
            <a:off x="3164985" y="1191441"/>
            <a:ext cx="795485" cy="738831"/>
            <a:chOff x="3348603" y="1236445"/>
            <a:chExt cx="749256" cy="695894"/>
          </a:xfrm>
        </p:grpSpPr>
        <p:grpSp>
          <p:nvGrpSpPr>
            <p:cNvPr id="12926" name="Google Shape;12926;p47"/>
            <p:cNvGrpSpPr/>
            <p:nvPr/>
          </p:nvGrpSpPr>
          <p:grpSpPr>
            <a:xfrm>
              <a:off x="3583779" y="1236445"/>
              <a:ext cx="293795" cy="285811"/>
              <a:chOff x="3750225" y="1774000"/>
              <a:chExt cx="149575" cy="145525"/>
            </a:xfrm>
          </p:grpSpPr>
          <p:sp>
            <p:nvSpPr>
              <p:cNvPr id="12927" name="Google Shape;12927;p4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8" name="Google Shape;12928;p4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29" name="Google Shape;12929;p47"/>
            <p:cNvGrpSpPr/>
            <p:nvPr/>
          </p:nvGrpSpPr>
          <p:grpSpPr>
            <a:xfrm>
              <a:off x="3775534" y="1462599"/>
              <a:ext cx="322325" cy="285958"/>
              <a:chOff x="3847850" y="1889150"/>
              <a:chExt cx="164100" cy="145600"/>
            </a:xfrm>
          </p:grpSpPr>
          <p:sp>
            <p:nvSpPr>
              <p:cNvPr id="12930" name="Google Shape;12930;p4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1" name="Google Shape;12931;p4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32" name="Google Shape;12932;p47"/>
            <p:cNvGrpSpPr/>
            <p:nvPr/>
          </p:nvGrpSpPr>
          <p:grpSpPr>
            <a:xfrm>
              <a:off x="3545329" y="1646528"/>
              <a:ext cx="293746" cy="285811"/>
              <a:chOff x="3730650" y="1982800"/>
              <a:chExt cx="149550" cy="145525"/>
            </a:xfrm>
          </p:grpSpPr>
          <p:sp>
            <p:nvSpPr>
              <p:cNvPr id="12933" name="Google Shape;12933;p4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4" name="Google Shape;12934;p4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35" name="Google Shape;12935;p47"/>
            <p:cNvGrpSpPr/>
            <p:nvPr/>
          </p:nvGrpSpPr>
          <p:grpSpPr>
            <a:xfrm>
              <a:off x="3348603" y="1415046"/>
              <a:ext cx="294384" cy="284387"/>
              <a:chOff x="3630494" y="1864938"/>
              <a:chExt cx="149875" cy="144800"/>
            </a:xfrm>
          </p:grpSpPr>
          <p:sp>
            <p:nvSpPr>
              <p:cNvPr id="12936" name="Google Shape;12936;p4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7" name="Google Shape;12937;p4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938" name="Google Shape;12938;p47"/>
          <p:cNvGrpSpPr/>
          <p:nvPr/>
        </p:nvGrpSpPr>
        <p:grpSpPr>
          <a:xfrm>
            <a:off x="2286512" y="3714337"/>
            <a:ext cx="1324924" cy="678083"/>
            <a:chOff x="2413923" y="3711366"/>
            <a:chExt cx="1374117" cy="703260"/>
          </a:xfrm>
        </p:grpSpPr>
        <p:grpSp>
          <p:nvGrpSpPr>
            <p:cNvPr id="12939" name="Google Shape;12939;p47"/>
            <p:cNvGrpSpPr/>
            <p:nvPr/>
          </p:nvGrpSpPr>
          <p:grpSpPr>
            <a:xfrm>
              <a:off x="2413923" y="3711366"/>
              <a:ext cx="1374117" cy="703260"/>
              <a:chOff x="2413923" y="3711366"/>
              <a:chExt cx="1374117" cy="703260"/>
            </a:xfrm>
          </p:grpSpPr>
          <p:sp>
            <p:nvSpPr>
              <p:cNvPr id="12940" name="Google Shape;12940;p4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41" name="Google Shape;12941;p47"/>
              <p:cNvGrpSpPr/>
              <p:nvPr/>
            </p:nvGrpSpPr>
            <p:grpSpPr>
              <a:xfrm>
                <a:off x="2600284" y="3808654"/>
                <a:ext cx="234506" cy="138010"/>
                <a:chOff x="2600284" y="3808654"/>
                <a:chExt cx="234506" cy="138010"/>
              </a:xfrm>
            </p:grpSpPr>
            <p:sp>
              <p:nvSpPr>
                <p:cNvPr id="12942" name="Google Shape;12942;p4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943" name="Google Shape;12943;p4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12944" name="Google Shape;12944;p47"/>
              <p:cNvGrpSpPr/>
              <p:nvPr/>
            </p:nvGrpSpPr>
            <p:grpSpPr>
              <a:xfrm>
                <a:off x="3359659" y="3805664"/>
                <a:ext cx="232294" cy="141000"/>
                <a:chOff x="3359659" y="3805664"/>
                <a:chExt cx="232294" cy="141000"/>
              </a:xfrm>
            </p:grpSpPr>
            <p:sp>
              <p:nvSpPr>
                <p:cNvPr id="12945" name="Google Shape;12945;p4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946" name="Google Shape;12946;p4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12947" name="Google Shape;12947;p47"/>
              <p:cNvGrpSpPr/>
              <p:nvPr/>
            </p:nvGrpSpPr>
            <p:grpSpPr>
              <a:xfrm>
                <a:off x="3067316" y="3711366"/>
                <a:ext cx="66900" cy="166810"/>
                <a:chOff x="3067316" y="3711366"/>
                <a:chExt cx="66900" cy="166810"/>
              </a:xfrm>
            </p:grpSpPr>
            <p:sp>
              <p:nvSpPr>
                <p:cNvPr id="12948" name="Google Shape;12948;p4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949" name="Google Shape;12949;p4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12950" name="Google Shape;12950;p47"/>
              <p:cNvGrpSpPr/>
              <p:nvPr/>
            </p:nvGrpSpPr>
            <p:grpSpPr>
              <a:xfrm>
                <a:off x="2413923" y="4058666"/>
                <a:ext cx="224119" cy="66900"/>
                <a:chOff x="2413923" y="4058666"/>
                <a:chExt cx="224119" cy="66900"/>
              </a:xfrm>
            </p:grpSpPr>
            <p:sp>
              <p:nvSpPr>
                <p:cNvPr id="12951" name="Google Shape;12951;p4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952" name="Google Shape;12952;p4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12953" name="Google Shape;12953;p47"/>
              <p:cNvGrpSpPr/>
              <p:nvPr/>
            </p:nvGrpSpPr>
            <p:grpSpPr>
              <a:xfrm>
                <a:off x="3564643" y="4058666"/>
                <a:ext cx="223397" cy="66900"/>
                <a:chOff x="3564643" y="4058666"/>
                <a:chExt cx="223397" cy="66900"/>
              </a:xfrm>
            </p:grpSpPr>
            <p:sp>
              <p:nvSpPr>
                <p:cNvPr id="12954" name="Google Shape;12954;p4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955" name="Google Shape;12955;p4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grpSp>
          <p:nvGrpSpPr>
            <p:cNvPr id="12956" name="Google Shape;12956;p47"/>
            <p:cNvGrpSpPr/>
            <p:nvPr/>
          </p:nvGrpSpPr>
          <p:grpSpPr>
            <a:xfrm>
              <a:off x="2633353" y="3965763"/>
              <a:ext cx="933975" cy="445687"/>
              <a:chOff x="2633353" y="3965763"/>
              <a:chExt cx="933975" cy="445687"/>
            </a:xfrm>
          </p:grpSpPr>
          <p:sp>
            <p:nvSpPr>
              <p:cNvPr id="12957" name="Google Shape;12957;p4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8" name="Google Shape;12958;p4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959" name="Google Shape;12959;p47"/>
          <p:cNvGrpSpPr/>
          <p:nvPr/>
        </p:nvGrpSpPr>
        <p:grpSpPr>
          <a:xfrm>
            <a:off x="6410784" y="1264884"/>
            <a:ext cx="1131087" cy="587383"/>
            <a:chOff x="238125" y="999450"/>
            <a:chExt cx="7140700" cy="3708225"/>
          </a:xfrm>
        </p:grpSpPr>
        <p:sp>
          <p:nvSpPr>
            <p:cNvPr id="12960" name="Google Shape;12960;p4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1" name="Google Shape;12961;p4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2" name="Google Shape;12962;p4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3" name="Google Shape;12963;p4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4" name="Google Shape;12964;p4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5" name="Google Shape;12965;p4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6" name="Google Shape;12966;p4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7" name="Google Shape;12967;p4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8" name="Google Shape;12968;p4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69" name="Google Shape;12969;p47"/>
          <p:cNvGrpSpPr/>
          <p:nvPr/>
        </p:nvGrpSpPr>
        <p:grpSpPr>
          <a:xfrm>
            <a:off x="3762234" y="3714379"/>
            <a:ext cx="1375853" cy="678131"/>
            <a:chOff x="3913765" y="3641905"/>
            <a:chExt cx="1522804" cy="750560"/>
          </a:xfrm>
        </p:grpSpPr>
        <p:grpSp>
          <p:nvGrpSpPr>
            <p:cNvPr id="12970" name="Google Shape;12970;p47"/>
            <p:cNvGrpSpPr/>
            <p:nvPr/>
          </p:nvGrpSpPr>
          <p:grpSpPr>
            <a:xfrm>
              <a:off x="3913765" y="3997002"/>
              <a:ext cx="1522804" cy="395463"/>
              <a:chOff x="3913765" y="3997002"/>
              <a:chExt cx="1522804" cy="395463"/>
            </a:xfrm>
          </p:grpSpPr>
          <p:grpSp>
            <p:nvGrpSpPr>
              <p:cNvPr id="12971" name="Google Shape;12971;p47"/>
              <p:cNvGrpSpPr/>
              <p:nvPr/>
            </p:nvGrpSpPr>
            <p:grpSpPr>
              <a:xfrm>
                <a:off x="3913765" y="4138659"/>
                <a:ext cx="507602" cy="253806"/>
                <a:chOff x="3913765" y="4138659"/>
                <a:chExt cx="507602" cy="253806"/>
              </a:xfrm>
            </p:grpSpPr>
            <p:sp>
              <p:nvSpPr>
                <p:cNvPr id="12972" name="Google Shape;12972;p4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3" name="Google Shape;12973;p4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rgbClr val="000000"/>
                      </a:solidFill>
                      <a:latin typeface="Arial"/>
                      <a:ea typeface="Arial"/>
                      <a:cs typeface="Arial"/>
                      <a:sym typeface="Arial"/>
                    </a:rPr>
                    <a:t>     </a:t>
                  </a:r>
                  <a:endParaRPr b="0" i="0" sz="1400" u="none" cap="none" strike="noStrike">
                    <a:solidFill>
                      <a:srgbClr val="000000"/>
                    </a:solidFill>
                    <a:latin typeface="Arial"/>
                    <a:ea typeface="Arial"/>
                    <a:cs typeface="Arial"/>
                    <a:sym typeface="Arial"/>
                  </a:endParaRPr>
                </a:p>
              </p:txBody>
            </p:sp>
          </p:grpSp>
          <p:grpSp>
            <p:nvGrpSpPr>
              <p:cNvPr id="12974" name="Google Shape;12974;p47"/>
              <p:cNvGrpSpPr/>
              <p:nvPr/>
            </p:nvGrpSpPr>
            <p:grpSpPr>
              <a:xfrm>
                <a:off x="4421361" y="3997002"/>
                <a:ext cx="507618" cy="395463"/>
                <a:chOff x="4421361" y="3997002"/>
                <a:chExt cx="507618" cy="395463"/>
              </a:xfrm>
            </p:grpSpPr>
            <p:sp>
              <p:nvSpPr>
                <p:cNvPr id="12975" name="Google Shape;12975;p4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6" name="Google Shape;12976;p4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77" name="Google Shape;12977;p47"/>
              <p:cNvGrpSpPr/>
              <p:nvPr/>
            </p:nvGrpSpPr>
            <p:grpSpPr>
              <a:xfrm>
                <a:off x="4928973" y="4189418"/>
                <a:ext cx="507596" cy="203047"/>
                <a:chOff x="4928973" y="4189418"/>
                <a:chExt cx="507596" cy="203047"/>
              </a:xfrm>
            </p:grpSpPr>
            <p:sp>
              <p:nvSpPr>
                <p:cNvPr id="12978" name="Google Shape;12978;p4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9" name="Google Shape;12979;p4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980" name="Google Shape;12980;p47"/>
            <p:cNvGrpSpPr/>
            <p:nvPr/>
          </p:nvGrpSpPr>
          <p:grpSpPr>
            <a:xfrm>
              <a:off x="4482186" y="3641905"/>
              <a:ext cx="397605" cy="349784"/>
              <a:chOff x="2906375" y="1159725"/>
              <a:chExt cx="1860575" cy="1636800"/>
            </a:xfrm>
          </p:grpSpPr>
          <p:sp>
            <p:nvSpPr>
              <p:cNvPr id="12981" name="Google Shape;12981;p4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2" name="Google Shape;12982;p4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3" name="Google Shape;12983;p4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4" name="Google Shape;12984;p4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985" name="Google Shape;12985;p47"/>
          <p:cNvGrpSpPr/>
          <p:nvPr/>
        </p:nvGrpSpPr>
        <p:grpSpPr>
          <a:xfrm>
            <a:off x="6546943" y="2074305"/>
            <a:ext cx="940737" cy="721067"/>
            <a:chOff x="6599718" y="2068734"/>
            <a:chExt cx="940737" cy="721067"/>
          </a:xfrm>
        </p:grpSpPr>
        <p:sp>
          <p:nvSpPr>
            <p:cNvPr id="12986" name="Google Shape;12986;p4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7" name="Google Shape;12987;p4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8" name="Google Shape;12988;p4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9" name="Google Shape;12989;p4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0" name="Google Shape;12990;p4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1" name="Google Shape;12991;p4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92" name="Google Shape;12992;p47"/>
            <p:cNvGrpSpPr/>
            <p:nvPr/>
          </p:nvGrpSpPr>
          <p:grpSpPr>
            <a:xfrm>
              <a:off x="6836957" y="2068734"/>
              <a:ext cx="461892" cy="721067"/>
              <a:chOff x="6836957" y="2068734"/>
              <a:chExt cx="461892" cy="721067"/>
            </a:xfrm>
          </p:grpSpPr>
          <p:sp>
            <p:nvSpPr>
              <p:cNvPr id="12993" name="Google Shape;12993;p4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4" name="Google Shape;12994;p4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5" name="Google Shape;12995;p4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6" name="Google Shape;12996;p4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7" name="Google Shape;12997;p4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8" name="Google Shape;12998;p4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99" name="Google Shape;12999;p47"/>
              <p:cNvGrpSpPr/>
              <p:nvPr/>
            </p:nvGrpSpPr>
            <p:grpSpPr>
              <a:xfrm>
                <a:off x="6836957" y="2068734"/>
                <a:ext cx="461892" cy="721067"/>
                <a:chOff x="6836957" y="2068734"/>
                <a:chExt cx="461892" cy="721067"/>
              </a:xfrm>
            </p:grpSpPr>
            <p:sp>
              <p:nvSpPr>
                <p:cNvPr id="13000" name="Google Shape;13000;p4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1" name="Google Shape;13001;p4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2" name="Google Shape;13002;p4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3" name="Google Shape;13003;p4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4" name="Google Shape;13004;p4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5" name="Google Shape;13005;p4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6" name="Google Shape;13006;p4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3007" name="Google Shape;13007;p47"/>
          <p:cNvGrpSpPr/>
          <p:nvPr/>
        </p:nvGrpSpPr>
        <p:grpSpPr>
          <a:xfrm>
            <a:off x="2430262" y="2078652"/>
            <a:ext cx="712576" cy="712375"/>
            <a:chOff x="2559249" y="2069323"/>
            <a:chExt cx="685565" cy="685635"/>
          </a:xfrm>
        </p:grpSpPr>
        <p:sp>
          <p:nvSpPr>
            <p:cNvPr id="13008" name="Google Shape;13008;p4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9" name="Google Shape;13009;p4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0" name="Google Shape;13010;p4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1" name="Google Shape;13011;p4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2" name="Google Shape;13012;p4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3" name="Google Shape;13013;p4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4" name="Google Shape;13014;p4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5" name="Google Shape;13015;p4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6" name="Google Shape;13016;p4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7" name="Google Shape;13017;p4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8" name="Google Shape;13018;p4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9" name="Google Shape;13019;p4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0" name="Google Shape;13020;p4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21" name="Google Shape;13021;p47"/>
          <p:cNvGrpSpPr/>
          <p:nvPr/>
        </p:nvGrpSpPr>
        <p:grpSpPr>
          <a:xfrm>
            <a:off x="7612699" y="1191441"/>
            <a:ext cx="845645" cy="711911"/>
            <a:chOff x="951975" y="315800"/>
            <a:chExt cx="5860325" cy="4933550"/>
          </a:xfrm>
        </p:grpSpPr>
        <p:sp>
          <p:nvSpPr>
            <p:cNvPr id="13022" name="Google Shape;13022;p4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3" name="Google Shape;13023;p4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4" name="Google Shape;13024;p4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5" name="Google Shape;13025;p4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6" name="Google Shape;13026;p4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7" name="Google Shape;13027;p4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8" name="Google Shape;13028;p4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9" name="Google Shape;13029;p4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30" name="Google Shape;13030;p47"/>
          <p:cNvGrpSpPr/>
          <p:nvPr/>
        </p:nvGrpSpPr>
        <p:grpSpPr>
          <a:xfrm>
            <a:off x="3709828" y="2927550"/>
            <a:ext cx="1617932" cy="621724"/>
            <a:chOff x="3862800" y="3038525"/>
            <a:chExt cx="1329006" cy="510698"/>
          </a:xfrm>
        </p:grpSpPr>
        <p:sp>
          <p:nvSpPr>
            <p:cNvPr id="13031" name="Google Shape;13031;p4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2" name="Google Shape;13032;p4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033" name="Google Shape;13033;p47"/>
            <p:cNvGrpSpPr/>
            <p:nvPr/>
          </p:nvGrpSpPr>
          <p:grpSpPr>
            <a:xfrm>
              <a:off x="3967075" y="3040337"/>
              <a:ext cx="1019927" cy="402126"/>
              <a:chOff x="3967075" y="3040337"/>
              <a:chExt cx="1019927" cy="402126"/>
            </a:xfrm>
          </p:grpSpPr>
          <p:sp>
            <p:nvSpPr>
              <p:cNvPr id="13034" name="Google Shape;13034;p4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5" name="Google Shape;13035;p4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36" name="Google Shape;13036;p47"/>
            <p:cNvGrpSpPr/>
            <p:nvPr/>
          </p:nvGrpSpPr>
          <p:grpSpPr>
            <a:xfrm>
              <a:off x="4186700" y="3040337"/>
              <a:ext cx="390475" cy="183289"/>
              <a:chOff x="4186700" y="3040337"/>
              <a:chExt cx="390475" cy="183289"/>
            </a:xfrm>
          </p:grpSpPr>
          <p:sp>
            <p:nvSpPr>
              <p:cNvPr id="13037" name="Google Shape;13037;p4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8" name="Google Shape;13038;p4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39" name="Google Shape;13039;p47"/>
            <p:cNvGrpSpPr/>
            <p:nvPr/>
          </p:nvGrpSpPr>
          <p:grpSpPr>
            <a:xfrm>
              <a:off x="4073727" y="3040337"/>
              <a:ext cx="697793" cy="296263"/>
              <a:chOff x="4073727" y="3040337"/>
              <a:chExt cx="697793" cy="296263"/>
            </a:xfrm>
          </p:grpSpPr>
          <p:sp>
            <p:nvSpPr>
              <p:cNvPr id="13040" name="Google Shape;13040;p4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1" name="Google Shape;13041;p4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42" name="Google Shape;13042;p47"/>
            <p:cNvGrpSpPr/>
            <p:nvPr/>
          </p:nvGrpSpPr>
          <p:grpSpPr>
            <a:xfrm>
              <a:off x="3862800" y="3038525"/>
              <a:ext cx="1329006" cy="510698"/>
              <a:chOff x="3862800" y="3038525"/>
              <a:chExt cx="1329006" cy="510698"/>
            </a:xfrm>
          </p:grpSpPr>
          <p:sp>
            <p:nvSpPr>
              <p:cNvPr id="13043" name="Google Shape;13043;p4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4" name="Google Shape;13044;p4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045" name="Google Shape;13045;p47"/>
          <p:cNvGrpSpPr/>
          <p:nvPr/>
        </p:nvGrpSpPr>
        <p:grpSpPr>
          <a:xfrm>
            <a:off x="718150" y="1191441"/>
            <a:ext cx="883205" cy="775176"/>
            <a:chOff x="649648" y="271400"/>
            <a:chExt cx="6215377" cy="5455143"/>
          </a:xfrm>
        </p:grpSpPr>
        <p:sp>
          <p:nvSpPr>
            <p:cNvPr id="13046" name="Google Shape;13046;p4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7" name="Google Shape;13047;p4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8" name="Google Shape;13048;p4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9" name="Google Shape;13049;p4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0" name="Google Shape;13050;p4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1" name="Google Shape;13051;p4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2" name="Google Shape;13052;p4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3" name="Google Shape;13053;p4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4" name="Google Shape;13054;p4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5" name="Google Shape;13055;p4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6" name="Google Shape;13056;p4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7" name="Google Shape;13057;p4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58" name="Google Shape;13058;p47"/>
          <p:cNvGrpSpPr/>
          <p:nvPr/>
        </p:nvGrpSpPr>
        <p:grpSpPr>
          <a:xfrm>
            <a:off x="2326452" y="1191441"/>
            <a:ext cx="767704" cy="815488"/>
            <a:chOff x="2499700" y="1135950"/>
            <a:chExt cx="732402" cy="777989"/>
          </a:xfrm>
        </p:grpSpPr>
        <p:grpSp>
          <p:nvGrpSpPr>
            <p:cNvPr id="13059" name="Google Shape;13059;p47"/>
            <p:cNvGrpSpPr/>
            <p:nvPr/>
          </p:nvGrpSpPr>
          <p:grpSpPr>
            <a:xfrm>
              <a:off x="2499700" y="1135950"/>
              <a:ext cx="732402" cy="694706"/>
              <a:chOff x="2499700" y="1135950"/>
              <a:chExt cx="732402" cy="694706"/>
            </a:xfrm>
          </p:grpSpPr>
          <p:sp>
            <p:nvSpPr>
              <p:cNvPr id="13060" name="Google Shape;13060;p4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1" name="Google Shape;13061;p4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2" name="Google Shape;13062;p4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3" name="Google Shape;13063;p4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4" name="Google Shape;13064;p4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5" name="Google Shape;13065;p4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6" name="Google Shape;13066;p4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7" name="Google Shape;13067;p4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8" name="Google Shape;13068;p4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9" name="Google Shape;13069;p4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0" name="Google Shape;13070;p4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1" name="Google Shape;13071;p4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2" name="Google Shape;13072;p4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3" name="Google Shape;13073;p4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4" name="Google Shape;13074;p4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5" name="Google Shape;13075;p4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6" name="Google Shape;13076;p4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7" name="Google Shape;13077;p4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8" name="Google Shape;13078;p4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9" name="Google Shape;13079;p4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0" name="Google Shape;13080;p4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1" name="Google Shape;13081;p4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2" name="Google Shape;13082;p4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3" name="Google Shape;13083;p4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4" name="Google Shape;13084;p4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5" name="Google Shape;13085;p4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6" name="Google Shape;13086;p4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87" name="Google Shape;13087;p47"/>
            <p:cNvGrpSpPr/>
            <p:nvPr/>
          </p:nvGrpSpPr>
          <p:grpSpPr>
            <a:xfrm>
              <a:off x="2517909" y="1188726"/>
              <a:ext cx="702702" cy="725213"/>
              <a:chOff x="2517909" y="1188726"/>
              <a:chExt cx="702702" cy="725213"/>
            </a:xfrm>
          </p:grpSpPr>
          <p:sp>
            <p:nvSpPr>
              <p:cNvPr id="13088" name="Google Shape;13088;p4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9" name="Google Shape;13089;p4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0" name="Google Shape;13090;p4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1" name="Google Shape;13091;p4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2" name="Google Shape;13092;p4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093" name="Google Shape;13093;p47"/>
          <p:cNvGrpSpPr/>
          <p:nvPr/>
        </p:nvGrpSpPr>
        <p:grpSpPr>
          <a:xfrm>
            <a:off x="1672184" y="1191441"/>
            <a:ext cx="583439" cy="870229"/>
            <a:chOff x="1716825" y="1121550"/>
            <a:chExt cx="622800" cy="928938"/>
          </a:xfrm>
        </p:grpSpPr>
        <p:grpSp>
          <p:nvGrpSpPr>
            <p:cNvPr id="13094" name="Google Shape;13094;p47"/>
            <p:cNvGrpSpPr/>
            <p:nvPr/>
          </p:nvGrpSpPr>
          <p:grpSpPr>
            <a:xfrm>
              <a:off x="1716825" y="1121550"/>
              <a:ext cx="622800" cy="928938"/>
              <a:chOff x="1716825" y="1121550"/>
              <a:chExt cx="622800" cy="928938"/>
            </a:xfrm>
          </p:grpSpPr>
          <p:cxnSp>
            <p:nvCxnSpPr>
              <p:cNvPr id="13095" name="Google Shape;13095;p47"/>
              <p:cNvCxnSpPr/>
              <p:nvPr/>
            </p:nvCxnSpPr>
            <p:spPr>
              <a:xfrm>
                <a:off x="1954750" y="1738188"/>
                <a:ext cx="0" cy="312300"/>
              </a:xfrm>
              <a:prstGeom prst="straightConnector1">
                <a:avLst/>
              </a:prstGeom>
              <a:noFill/>
              <a:ln cap="flat" cmpd="sng" w="9525">
                <a:solidFill>
                  <a:srgbClr val="213B55"/>
                </a:solidFill>
                <a:prstDash val="solid"/>
                <a:round/>
                <a:headEnd len="sm" w="sm" type="none"/>
                <a:tailEnd len="sm" w="sm" type="none"/>
              </a:ln>
            </p:spPr>
          </p:cxnSp>
          <p:sp>
            <p:nvSpPr>
              <p:cNvPr id="13096" name="Google Shape;13096;p4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97" name="Google Shape;13097;p47"/>
            <p:cNvGrpSpPr/>
            <p:nvPr/>
          </p:nvGrpSpPr>
          <p:grpSpPr>
            <a:xfrm>
              <a:off x="1768050" y="1172775"/>
              <a:ext cx="520200" cy="832000"/>
              <a:chOff x="1768050" y="1172775"/>
              <a:chExt cx="520200" cy="832000"/>
            </a:xfrm>
          </p:grpSpPr>
          <p:cxnSp>
            <p:nvCxnSpPr>
              <p:cNvPr id="13098" name="Google Shape;13098;p47"/>
              <p:cNvCxnSpPr/>
              <p:nvPr/>
            </p:nvCxnSpPr>
            <p:spPr>
              <a:xfrm>
                <a:off x="2003025" y="1692475"/>
                <a:ext cx="0" cy="312300"/>
              </a:xfrm>
              <a:prstGeom prst="straightConnector1">
                <a:avLst/>
              </a:prstGeom>
              <a:noFill/>
              <a:ln cap="flat" cmpd="sng" w="9525">
                <a:solidFill>
                  <a:srgbClr val="667E92"/>
                </a:solidFill>
                <a:prstDash val="solid"/>
                <a:round/>
                <a:headEnd len="sm" w="sm" type="none"/>
                <a:tailEnd len="sm" w="sm" type="none"/>
              </a:ln>
            </p:spPr>
          </p:cxnSp>
          <p:sp>
            <p:nvSpPr>
              <p:cNvPr id="13099" name="Google Shape;13099;p4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0" name="Google Shape;13100;p47"/>
            <p:cNvGrpSpPr/>
            <p:nvPr/>
          </p:nvGrpSpPr>
          <p:grpSpPr>
            <a:xfrm>
              <a:off x="1820100" y="1225475"/>
              <a:ext cx="416400" cy="729575"/>
              <a:chOff x="1820100" y="1225475"/>
              <a:chExt cx="416400" cy="729575"/>
            </a:xfrm>
          </p:grpSpPr>
          <p:cxnSp>
            <p:nvCxnSpPr>
              <p:cNvPr id="13101" name="Google Shape;13101;p47"/>
              <p:cNvCxnSpPr/>
              <p:nvPr/>
            </p:nvCxnSpPr>
            <p:spPr>
              <a:xfrm>
                <a:off x="2051300" y="1642750"/>
                <a:ext cx="0" cy="312300"/>
              </a:xfrm>
              <a:prstGeom prst="straightConnector1">
                <a:avLst/>
              </a:prstGeom>
              <a:noFill/>
              <a:ln cap="flat" cmpd="sng" w="9525">
                <a:solidFill>
                  <a:srgbClr val="445D73"/>
                </a:solidFill>
                <a:prstDash val="solid"/>
                <a:round/>
                <a:headEnd len="sm" w="sm" type="none"/>
                <a:tailEnd len="sm" w="sm" type="none"/>
              </a:ln>
            </p:spPr>
          </p:cxnSp>
          <p:sp>
            <p:nvSpPr>
              <p:cNvPr id="13102" name="Google Shape;13102;p4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3" name="Google Shape;13103;p47"/>
            <p:cNvGrpSpPr/>
            <p:nvPr/>
          </p:nvGrpSpPr>
          <p:grpSpPr>
            <a:xfrm>
              <a:off x="1874250" y="1278825"/>
              <a:ext cx="308100" cy="605275"/>
              <a:chOff x="1874250" y="1278825"/>
              <a:chExt cx="308100" cy="605275"/>
            </a:xfrm>
          </p:grpSpPr>
          <p:cxnSp>
            <p:nvCxnSpPr>
              <p:cNvPr id="13104" name="Google Shape;13104;p47"/>
              <p:cNvCxnSpPr/>
              <p:nvPr/>
            </p:nvCxnSpPr>
            <p:spPr>
              <a:xfrm>
                <a:off x="2099575" y="1571800"/>
                <a:ext cx="0" cy="312300"/>
              </a:xfrm>
              <a:prstGeom prst="straightConnector1">
                <a:avLst/>
              </a:prstGeom>
              <a:noFill/>
              <a:ln cap="flat" cmpd="sng" w="9525">
                <a:solidFill>
                  <a:srgbClr val="E3E9ED"/>
                </a:solidFill>
                <a:prstDash val="solid"/>
                <a:round/>
                <a:headEnd len="sm" w="sm" type="none"/>
                <a:tailEnd len="sm" w="sm" type="none"/>
              </a:ln>
            </p:spPr>
          </p:cxnSp>
          <p:sp>
            <p:nvSpPr>
              <p:cNvPr id="13105" name="Google Shape;13105;p4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106" name="Google Shape;13106;p4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7" name="Google Shape;13107;p47"/>
          <p:cNvGrpSpPr/>
          <p:nvPr/>
        </p:nvGrpSpPr>
        <p:grpSpPr>
          <a:xfrm>
            <a:off x="1592007" y="2077763"/>
            <a:ext cx="739072" cy="714152"/>
            <a:chOff x="4334725" y="1355875"/>
            <a:chExt cx="3106650" cy="3001900"/>
          </a:xfrm>
        </p:grpSpPr>
        <p:grpSp>
          <p:nvGrpSpPr>
            <p:cNvPr id="13108" name="Google Shape;13108;p47"/>
            <p:cNvGrpSpPr/>
            <p:nvPr/>
          </p:nvGrpSpPr>
          <p:grpSpPr>
            <a:xfrm>
              <a:off x="4516050" y="1724875"/>
              <a:ext cx="2693725" cy="2632900"/>
              <a:chOff x="4516050" y="1724875"/>
              <a:chExt cx="2693725" cy="2632900"/>
            </a:xfrm>
          </p:grpSpPr>
          <p:sp>
            <p:nvSpPr>
              <p:cNvPr id="13109" name="Google Shape;13109;p4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0" name="Google Shape;13110;p4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1" name="Google Shape;13111;p4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12" name="Google Shape;13112;p47"/>
            <p:cNvGrpSpPr/>
            <p:nvPr/>
          </p:nvGrpSpPr>
          <p:grpSpPr>
            <a:xfrm>
              <a:off x="4334725" y="1355875"/>
              <a:ext cx="3106650" cy="2709650"/>
              <a:chOff x="4334725" y="1355875"/>
              <a:chExt cx="3106650" cy="2709650"/>
            </a:xfrm>
          </p:grpSpPr>
          <p:sp>
            <p:nvSpPr>
              <p:cNvPr id="13113" name="Google Shape;13113;p4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4" name="Google Shape;13114;p4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5" name="Google Shape;13115;p4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116" name="Google Shape;13116;p47"/>
          <p:cNvGrpSpPr/>
          <p:nvPr/>
        </p:nvGrpSpPr>
        <p:grpSpPr>
          <a:xfrm>
            <a:off x="7708956" y="3708534"/>
            <a:ext cx="312074" cy="684173"/>
            <a:chOff x="7645573" y="3754300"/>
            <a:chExt cx="293855" cy="644170"/>
          </a:xfrm>
        </p:grpSpPr>
        <p:sp>
          <p:nvSpPr>
            <p:cNvPr id="13117" name="Google Shape;13117;p4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8" name="Google Shape;13118;p4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19" name="Google Shape;13119;p47"/>
          <p:cNvGrpSpPr/>
          <p:nvPr/>
        </p:nvGrpSpPr>
        <p:grpSpPr>
          <a:xfrm>
            <a:off x="5630944" y="1191441"/>
            <a:ext cx="709011" cy="739359"/>
            <a:chOff x="5830645" y="1256617"/>
            <a:chExt cx="530340" cy="553040"/>
          </a:xfrm>
        </p:grpSpPr>
        <p:grpSp>
          <p:nvGrpSpPr>
            <p:cNvPr id="13120" name="Google Shape;13120;p47"/>
            <p:cNvGrpSpPr/>
            <p:nvPr/>
          </p:nvGrpSpPr>
          <p:grpSpPr>
            <a:xfrm>
              <a:off x="5830645" y="1256617"/>
              <a:ext cx="259743" cy="269908"/>
              <a:chOff x="5830645" y="1256617"/>
              <a:chExt cx="259743" cy="269908"/>
            </a:xfrm>
          </p:grpSpPr>
          <p:sp>
            <p:nvSpPr>
              <p:cNvPr id="13121" name="Google Shape;13121;p4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2" name="Google Shape;13122;p4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23" name="Google Shape;13123;p47"/>
            <p:cNvGrpSpPr/>
            <p:nvPr/>
          </p:nvGrpSpPr>
          <p:grpSpPr>
            <a:xfrm>
              <a:off x="6101293" y="1256617"/>
              <a:ext cx="259692" cy="269908"/>
              <a:chOff x="6101293" y="1256617"/>
              <a:chExt cx="259692" cy="269908"/>
            </a:xfrm>
          </p:grpSpPr>
          <p:sp>
            <p:nvSpPr>
              <p:cNvPr id="13124" name="Google Shape;13124;p4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5" name="Google Shape;13125;p4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26" name="Google Shape;13126;p47"/>
            <p:cNvGrpSpPr/>
            <p:nvPr/>
          </p:nvGrpSpPr>
          <p:grpSpPr>
            <a:xfrm>
              <a:off x="5830645" y="1539749"/>
              <a:ext cx="259692" cy="269908"/>
              <a:chOff x="5830645" y="1539749"/>
              <a:chExt cx="259692" cy="269908"/>
            </a:xfrm>
          </p:grpSpPr>
          <p:sp>
            <p:nvSpPr>
              <p:cNvPr id="13127" name="Google Shape;13127;p4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8" name="Google Shape;13128;p4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29" name="Google Shape;13129;p47"/>
            <p:cNvGrpSpPr/>
            <p:nvPr/>
          </p:nvGrpSpPr>
          <p:grpSpPr>
            <a:xfrm>
              <a:off x="6101293" y="1539749"/>
              <a:ext cx="259692" cy="269908"/>
              <a:chOff x="6101293" y="1539749"/>
              <a:chExt cx="259692" cy="269908"/>
            </a:xfrm>
          </p:grpSpPr>
          <p:sp>
            <p:nvSpPr>
              <p:cNvPr id="13130" name="Google Shape;13130;p4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1" name="Google Shape;13131;p4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132" name="Google Shape;13132;p4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33" name="Google Shape;13133;p47"/>
          <p:cNvGrpSpPr/>
          <p:nvPr/>
        </p:nvGrpSpPr>
        <p:grpSpPr>
          <a:xfrm>
            <a:off x="732438" y="2927557"/>
            <a:ext cx="1452955" cy="621361"/>
            <a:chOff x="732422" y="2990152"/>
            <a:chExt cx="1337773" cy="572103"/>
          </a:xfrm>
        </p:grpSpPr>
        <p:sp>
          <p:nvSpPr>
            <p:cNvPr id="13134" name="Google Shape;13134;p4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5" name="Google Shape;13135;p4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6" name="Google Shape;13136;p4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7" name="Google Shape;13137;p4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8" name="Google Shape;13138;p4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9" name="Google Shape;13139;p4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43" name="Shape 13143"/>
        <p:cNvGrpSpPr/>
        <p:nvPr/>
      </p:nvGrpSpPr>
      <p:grpSpPr>
        <a:xfrm>
          <a:off x="0" y="0"/>
          <a:ext cx="0" cy="0"/>
          <a:chOff x="0" y="0"/>
          <a:chExt cx="0" cy="0"/>
        </a:xfrm>
      </p:grpSpPr>
      <p:sp>
        <p:nvSpPr>
          <p:cNvPr id="13144" name="Google Shape;13144;p48"/>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3145" name="Google Shape;13145;p48"/>
          <p:cNvSpPr txBox="1"/>
          <p:nvPr>
            <p:ph idx="4294967295" type="body"/>
          </p:nvPr>
        </p:nvSpPr>
        <p:spPr>
          <a:xfrm>
            <a:off x="828875" y="1610275"/>
            <a:ext cx="75258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3146" name="Google Shape;13146;p48"/>
          <p:cNvGrpSpPr/>
          <p:nvPr/>
        </p:nvGrpSpPr>
        <p:grpSpPr>
          <a:xfrm>
            <a:off x="866243" y="2291587"/>
            <a:ext cx="415546" cy="355053"/>
            <a:chOff x="866243" y="2291587"/>
            <a:chExt cx="415546" cy="355053"/>
          </a:xfrm>
        </p:grpSpPr>
        <p:sp>
          <p:nvSpPr>
            <p:cNvPr id="13147" name="Google Shape;13147;p4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8" name="Google Shape;13148;p4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9" name="Google Shape;13149;p4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0" name="Google Shape;13150;p4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1" name="Google Shape;13151;p4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152" name="Google Shape;13152;p48"/>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153" name="Google Shape;13153;p48"/>
          <p:cNvGrpSpPr/>
          <p:nvPr/>
        </p:nvGrpSpPr>
        <p:grpSpPr>
          <a:xfrm>
            <a:off x="1958520" y="2302574"/>
            <a:ext cx="359213" cy="327807"/>
            <a:chOff x="1958520" y="2302574"/>
            <a:chExt cx="359213" cy="327807"/>
          </a:xfrm>
        </p:grpSpPr>
        <p:sp>
          <p:nvSpPr>
            <p:cNvPr id="13154" name="Google Shape;13154;p4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5" name="Google Shape;13155;p4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6" name="Google Shape;13156;p4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57" name="Google Shape;13157;p48"/>
          <p:cNvGrpSpPr/>
          <p:nvPr/>
        </p:nvGrpSpPr>
        <p:grpSpPr>
          <a:xfrm>
            <a:off x="2579882" y="2287427"/>
            <a:ext cx="207582" cy="359594"/>
            <a:chOff x="2656082" y="2287427"/>
            <a:chExt cx="207582" cy="359594"/>
          </a:xfrm>
        </p:grpSpPr>
        <p:sp>
          <p:nvSpPr>
            <p:cNvPr id="13158" name="Google Shape;13158;p4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9" name="Google Shape;13159;p4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0" name="Google Shape;13160;p4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1" name="Google Shape;13161;p4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62" name="Google Shape;13162;p48"/>
          <p:cNvGrpSpPr/>
          <p:nvPr/>
        </p:nvGrpSpPr>
        <p:grpSpPr>
          <a:xfrm>
            <a:off x="3049653" y="2321468"/>
            <a:ext cx="362992" cy="290018"/>
            <a:chOff x="3049653" y="2321468"/>
            <a:chExt cx="362992" cy="290018"/>
          </a:xfrm>
        </p:grpSpPr>
        <p:sp>
          <p:nvSpPr>
            <p:cNvPr id="13163" name="Google Shape;13163;p4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4" name="Google Shape;13164;p4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5" name="Google Shape;13165;p4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6" name="Google Shape;13166;p4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67" name="Google Shape;13167;p48"/>
          <p:cNvGrpSpPr/>
          <p:nvPr/>
        </p:nvGrpSpPr>
        <p:grpSpPr>
          <a:xfrm>
            <a:off x="3564243" y="2289904"/>
            <a:ext cx="422341" cy="355243"/>
            <a:chOff x="3564243" y="2289904"/>
            <a:chExt cx="422341" cy="355243"/>
          </a:xfrm>
        </p:grpSpPr>
        <p:sp>
          <p:nvSpPr>
            <p:cNvPr id="13168" name="Google Shape;13168;p4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9" name="Google Shape;13169;p4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0" name="Google Shape;13170;p4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1" name="Google Shape;13171;p4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2" name="Google Shape;13172;p4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173" name="Google Shape;13173;p48"/>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174" name="Google Shape;13174;p48"/>
          <p:cNvGrpSpPr/>
          <p:nvPr/>
        </p:nvGrpSpPr>
        <p:grpSpPr>
          <a:xfrm>
            <a:off x="4687894" y="2289713"/>
            <a:ext cx="359594" cy="353909"/>
            <a:chOff x="4687894" y="2289713"/>
            <a:chExt cx="359594" cy="353909"/>
          </a:xfrm>
        </p:grpSpPr>
        <p:sp>
          <p:nvSpPr>
            <p:cNvPr id="13175" name="Google Shape;13175;p4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6" name="Google Shape;13176;p4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7" name="Google Shape;13177;p4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178" name="Google Shape;13178;p48"/>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179" name="Google Shape;13179;p48"/>
          <p:cNvGrpSpPr/>
          <p:nvPr/>
        </p:nvGrpSpPr>
        <p:grpSpPr>
          <a:xfrm>
            <a:off x="6372624" y="2308227"/>
            <a:ext cx="263567" cy="317614"/>
            <a:chOff x="6421399" y="2308227"/>
            <a:chExt cx="263567" cy="317614"/>
          </a:xfrm>
        </p:grpSpPr>
        <p:sp>
          <p:nvSpPr>
            <p:cNvPr id="13180" name="Google Shape;13180;p4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1" name="Google Shape;13181;p4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2" name="Google Shape;13182;p4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3" name="Google Shape;13183;p4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84" name="Google Shape;13184;p48"/>
          <p:cNvGrpSpPr/>
          <p:nvPr/>
        </p:nvGrpSpPr>
        <p:grpSpPr>
          <a:xfrm>
            <a:off x="6870193" y="2295620"/>
            <a:ext cx="360356" cy="343462"/>
            <a:chOff x="6870193" y="2295620"/>
            <a:chExt cx="360356" cy="343462"/>
          </a:xfrm>
        </p:grpSpPr>
        <p:sp>
          <p:nvSpPr>
            <p:cNvPr id="13185" name="Google Shape;13185;p4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6" name="Google Shape;13186;p4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87" name="Google Shape;13187;p48"/>
          <p:cNvGrpSpPr/>
          <p:nvPr/>
        </p:nvGrpSpPr>
        <p:grpSpPr>
          <a:xfrm>
            <a:off x="7441465" y="2302860"/>
            <a:ext cx="342192" cy="327140"/>
            <a:chOff x="7441465" y="2302860"/>
            <a:chExt cx="342192" cy="327140"/>
          </a:xfrm>
        </p:grpSpPr>
        <p:sp>
          <p:nvSpPr>
            <p:cNvPr id="13188" name="Google Shape;13188;p4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9" name="Google Shape;13189;p4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90" name="Google Shape;13190;p48"/>
          <p:cNvGrpSpPr/>
          <p:nvPr/>
        </p:nvGrpSpPr>
        <p:grpSpPr>
          <a:xfrm>
            <a:off x="7989683" y="2350207"/>
            <a:ext cx="332761" cy="234066"/>
            <a:chOff x="7989683" y="2350207"/>
            <a:chExt cx="332761" cy="234066"/>
          </a:xfrm>
        </p:grpSpPr>
        <p:sp>
          <p:nvSpPr>
            <p:cNvPr id="13191" name="Google Shape;13191;p4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2" name="Google Shape;13192;p4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3" name="Google Shape;13193;p4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4" name="Google Shape;13194;p4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5" name="Google Shape;13195;p4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6" name="Google Shape;13196;p4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97" name="Google Shape;13197;p48"/>
          <p:cNvGrpSpPr/>
          <p:nvPr/>
        </p:nvGrpSpPr>
        <p:grpSpPr>
          <a:xfrm>
            <a:off x="5823294" y="2309751"/>
            <a:ext cx="315327" cy="314978"/>
            <a:chOff x="5823294" y="2309751"/>
            <a:chExt cx="315327" cy="314978"/>
          </a:xfrm>
        </p:grpSpPr>
        <p:sp>
          <p:nvSpPr>
            <p:cNvPr id="13198" name="Google Shape;13198;p4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9" name="Google Shape;13199;p4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0" name="Google Shape;13200;p4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1" name="Google Shape;13201;p4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2" name="Google Shape;13202;p4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3" name="Google Shape;13203;p4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4" name="Google Shape;13204;p4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5" name="Google Shape;13205;p4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6" name="Google Shape;13206;p4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7" name="Google Shape;13207;p4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8" name="Google Shape;13208;p4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9" name="Google Shape;13209;p4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0" name="Google Shape;13210;p4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1" name="Google Shape;13211;p4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2" name="Google Shape;13212;p4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3" name="Google Shape;13213;p4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4" name="Google Shape;13214;p4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15" name="Google Shape;13215;p48"/>
          <p:cNvGrpSpPr/>
          <p:nvPr/>
        </p:nvGrpSpPr>
        <p:grpSpPr>
          <a:xfrm>
            <a:off x="2497275" y="2744159"/>
            <a:ext cx="370930" cy="370550"/>
            <a:chOff x="2497275" y="2744159"/>
            <a:chExt cx="370930" cy="370550"/>
          </a:xfrm>
        </p:grpSpPr>
        <p:sp>
          <p:nvSpPr>
            <p:cNvPr id="13216" name="Google Shape;13216;p4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7" name="Google Shape;13217;p4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8" name="Google Shape;13218;p4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9" name="Google Shape;13219;p4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0" name="Google Shape;13220;p4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1" name="Google Shape;13221;p4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22" name="Google Shape;13222;p48"/>
          <p:cNvGrpSpPr/>
          <p:nvPr/>
        </p:nvGrpSpPr>
        <p:grpSpPr>
          <a:xfrm>
            <a:off x="860940" y="2746477"/>
            <a:ext cx="371883" cy="365691"/>
            <a:chOff x="860940" y="2746477"/>
            <a:chExt cx="371883" cy="365691"/>
          </a:xfrm>
        </p:grpSpPr>
        <p:sp>
          <p:nvSpPr>
            <p:cNvPr id="13223" name="Google Shape;13223;p4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4" name="Google Shape;13224;p4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5" name="Google Shape;13225;p4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6" name="Google Shape;13226;p4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7" name="Google Shape;13227;p4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28" name="Google Shape;13228;p48"/>
          <p:cNvGrpSpPr/>
          <p:nvPr/>
        </p:nvGrpSpPr>
        <p:grpSpPr>
          <a:xfrm>
            <a:off x="1493849" y="2775533"/>
            <a:ext cx="283985" cy="341080"/>
            <a:chOff x="1493849" y="2775533"/>
            <a:chExt cx="283985" cy="341080"/>
          </a:xfrm>
        </p:grpSpPr>
        <p:sp>
          <p:nvSpPr>
            <p:cNvPr id="13229" name="Google Shape;13229;p4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0" name="Google Shape;13230;p4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31" name="Google Shape;13231;p48"/>
          <p:cNvGrpSpPr/>
          <p:nvPr/>
        </p:nvGrpSpPr>
        <p:grpSpPr>
          <a:xfrm>
            <a:off x="1952836" y="2774422"/>
            <a:ext cx="372835" cy="342573"/>
            <a:chOff x="1952836" y="2774422"/>
            <a:chExt cx="372835" cy="342573"/>
          </a:xfrm>
        </p:grpSpPr>
        <p:sp>
          <p:nvSpPr>
            <p:cNvPr id="13232" name="Google Shape;13232;p4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3" name="Google Shape;13233;p4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4" name="Google Shape;13234;p4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35" name="Google Shape;13235;p48"/>
          <p:cNvGrpSpPr/>
          <p:nvPr/>
        </p:nvGrpSpPr>
        <p:grpSpPr>
          <a:xfrm>
            <a:off x="3079916" y="2744477"/>
            <a:ext cx="332729" cy="372518"/>
            <a:chOff x="3079916" y="2744477"/>
            <a:chExt cx="332729" cy="372518"/>
          </a:xfrm>
        </p:grpSpPr>
        <p:sp>
          <p:nvSpPr>
            <p:cNvPr id="13236" name="Google Shape;13236;p4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7" name="Google Shape;13237;p4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8" name="Google Shape;13238;p4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39" name="Google Shape;13239;p48"/>
          <p:cNvGrpSpPr/>
          <p:nvPr/>
        </p:nvGrpSpPr>
        <p:grpSpPr>
          <a:xfrm>
            <a:off x="3620576" y="2745525"/>
            <a:ext cx="336890" cy="355592"/>
            <a:chOff x="3620576" y="2745525"/>
            <a:chExt cx="336890" cy="355592"/>
          </a:xfrm>
        </p:grpSpPr>
        <p:sp>
          <p:nvSpPr>
            <p:cNvPr id="13240" name="Google Shape;13240;p4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1" name="Google Shape;13241;p4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42" name="Google Shape;13242;p48"/>
          <p:cNvGrpSpPr/>
          <p:nvPr/>
        </p:nvGrpSpPr>
        <p:grpSpPr>
          <a:xfrm>
            <a:off x="4126815" y="2760704"/>
            <a:ext cx="380393" cy="363118"/>
            <a:chOff x="4126815" y="2760704"/>
            <a:chExt cx="380393" cy="363118"/>
          </a:xfrm>
        </p:grpSpPr>
        <p:sp>
          <p:nvSpPr>
            <p:cNvPr id="13243" name="Google Shape;13243;p4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4" name="Google Shape;13244;p4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5" name="Google Shape;13245;p4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6" name="Google Shape;13246;p4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47" name="Google Shape;13247;p48"/>
          <p:cNvGrpSpPr/>
          <p:nvPr/>
        </p:nvGrpSpPr>
        <p:grpSpPr>
          <a:xfrm>
            <a:off x="4675986" y="2745684"/>
            <a:ext cx="381346" cy="368644"/>
            <a:chOff x="4675986" y="2745684"/>
            <a:chExt cx="381346" cy="368644"/>
          </a:xfrm>
        </p:grpSpPr>
        <p:sp>
          <p:nvSpPr>
            <p:cNvPr id="13248" name="Google Shape;13248;p4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9" name="Google Shape;13249;p4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50" name="Google Shape;13250;p48"/>
          <p:cNvGrpSpPr/>
          <p:nvPr/>
        </p:nvGrpSpPr>
        <p:grpSpPr>
          <a:xfrm>
            <a:off x="5220616" y="2791061"/>
            <a:ext cx="373185" cy="302466"/>
            <a:chOff x="5220616" y="2791061"/>
            <a:chExt cx="373185" cy="302466"/>
          </a:xfrm>
        </p:grpSpPr>
        <p:sp>
          <p:nvSpPr>
            <p:cNvPr id="13251" name="Google Shape;13251;p4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2" name="Google Shape;13252;p4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3" name="Google Shape;13253;p4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4" name="Google Shape;13254;p4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5" name="Google Shape;13255;p4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6" name="Google Shape;13256;p4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7" name="Google Shape;13257;p4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8" name="Google Shape;13258;p4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9" name="Google Shape;13259;p4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0" name="Google Shape;13260;p4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1" name="Google Shape;13261;p4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2" name="Google Shape;13262;p4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3" name="Google Shape;13263;p4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4" name="Google Shape;13264;p4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5" name="Google Shape;13265;p4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6" name="Google Shape;13266;p4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7" name="Google Shape;13267;p4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8" name="Google Shape;13268;p4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69" name="Google Shape;13269;p48"/>
          <p:cNvGrpSpPr/>
          <p:nvPr/>
        </p:nvGrpSpPr>
        <p:grpSpPr>
          <a:xfrm>
            <a:off x="5788661" y="2772517"/>
            <a:ext cx="284366" cy="344097"/>
            <a:chOff x="5864861" y="2772517"/>
            <a:chExt cx="284366" cy="344097"/>
          </a:xfrm>
        </p:grpSpPr>
        <p:sp>
          <p:nvSpPr>
            <p:cNvPr id="13270" name="Google Shape;13270;p4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1" name="Google Shape;13271;p4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2" name="Google Shape;13272;p4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3" name="Google Shape;13273;p4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4" name="Google Shape;13274;p4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5" name="Google Shape;13275;p4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76" name="Google Shape;13276;p48"/>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77" name="Google Shape;13277;p48"/>
          <p:cNvGrpSpPr/>
          <p:nvPr/>
        </p:nvGrpSpPr>
        <p:grpSpPr>
          <a:xfrm>
            <a:off x="6974158" y="2789537"/>
            <a:ext cx="255247" cy="327458"/>
            <a:chOff x="6974158" y="2789537"/>
            <a:chExt cx="255247" cy="327458"/>
          </a:xfrm>
        </p:grpSpPr>
        <p:sp>
          <p:nvSpPr>
            <p:cNvPr id="13278" name="Google Shape;13278;p4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9" name="Google Shape;13279;p4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0" name="Google Shape;13280;p4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1" name="Google Shape;13281;p4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2" name="Google Shape;13282;p4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3" name="Google Shape;13283;p4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84" name="Google Shape;13284;p48"/>
          <p:cNvGrpSpPr/>
          <p:nvPr/>
        </p:nvGrpSpPr>
        <p:grpSpPr>
          <a:xfrm>
            <a:off x="7530697" y="2790299"/>
            <a:ext cx="244291" cy="326314"/>
            <a:chOff x="7530697" y="2790299"/>
            <a:chExt cx="244291" cy="326314"/>
          </a:xfrm>
        </p:grpSpPr>
        <p:sp>
          <p:nvSpPr>
            <p:cNvPr id="13285" name="Google Shape;13285;p4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6" name="Google Shape;13286;p4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7" name="Google Shape;13287;p4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8" name="Google Shape;13288;p4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9" name="Google Shape;13289;p4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0" name="Google Shape;13290;p4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91" name="Google Shape;13291;p48"/>
          <p:cNvGrpSpPr/>
          <p:nvPr/>
        </p:nvGrpSpPr>
        <p:grpSpPr>
          <a:xfrm>
            <a:off x="7988191" y="2832248"/>
            <a:ext cx="332348" cy="283985"/>
            <a:chOff x="7988191" y="2832248"/>
            <a:chExt cx="332348" cy="283985"/>
          </a:xfrm>
        </p:grpSpPr>
        <p:sp>
          <p:nvSpPr>
            <p:cNvPr id="13292" name="Google Shape;13292;p4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3" name="Google Shape;13293;p4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4" name="Google Shape;13294;p4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95" name="Google Shape;13295;p48"/>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96" name="Google Shape;13296;p48"/>
          <p:cNvGrpSpPr/>
          <p:nvPr/>
        </p:nvGrpSpPr>
        <p:grpSpPr>
          <a:xfrm>
            <a:off x="3588440" y="3258368"/>
            <a:ext cx="364484" cy="262423"/>
            <a:chOff x="3588440" y="3258368"/>
            <a:chExt cx="364484" cy="262423"/>
          </a:xfrm>
        </p:grpSpPr>
        <p:sp>
          <p:nvSpPr>
            <p:cNvPr id="13297" name="Google Shape;13297;p4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8" name="Google Shape;13298;p4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9" name="Google Shape;13299;p4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0" name="Google Shape;13300;p4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1" name="Google Shape;13301;p4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2" name="Google Shape;13302;p4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03" name="Google Shape;13303;p48"/>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04" name="Google Shape;13304;p48"/>
          <p:cNvGrpSpPr/>
          <p:nvPr/>
        </p:nvGrpSpPr>
        <p:grpSpPr>
          <a:xfrm>
            <a:off x="5765817" y="3227724"/>
            <a:ext cx="364865" cy="324822"/>
            <a:chOff x="5765817" y="3227724"/>
            <a:chExt cx="364865" cy="324822"/>
          </a:xfrm>
        </p:grpSpPr>
        <p:sp>
          <p:nvSpPr>
            <p:cNvPr id="13305" name="Google Shape;13305;p4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6" name="Google Shape;13306;p4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7" name="Google Shape;13307;p4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08" name="Google Shape;13308;p48"/>
          <p:cNvGrpSpPr/>
          <p:nvPr/>
        </p:nvGrpSpPr>
        <p:grpSpPr>
          <a:xfrm>
            <a:off x="6228583" y="3237664"/>
            <a:ext cx="446539" cy="303895"/>
            <a:chOff x="6228583" y="3237664"/>
            <a:chExt cx="446539" cy="303895"/>
          </a:xfrm>
        </p:grpSpPr>
        <p:sp>
          <p:nvSpPr>
            <p:cNvPr id="13309" name="Google Shape;13309;p4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0" name="Google Shape;13310;p4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1" name="Google Shape;13311;p4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2" name="Google Shape;13312;p4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3" name="Google Shape;13313;p4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4" name="Google Shape;13314;p4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5" name="Google Shape;13315;p4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6" name="Google Shape;13316;p4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7" name="Google Shape;13317;p4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8" name="Google Shape;13318;p4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9" name="Google Shape;13319;p4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0" name="Google Shape;13320;p4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1" name="Google Shape;13321;p4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2" name="Google Shape;13322;p4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3" name="Google Shape;13323;p4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4" name="Google Shape;13324;p4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5" name="Google Shape;13325;p4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26" name="Google Shape;13326;p48"/>
          <p:cNvGrpSpPr/>
          <p:nvPr/>
        </p:nvGrpSpPr>
        <p:grpSpPr>
          <a:xfrm>
            <a:off x="865862" y="3207306"/>
            <a:ext cx="364483" cy="364896"/>
            <a:chOff x="865862" y="3207306"/>
            <a:chExt cx="364483" cy="364896"/>
          </a:xfrm>
        </p:grpSpPr>
        <p:sp>
          <p:nvSpPr>
            <p:cNvPr id="13327" name="Google Shape;13327;p4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8" name="Google Shape;13328;p4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9" name="Google Shape;13329;p4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0" name="Google Shape;13330;p4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1" name="Google Shape;13331;p4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2" name="Google Shape;13332;p4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3" name="Google Shape;13333;p4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4" name="Google Shape;13334;p4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5" name="Google Shape;13335;p4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6" name="Google Shape;13336;p4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7" name="Google Shape;13337;p4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8" name="Google Shape;13338;p4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9" name="Google Shape;13339;p4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0" name="Google Shape;13340;p4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41" name="Google Shape;13341;p48"/>
          <p:cNvGrpSpPr/>
          <p:nvPr/>
        </p:nvGrpSpPr>
        <p:grpSpPr>
          <a:xfrm>
            <a:off x="1404617" y="3226962"/>
            <a:ext cx="370169" cy="325966"/>
            <a:chOff x="1404617" y="3226962"/>
            <a:chExt cx="370169" cy="325966"/>
          </a:xfrm>
        </p:grpSpPr>
        <p:sp>
          <p:nvSpPr>
            <p:cNvPr id="13342" name="Google Shape;13342;p4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3" name="Google Shape;13343;p4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4" name="Google Shape;13344;p4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5" name="Google Shape;13345;p4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6" name="Google Shape;13346;p4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7" name="Google Shape;13347;p4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8" name="Google Shape;13348;p4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9" name="Google Shape;13349;p4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0" name="Google Shape;13350;p4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51" name="Google Shape;13351;p48"/>
          <p:cNvGrpSpPr/>
          <p:nvPr/>
        </p:nvGrpSpPr>
        <p:grpSpPr>
          <a:xfrm>
            <a:off x="1954741" y="3212419"/>
            <a:ext cx="366389" cy="354481"/>
            <a:chOff x="1954741" y="3212419"/>
            <a:chExt cx="366389" cy="354481"/>
          </a:xfrm>
        </p:grpSpPr>
        <p:sp>
          <p:nvSpPr>
            <p:cNvPr id="13352" name="Google Shape;13352;p4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3" name="Google Shape;13353;p4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4" name="Google Shape;13354;p4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5" name="Google Shape;13355;p4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6" name="Google Shape;13356;p4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7" name="Google Shape;13357;p4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8" name="Google Shape;13358;p4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59" name="Google Shape;13359;p48"/>
          <p:cNvGrpSpPr/>
          <p:nvPr/>
        </p:nvGrpSpPr>
        <p:grpSpPr>
          <a:xfrm>
            <a:off x="3043239" y="3215626"/>
            <a:ext cx="366008" cy="348670"/>
            <a:chOff x="3043239" y="3215626"/>
            <a:chExt cx="366008" cy="348670"/>
          </a:xfrm>
        </p:grpSpPr>
        <p:sp>
          <p:nvSpPr>
            <p:cNvPr id="13360" name="Google Shape;13360;p4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1" name="Google Shape;13361;p4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62" name="Google Shape;13362;p48"/>
          <p:cNvGrpSpPr/>
          <p:nvPr/>
        </p:nvGrpSpPr>
        <p:grpSpPr>
          <a:xfrm>
            <a:off x="4218333" y="3184982"/>
            <a:ext cx="209107" cy="383441"/>
            <a:chOff x="4218333" y="3184982"/>
            <a:chExt cx="209107" cy="383441"/>
          </a:xfrm>
        </p:grpSpPr>
        <p:sp>
          <p:nvSpPr>
            <p:cNvPr id="13363" name="Google Shape;13363;p4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4" name="Google Shape;13364;p4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65" name="Google Shape;13365;p48"/>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66" name="Google Shape;13366;p48"/>
          <p:cNvGrpSpPr/>
          <p:nvPr/>
        </p:nvGrpSpPr>
        <p:grpSpPr>
          <a:xfrm>
            <a:off x="6896644" y="3216007"/>
            <a:ext cx="322917" cy="347876"/>
            <a:chOff x="6896644" y="3216007"/>
            <a:chExt cx="322917" cy="347876"/>
          </a:xfrm>
        </p:grpSpPr>
        <p:sp>
          <p:nvSpPr>
            <p:cNvPr id="13367" name="Google Shape;13367;p4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8" name="Google Shape;13368;p4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9" name="Google Shape;13369;p4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0" name="Google Shape;13370;p4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1" name="Google Shape;13371;p4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2" name="Google Shape;13372;p4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3" name="Google Shape;13373;p4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74" name="Google Shape;13374;p48"/>
          <p:cNvGrpSpPr/>
          <p:nvPr/>
        </p:nvGrpSpPr>
        <p:grpSpPr>
          <a:xfrm>
            <a:off x="7429366" y="3223183"/>
            <a:ext cx="334634" cy="333904"/>
            <a:chOff x="7429366" y="3223183"/>
            <a:chExt cx="334634" cy="333904"/>
          </a:xfrm>
        </p:grpSpPr>
        <p:sp>
          <p:nvSpPr>
            <p:cNvPr id="13375" name="Google Shape;13375;p4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6" name="Google Shape;13376;p4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77" name="Google Shape;13377;p48"/>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78" name="Google Shape;13378;p48"/>
          <p:cNvGrpSpPr/>
          <p:nvPr/>
        </p:nvGrpSpPr>
        <p:grpSpPr>
          <a:xfrm>
            <a:off x="5216456" y="3725484"/>
            <a:ext cx="356195" cy="265631"/>
            <a:chOff x="5216456" y="3725484"/>
            <a:chExt cx="356195" cy="265631"/>
          </a:xfrm>
        </p:grpSpPr>
        <p:sp>
          <p:nvSpPr>
            <p:cNvPr id="13379" name="Google Shape;13379;p4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0" name="Google Shape;13380;p4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81" name="Google Shape;13381;p48"/>
          <p:cNvGrpSpPr/>
          <p:nvPr/>
        </p:nvGrpSpPr>
        <p:grpSpPr>
          <a:xfrm>
            <a:off x="6849393" y="3733994"/>
            <a:ext cx="355053" cy="248038"/>
            <a:chOff x="6849393" y="3733994"/>
            <a:chExt cx="355053" cy="248038"/>
          </a:xfrm>
        </p:grpSpPr>
        <p:sp>
          <p:nvSpPr>
            <p:cNvPr id="13382" name="Google Shape;13382;p4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3" name="Google Shape;13383;p4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4" name="Google Shape;13384;p4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5" name="Google Shape;13385;p4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6" name="Google Shape;13386;p4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87" name="Google Shape;13387;p48"/>
          <p:cNvGrpSpPr/>
          <p:nvPr/>
        </p:nvGrpSpPr>
        <p:grpSpPr>
          <a:xfrm>
            <a:off x="7918997" y="3714687"/>
            <a:ext cx="392110" cy="280207"/>
            <a:chOff x="7918997" y="3714687"/>
            <a:chExt cx="392110" cy="280207"/>
          </a:xfrm>
        </p:grpSpPr>
        <p:sp>
          <p:nvSpPr>
            <p:cNvPr id="13388" name="Google Shape;13388;p4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9" name="Google Shape;13389;p4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0" name="Google Shape;13390;p4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1" name="Google Shape;13391;p4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2" name="Google Shape;13392;p4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93" name="Google Shape;13393;p48"/>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94" name="Google Shape;13394;p48"/>
          <p:cNvGrpSpPr/>
          <p:nvPr/>
        </p:nvGrpSpPr>
        <p:grpSpPr>
          <a:xfrm>
            <a:off x="1408777" y="3680964"/>
            <a:ext cx="357720" cy="355147"/>
            <a:chOff x="1408777" y="3680964"/>
            <a:chExt cx="357720" cy="355147"/>
          </a:xfrm>
        </p:grpSpPr>
        <p:sp>
          <p:nvSpPr>
            <p:cNvPr id="13395" name="Google Shape;13395;p4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6" name="Google Shape;13396;p4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7" name="Google Shape;13397;p4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8" name="Google Shape;13398;p4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9" name="Google Shape;13399;p4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00" name="Google Shape;13400;p48"/>
          <p:cNvGrpSpPr/>
          <p:nvPr/>
        </p:nvGrpSpPr>
        <p:grpSpPr>
          <a:xfrm>
            <a:off x="1952836" y="3680964"/>
            <a:ext cx="357719" cy="355147"/>
            <a:chOff x="1952836" y="3680964"/>
            <a:chExt cx="357719" cy="355147"/>
          </a:xfrm>
        </p:grpSpPr>
        <p:sp>
          <p:nvSpPr>
            <p:cNvPr id="13401" name="Google Shape;13401;p4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2" name="Google Shape;13402;p4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3" name="Google Shape;13403;p4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4" name="Google Shape;13404;p4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5" name="Google Shape;13405;p4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06" name="Google Shape;13406;p48"/>
          <p:cNvGrpSpPr/>
          <p:nvPr/>
        </p:nvGrpSpPr>
        <p:grpSpPr>
          <a:xfrm>
            <a:off x="2496894" y="3680964"/>
            <a:ext cx="357720" cy="355147"/>
            <a:chOff x="2496894" y="3680964"/>
            <a:chExt cx="357720" cy="355147"/>
          </a:xfrm>
        </p:grpSpPr>
        <p:sp>
          <p:nvSpPr>
            <p:cNvPr id="13407" name="Google Shape;13407;p4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8" name="Google Shape;13408;p4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9" name="Google Shape;13409;p4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0" name="Google Shape;13410;p4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1" name="Google Shape;13411;p4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12" name="Google Shape;13412;p48"/>
          <p:cNvGrpSpPr/>
          <p:nvPr/>
        </p:nvGrpSpPr>
        <p:grpSpPr>
          <a:xfrm>
            <a:off x="3040984" y="3681059"/>
            <a:ext cx="356164" cy="355815"/>
            <a:chOff x="3040984" y="3681059"/>
            <a:chExt cx="356164" cy="355815"/>
          </a:xfrm>
        </p:grpSpPr>
        <p:sp>
          <p:nvSpPr>
            <p:cNvPr id="13413" name="Google Shape;13413;p4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4" name="Google Shape;13414;p4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5" name="Google Shape;13415;p4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16" name="Google Shape;13416;p48"/>
          <p:cNvGrpSpPr/>
          <p:nvPr/>
        </p:nvGrpSpPr>
        <p:grpSpPr>
          <a:xfrm>
            <a:off x="3584280" y="3699191"/>
            <a:ext cx="358069" cy="317995"/>
            <a:chOff x="3584280" y="3699191"/>
            <a:chExt cx="358069" cy="317995"/>
          </a:xfrm>
        </p:grpSpPr>
        <p:sp>
          <p:nvSpPr>
            <p:cNvPr id="13417" name="Google Shape;13417;p4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8" name="Google Shape;13418;p4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9" name="Google Shape;13419;p4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0" name="Google Shape;13420;p4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21" name="Google Shape;13421;p48"/>
          <p:cNvGrpSpPr/>
          <p:nvPr/>
        </p:nvGrpSpPr>
        <p:grpSpPr>
          <a:xfrm>
            <a:off x="4129482" y="3681059"/>
            <a:ext cx="355402" cy="354291"/>
            <a:chOff x="4129482" y="3681059"/>
            <a:chExt cx="355402" cy="354291"/>
          </a:xfrm>
        </p:grpSpPr>
        <p:sp>
          <p:nvSpPr>
            <p:cNvPr id="13422" name="Google Shape;13422;p4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3" name="Google Shape;13423;p4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4" name="Google Shape;13424;p4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5" name="Google Shape;13425;p4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26" name="Google Shape;13426;p48"/>
          <p:cNvGrpSpPr/>
          <p:nvPr/>
        </p:nvGrpSpPr>
        <p:grpSpPr>
          <a:xfrm>
            <a:off x="4673540" y="3680297"/>
            <a:ext cx="355434" cy="355815"/>
            <a:chOff x="4673540" y="3680297"/>
            <a:chExt cx="355434" cy="355815"/>
          </a:xfrm>
        </p:grpSpPr>
        <p:sp>
          <p:nvSpPr>
            <p:cNvPr id="13427" name="Google Shape;13427;p4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8" name="Google Shape;13428;p4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9" name="Google Shape;13429;p4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30" name="Google Shape;13430;p48"/>
          <p:cNvGrpSpPr/>
          <p:nvPr/>
        </p:nvGrpSpPr>
        <p:grpSpPr>
          <a:xfrm>
            <a:off x="5779408" y="3699191"/>
            <a:ext cx="317645" cy="318757"/>
            <a:chOff x="5779408" y="3699191"/>
            <a:chExt cx="317645" cy="318757"/>
          </a:xfrm>
        </p:grpSpPr>
        <p:sp>
          <p:nvSpPr>
            <p:cNvPr id="13431" name="Google Shape;13431;p4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2" name="Google Shape;13432;p4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33" name="Google Shape;13433;p48"/>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34" name="Google Shape;13434;p48"/>
          <p:cNvGrpSpPr/>
          <p:nvPr/>
        </p:nvGrpSpPr>
        <p:grpSpPr>
          <a:xfrm>
            <a:off x="7390435" y="3680868"/>
            <a:ext cx="372073" cy="355244"/>
            <a:chOff x="7390435" y="3680868"/>
            <a:chExt cx="372073" cy="355244"/>
          </a:xfrm>
        </p:grpSpPr>
        <p:sp>
          <p:nvSpPr>
            <p:cNvPr id="13435" name="Google Shape;13435;p4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6" name="Google Shape;13436;p4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7" name="Google Shape;13437;p4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8" name="Google Shape;13438;p4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9" name="Google Shape;13439;p4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0" name="Google Shape;13440;p4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41" name="Google Shape;13441;p48"/>
          <p:cNvGrpSpPr/>
          <p:nvPr/>
        </p:nvGrpSpPr>
        <p:grpSpPr>
          <a:xfrm>
            <a:off x="1421638" y="4125629"/>
            <a:ext cx="374709" cy="374010"/>
            <a:chOff x="1421638" y="4125629"/>
            <a:chExt cx="374709" cy="374010"/>
          </a:xfrm>
        </p:grpSpPr>
        <p:sp>
          <p:nvSpPr>
            <p:cNvPr id="13442" name="Google Shape;13442;p4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3" name="Google Shape;13443;p4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44" name="Google Shape;13444;p48"/>
          <p:cNvGrpSpPr/>
          <p:nvPr/>
        </p:nvGrpSpPr>
        <p:grpSpPr>
          <a:xfrm>
            <a:off x="1973254" y="4156304"/>
            <a:ext cx="357720" cy="342192"/>
            <a:chOff x="1973254" y="4156304"/>
            <a:chExt cx="357720" cy="342192"/>
          </a:xfrm>
        </p:grpSpPr>
        <p:sp>
          <p:nvSpPr>
            <p:cNvPr id="13445" name="Google Shape;13445;p4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6" name="Google Shape;13446;p4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7" name="Google Shape;13447;p4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8" name="Google Shape;13448;p4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9" name="Google Shape;13449;p4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0" name="Google Shape;13450;p4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51" name="Google Shape;13451;p48"/>
          <p:cNvGrpSpPr/>
          <p:nvPr/>
        </p:nvGrpSpPr>
        <p:grpSpPr>
          <a:xfrm>
            <a:off x="2523759" y="4135505"/>
            <a:ext cx="341049" cy="340318"/>
            <a:chOff x="2523759" y="4135505"/>
            <a:chExt cx="341049" cy="340318"/>
          </a:xfrm>
        </p:grpSpPr>
        <p:sp>
          <p:nvSpPr>
            <p:cNvPr id="13452" name="Google Shape;13452;p4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3" name="Google Shape;13453;p4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54" name="Google Shape;13454;p48"/>
          <p:cNvGrpSpPr/>
          <p:nvPr/>
        </p:nvGrpSpPr>
        <p:grpSpPr>
          <a:xfrm>
            <a:off x="3040603" y="4130360"/>
            <a:ext cx="392079" cy="350353"/>
            <a:chOff x="3040603" y="4130360"/>
            <a:chExt cx="392079" cy="350353"/>
          </a:xfrm>
        </p:grpSpPr>
        <p:sp>
          <p:nvSpPr>
            <p:cNvPr id="13455" name="Google Shape;13455;p4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6" name="Google Shape;13456;p4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7" name="Google Shape;13457;p4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8" name="Google Shape;13458;p4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9" name="Google Shape;13459;p4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0" name="Google Shape;13460;p4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1" name="Google Shape;13461;p4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2" name="Google Shape;13462;p4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3" name="Google Shape;13463;p4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4" name="Google Shape;13464;p4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65" name="Google Shape;13465;p48"/>
          <p:cNvGrpSpPr/>
          <p:nvPr/>
        </p:nvGrpSpPr>
        <p:grpSpPr>
          <a:xfrm>
            <a:off x="3662144" y="4135505"/>
            <a:ext cx="232954" cy="340318"/>
            <a:chOff x="3662144" y="4135505"/>
            <a:chExt cx="232954" cy="340318"/>
          </a:xfrm>
        </p:grpSpPr>
        <p:sp>
          <p:nvSpPr>
            <p:cNvPr id="13466" name="Google Shape;13466;p4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7" name="Google Shape;13467;p4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8" name="Google Shape;13468;p4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9" name="Google Shape;13469;p4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70" name="Google Shape;13470;p48"/>
          <p:cNvGrpSpPr/>
          <p:nvPr/>
        </p:nvGrpSpPr>
        <p:grpSpPr>
          <a:xfrm>
            <a:off x="4149138" y="4121151"/>
            <a:ext cx="344065" cy="368644"/>
            <a:chOff x="4149138" y="4121151"/>
            <a:chExt cx="344065" cy="368644"/>
          </a:xfrm>
        </p:grpSpPr>
        <p:sp>
          <p:nvSpPr>
            <p:cNvPr id="13471" name="Google Shape;13471;p4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2" name="Google Shape;13472;p4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3" name="Google Shape;13473;p4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4" name="Google Shape;13474;p4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5" name="Google Shape;13475;p4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6" name="Google Shape;13476;p4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7" name="Google Shape;13477;p4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8" name="Google Shape;13478;p4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9" name="Google Shape;13479;p4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0" name="Google Shape;13480;p4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1" name="Google Shape;13481;p4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2" name="Google Shape;13482;p4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83" name="Google Shape;13483;p48"/>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84" name="Google Shape;13484;p48"/>
          <p:cNvGrpSpPr/>
          <p:nvPr/>
        </p:nvGrpSpPr>
        <p:grpSpPr>
          <a:xfrm>
            <a:off x="5206262" y="4174817"/>
            <a:ext cx="397763" cy="262805"/>
            <a:chOff x="5206262" y="4174817"/>
            <a:chExt cx="397763" cy="262805"/>
          </a:xfrm>
        </p:grpSpPr>
        <p:sp>
          <p:nvSpPr>
            <p:cNvPr id="13485" name="Google Shape;13485;p4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6" name="Google Shape;13486;p4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7" name="Google Shape;13487;p4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8" name="Google Shape;13488;p4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9" name="Google Shape;13489;p4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0" name="Google Shape;13490;p4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1" name="Google Shape;13491;p4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92" name="Google Shape;13492;p48"/>
          <p:cNvGrpSpPr/>
          <p:nvPr/>
        </p:nvGrpSpPr>
        <p:grpSpPr>
          <a:xfrm>
            <a:off x="5727616" y="4204699"/>
            <a:ext cx="440505" cy="290018"/>
            <a:chOff x="5727616" y="4204699"/>
            <a:chExt cx="440505" cy="290018"/>
          </a:xfrm>
        </p:grpSpPr>
        <p:sp>
          <p:nvSpPr>
            <p:cNvPr id="13493" name="Google Shape;13493;p4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4" name="Google Shape;13494;p4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5" name="Google Shape;13495;p4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6" name="Google Shape;13496;p4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7" name="Google Shape;13497;p4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8" name="Google Shape;13498;p4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9" name="Google Shape;13499;p4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0" name="Google Shape;13500;p4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01" name="Google Shape;13501;p48"/>
          <p:cNvGrpSpPr/>
          <p:nvPr/>
        </p:nvGrpSpPr>
        <p:grpSpPr>
          <a:xfrm>
            <a:off x="6410063" y="4135124"/>
            <a:ext cx="159950" cy="364516"/>
            <a:chOff x="6410063" y="4135124"/>
            <a:chExt cx="159950" cy="364516"/>
          </a:xfrm>
        </p:grpSpPr>
        <p:sp>
          <p:nvSpPr>
            <p:cNvPr id="13502" name="Google Shape;13502;p4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3" name="Google Shape;13503;p4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4" name="Google Shape;13504;p4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5" name="Google Shape;13505;p4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06" name="Google Shape;13506;p48"/>
          <p:cNvGrpSpPr/>
          <p:nvPr/>
        </p:nvGrpSpPr>
        <p:grpSpPr>
          <a:xfrm>
            <a:off x="6924652" y="4135505"/>
            <a:ext cx="214379" cy="364134"/>
            <a:chOff x="6924652" y="4135505"/>
            <a:chExt cx="214379" cy="364134"/>
          </a:xfrm>
        </p:grpSpPr>
        <p:sp>
          <p:nvSpPr>
            <p:cNvPr id="13507" name="Google Shape;13507;p4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8" name="Google Shape;13508;p4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9" name="Google Shape;13509;p4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0" name="Google Shape;13510;p4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11" name="Google Shape;13511;p48"/>
          <p:cNvGrpSpPr/>
          <p:nvPr/>
        </p:nvGrpSpPr>
        <p:grpSpPr>
          <a:xfrm>
            <a:off x="7384751" y="4147984"/>
            <a:ext cx="380012" cy="351274"/>
            <a:chOff x="7384751" y="4147984"/>
            <a:chExt cx="380012" cy="351274"/>
          </a:xfrm>
        </p:grpSpPr>
        <p:sp>
          <p:nvSpPr>
            <p:cNvPr id="13512" name="Google Shape;13512;p48"/>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3" name="Google Shape;13513;p48"/>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4" name="Google Shape;13514;p48"/>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5" name="Google Shape;13515;p48"/>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6" name="Google Shape;13516;p48"/>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20" name="Shape 13520"/>
        <p:cNvGrpSpPr/>
        <p:nvPr/>
      </p:nvGrpSpPr>
      <p:grpSpPr>
        <a:xfrm>
          <a:off x="0" y="0"/>
          <a:ext cx="0" cy="0"/>
          <a:chOff x="0" y="0"/>
          <a:chExt cx="0" cy="0"/>
        </a:xfrm>
      </p:grpSpPr>
      <p:sp>
        <p:nvSpPr>
          <p:cNvPr id="13521" name="Google Shape;13521;p49"/>
          <p:cNvSpPr txBox="1"/>
          <p:nvPr>
            <p:ph idx="4294967295" type="title"/>
          </p:nvPr>
        </p:nvSpPr>
        <p:spPr>
          <a:xfrm>
            <a:off x="849675" y="94792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522" name="Google Shape;13522;p49"/>
          <p:cNvSpPr txBox="1"/>
          <p:nvPr>
            <p:ph idx="4294967295" type="title"/>
          </p:nvPr>
        </p:nvSpPr>
        <p:spPr>
          <a:xfrm>
            <a:off x="4858400" y="94792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3523" name="Google Shape;13523;p49"/>
          <p:cNvGrpSpPr/>
          <p:nvPr/>
        </p:nvGrpSpPr>
        <p:grpSpPr>
          <a:xfrm>
            <a:off x="1989449" y="4282269"/>
            <a:ext cx="374774" cy="346073"/>
            <a:chOff x="1989449" y="4282269"/>
            <a:chExt cx="374774" cy="346073"/>
          </a:xfrm>
        </p:grpSpPr>
        <p:sp>
          <p:nvSpPr>
            <p:cNvPr id="13524" name="Google Shape;13524;p4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5" name="Google Shape;13525;p4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6" name="Google Shape;13526;p4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7" name="Google Shape;13527;p4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8" name="Google Shape;13528;p4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29" name="Google Shape;13529;p49"/>
          <p:cNvGrpSpPr/>
          <p:nvPr/>
        </p:nvGrpSpPr>
        <p:grpSpPr>
          <a:xfrm>
            <a:off x="2487439" y="4280740"/>
            <a:ext cx="198775" cy="348972"/>
            <a:chOff x="2487439" y="4280740"/>
            <a:chExt cx="198775" cy="348972"/>
          </a:xfrm>
        </p:grpSpPr>
        <p:sp>
          <p:nvSpPr>
            <p:cNvPr id="13530" name="Google Shape;13530;p4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1" name="Google Shape;13531;p4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2" name="Google Shape;13532;p4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3" name="Google Shape;13533;p4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34" name="Google Shape;13534;p49"/>
          <p:cNvGrpSpPr/>
          <p:nvPr/>
        </p:nvGrpSpPr>
        <p:grpSpPr>
          <a:xfrm>
            <a:off x="2810958" y="4273923"/>
            <a:ext cx="353145" cy="361873"/>
            <a:chOff x="2810958" y="4273923"/>
            <a:chExt cx="353145" cy="361873"/>
          </a:xfrm>
        </p:grpSpPr>
        <p:sp>
          <p:nvSpPr>
            <p:cNvPr id="13535" name="Google Shape;13535;p4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6" name="Google Shape;13536;p4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7" name="Google Shape;13537;p4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8" name="Google Shape;13538;p4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9" name="Google Shape;13539;p4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0" name="Google Shape;13540;p4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1" name="Google Shape;13541;p4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42" name="Google Shape;13542;p49"/>
          <p:cNvGrpSpPr/>
          <p:nvPr/>
        </p:nvGrpSpPr>
        <p:grpSpPr>
          <a:xfrm>
            <a:off x="6275635" y="4282651"/>
            <a:ext cx="209383" cy="366778"/>
            <a:chOff x="6275635" y="4282651"/>
            <a:chExt cx="209383" cy="366778"/>
          </a:xfrm>
        </p:grpSpPr>
        <p:sp>
          <p:nvSpPr>
            <p:cNvPr id="13543" name="Google Shape;13543;p4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4" name="Google Shape;13544;p4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45" name="Google Shape;13545;p49"/>
          <p:cNvGrpSpPr/>
          <p:nvPr/>
        </p:nvGrpSpPr>
        <p:grpSpPr>
          <a:xfrm>
            <a:off x="6701186" y="4283033"/>
            <a:ext cx="280292" cy="366396"/>
            <a:chOff x="6701186" y="4283033"/>
            <a:chExt cx="280292" cy="366396"/>
          </a:xfrm>
        </p:grpSpPr>
        <p:sp>
          <p:nvSpPr>
            <p:cNvPr id="13546" name="Google Shape;13546;p4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7" name="Google Shape;13547;p4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48" name="Google Shape;13548;p49"/>
          <p:cNvGrpSpPr/>
          <p:nvPr/>
        </p:nvGrpSpPr>
        <p:grpSpPr>
          <a:xfrm>
            <a:off x="2609571" y="3824958"/>
            <a:ext cx="373627" cy="347347"/>
            <a:chOff x="2609571" y="3824958"/>
            <a:chExt cx="373627" cy="347347"/>
          </a:xfrm>
        </p:grpSpPr>
        <p:sp>
          <p:nvSpPr>
            <p:cNvPr id="13549" name="Google Shape;13549;p4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0" name="Google Shape;13550;p4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51" name="Google Shape;13551;p49"/>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52" name="Google Shape;13552;p49"/>
          <p:cNvGrpSpPr/>
          <p:nvPr/>
        </p:nvGrpSpPr>
        <p:grpSpPr>
          <a:xfrm>
            <a:off x="916127" y="3807056"/>
            <a:ext cx="221902" cy="380795"/>
            <a:chOff x="916127" y="3807056"/>
            <a:chExt cx="221902" cy="380795"/>
          </a:xfrm>
        </p:grpSpPr>
        <p:sp>
          <p:nvSpPr>
            <p:cNvPr id="13553" name="Google Shape;13553;p4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4" name="Google Shape;13554;p4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5" name="Google Shape;13555;p4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6" name="Google Shape;13556;p4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57" name="Google Shape;13557;p49"/>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8" name="Google Shape;13558;p49"/>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59" name="Google Shape;13559;p49"/>
          <p:cNvGrpSpPr/>
          <p:nvPr/>
        </p:nvGrpSpPr>
        <p:grpSpPr>
          <a:xfrm>
            <a:off x="3513010" y="3816134"/>
            <a:ext cx="362223" cy="361108"/>
            <a:chOff x="3513010" y="3816134"/>
            <a:chExt cx="362223" cy="361108"/>
          </a:xfrm>
        </p:grpSpPr>
        <p:sp>
          <p:nvSpPr>
            <p:cNvPr id="13560" name="Google Shape;13560;p4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1" name="Google Shape;13561;p4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2" name="Google Shape;13562;p4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3" name="Google Shape;13563;p4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4" name="Google Shape;13564;p49"/>
          <p:cNvGrpSpPr/>
          <p:nvPr/>
        </p:nvGrpSpPr>
        <p:grpSpPr>
          <a:xfrm>
            <a:off x="3950316" y="3820307"/>
            <a:ext cx="369805" cy="353782"/>
            <a:chOff x="3950316" y="3820307"/>
            <a:chExt cx="369805" cy="353782"/>
          </a:xfrm>
        </p:grpSpPr>
        <p:sp>
          <p:nvSpPr>
            <p:cNvPr id="13565" name="Google Shape;13565;p4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6" name="Google Shape;13566;p4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7" name="Google Shape;13567;p4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8" name="Google Shape;13568;p4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9" name="Google Shape;13569;p49"/>
          <p:cNvGrpSpPr/>
          <p:nvPr/>
        </p:nvGrpSpPr>
        <p:grpSpPr>
          <a:xfrm>
            <a:off x="1761909" y="3811961"/>
            <a:ext cx="307974" cy="371716"/>
            <a:chOff x="1761909" y="3811961"/>
            <a:chExt cx="307974" cy="371716"/>
          </a:xfrm>
        </p:grpSpPr>
        <p:sp>
          <p:nvSpPr>
            <p:cNvPr id="13570" name="Google Shape;13570;p4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1" name="Google Shape;13571;p4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2" name="Google Shape;13572;p4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3" name="Google Shape;13573;p4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4" name="Google Shape;13574;p4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5" name="Google Shape;13575;p4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6" name="Google Shape;13576;p4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7" name="Google Shape;13577;p4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8" name="Google Shape;13578;p4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9" name="Google Shape;13579;p4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80" name="Google Shape;13580;p49"/>
          <p:cNvGrpSpPr/>
          <p:nvPr/>
        </p:nvGrpSpPr>
        <p:grpSpPr>
          <a:xfrm>
            <a:off x="5373342" y="3808935"/>
            <a:ext cx="231395" cy="353145"/>
            <a:chOff x="5373342" y="3808935"/>
            <a:chExt cx="231395" cy="353145"/>
          </a:xfrm>
        </p:grpSpPr>
        <p:sp>
          <p:nvSpPr>
            <p:cNvPr id="13581" name="Google Shape;13581;p4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2" name="Google Shape;13582;p4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3" name="Google Shape;13583;p4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4" name="Google Shape;13584;p4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5" name="Google Shape;13585;p4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6" name="Google Shape;13586;p4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7" name="Google Shape;13587;p4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8" name="Google Shape;13588;p4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9" name="Google Shape;13589;p4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90" name="Google Shape;13590;p49"/>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91" name="Google Shape;13591;p49"/>
          <p:cNvGrpSpPr/>
          <p:nvPr/>
        </p:nvGrpSpPr>
        <p:grpSpPr>
          <a:xfrm>
            <a:off x="5833775" y="3809445"/>
            <a:ext cx="235185" cy="352252"/>
            <a:chOff x="5833775" y="3809445"/>
            <a:chExt cx="235185" cy="352252"/>
          </a:xfrm>
        </p:grpSpPr>
        <p:sp>
          <p:nvSpPr>
            <p:cNvPr id="13592" name="Google Shape;13592;p4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3" name="Google Shape;13593;p4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4" name="Google Shape;13594;p4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95" name="Google Shape;13595;p49"/>
          <p:cNvGrpSpPr/>
          <p:nvPr/>
        </p:nvGrpSpPr>
        <p:grpSpPr>
          <a:xfrm>
            <a:off x="4942472" y="3809318"/>
            <a:ext cx="238976" cy="352762"/>
            <a:chOff x="4942472" y="3809318"/>
            <a:chExt cx="238976" cy="352762"/>
          </a:xfrm>
        </p:grpSpPr>
        <p:sp>
          <p:nvSpPr>
            <p:cNvPr id="13596" name="Google Shape;13596;p4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7" name="Google Shape;13597;p4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8" name="Google Shape;13598;p4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9" name="Google Shape;13599;p4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0" name="Google Shape;13600;p4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1" name="Google Shape;13601;p4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2" name="Google Shape;13602;p4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03" name="Google Shape;13603;p49"/>
          <p:cNvGrpSpPr/>
          <p:nvPr/>
        </p:nvGrpSpPr>
        <p:grpSpPr>
          <a:xfrm>
            <a:off x="6266525" y="3807788"/>
            <a:ext cx="260223" cy="353527"/>
            <a:chOff x="6266525" y="3807788"/>
            <a:chExt cx="260223" cy="353527"/>
          </a:xfrm>
        </p:grpSpPr>
        <p:sp>
          <p:nvSpPr>
            <p:cNvPr id="13604" name="Google Shape;13604;p4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5" name="Google Shape;13605;p4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6" name="Google Shape;13606;p4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7" name="Google Shape;13607;p4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608" name="Google Shape;13608;p49"/>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609" name="Google Shape;13609;p49"/>
          <p:cNvGrpSpPr/>
          <p:nvPr/>
        </p:nvGrpSpPr>
        <p:grpSpPr>
          <a:xfrm>
            <a:off x="7184363" y="3809604"/>
            <a:ext cx="202184" cy="352762"/>
            <a:chOff x="7184363" y="3809604"/>
            <a:chExt cx="202184" cy="352762"/>
          </a:xfrm>
        </p:grpSpPr>
        <p:sp>
          <p:nvSpPr>
            <p:cNvPr id="13610" name="Google Shape;13610;p4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1" name="Google Shape;13611;p4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12" name="Google Shape;13612;p49"/>
          <p:cNvGrpSpPr/>
          <p:nvPr/>
        </p:nvGrpSpPr>
        <p:grpSpPr>
          <a:xfrm>
            <a:off x="7571624" y="3808935"/>
            <a:ext cx="292047" cy="352762"/>
            <a:chOff x="7571624" y="3808935"/>
            <a:chExt cx="292047" cy="352762"/>
          </a:xfrm>
        </p:grpSpPr>
        <p:sp>
          <p:nvSpPr>
            <p:cNvPr id="13613" name="Google Shape;13613;p4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4" name="Google Shape;13614;p4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5" name="Google Shape;13615;p4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6" name="Google Shape;13616;p4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7" name="Google Shape;13617;p4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8" name="Google Shape;13618;p4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19" name="Google Shape;13619;p49"/>
          <p:cNvGrpSpPr/>
          <p:nvPr/>
        </p:nvGrpSpPr>
        <p:grpSpPr>
          <a:xfrm>
            <a:off x="2174559" y="3356116"/>
            <a:ext cx="364135" cy="359930"/>
            <a:chOff x="2174559" y="3356116"/>
            <a:chExt cx="364135" cy="359930"/>
          </a:xfrm>
        </p:grpSpPr>
        <p:sp>
          <p:nvSpPr>
            <p:cNvPr id="13620" name="Google Shape;13620;p4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1" name="Google Shape;13621;p4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22" name="Google Shape;13622;p49"/>
          <p:cNvGrpSpPr/>
          <p:nvPr/>
        </p:nvGrpSpPr>
        <p:grpSpPr>
          <a:xfrm>
            <a:off x="1731934" y="3355639"/>
            <a:ext cx="368371" cy="361554"/>
            <a:chOff x="1731934" y="3355639"/>
            <a:chExt cx="368371" cy="361554"/>
          </a:xfrm>
        </p:grpSpPr>
        <p:sp>
          <p:nvSpPr>
            <p:cNvPr id="13623" name="Google Shape;13623;p4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4" name="Google Shape;13624;p4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25" name="Google Shape;13625;p49"/>
          <p:cNvGrpSpPr/>
          <p:nvPr/>
        </p:nvGrpSpPr>
        <p:grpSpPr>
          <a:xfrm>
            <a:off x="3990517" y="3354173"/>
            <a:ext cx="279559" cy="363402"/>
            <a:chOff x="3990517" y="3354173"/>
            <a:chExt cx="279559" cy="363402"/>
          </a:xfrm>
        </p:grpSpPr>
        <p:sp>
          <p:nvSpPr>
            <p:cNvPr id="13626" name="Google Shape;13626;p4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7" name="Google Shape;13627;p4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8" name="Google Shape;13628;p4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29" name="Google Shape;13629;p49"/>
          <p:cNvGrpSpPr/>
          <p:nvPr/>
        </p:nvGrpSpPr>
        <p:grpSpPr>
          <a:xfrm>
            <a:off x="3497847" y="3417374"/>
            <a:ext cx="379680" cy="237606"/>
            <a:chOff x="3497847" y="3417374"/>
            <a:chExt cx="379680" cy="237606"/>
          </a:xfrm>
        </p:grpSpPr>
        <p:sp>
          <p:nvSpPr>
            <p:cNvPr id="13630" name="Google Shape;13630;p4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1" name="Google Shape;13631;p4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2" name="Google Shape;13632;p4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3" name="Google Shape;13633;p4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34" name="Google Shape;13634;p49"/>
          <p:cNvGrpSpPr/>
          <p:nvPr/>
        </p:nvGrpSpPr>
        <p:grpSpPr>
          <a:xfrm>
            <a:off x="2612597" y="3367075"/>
            <a:ext cx="376271" cy="337982"/>
            <a:chOff x="2612597" y="3367075"/>
            <a:chExt cx="376271" cy="337982"/>
          </a:xfrm>
        </p:grpSpPr>
        <p:sp>
          <p:nvSpPr>
            <p:cNvPr id="13635" name="Google Shape;13635;p4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6" name="Google Shape;13636;p4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37" name="Google Shape;13637;p49"/>
          <p:cNvGrpSpPr/>
          <p:nvPr/>
        </p:nvGrpSpPr>
        <p:grpSpPr>
          <a:xfrm>
            <a:off x="3071914" y="3364431"/>
            <a:ext cx="343652" cy="342505"/>
            <a:chOff x="3071914" y="3364431"/>
            <a:chExt cx="343652" cy="342505"/>
          </a:xfrm>
        </p:grpSpPr>
        <p:sp>
          <p:nvSpPr>
            <p:cNvPr id="13638" name="Google Shape;13638;p4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9" name="Google Shape;13639;p4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0" name="Google Shape;13640;p4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1" name="Google Shape;13641;p4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2" name="Google Shape;13642;p4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43" name="Google Shape;13643;p49"/>
          <p:cNvGrpSpPr/>
          <p:nvPr/>
        </p:nvGrpSpPr>
        <p:grpSpPr>
          <a:xfrm>
            <a:off x="897141" y="3359875"/>
            <a:ext cx="257962" cy="352762"/>
            <a:chOff x="897141" y="3359875"/>
            <a:chExt cx="257962" cy="352762"/>
          </a:xfrm>
        </p:grpSpPr>
        <p:sp>
          <p:nvSpPr>
            <p:cNvPr id="13644" name="Google Shape;13644;p4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5" name="Google Shape;13645;p4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6" name="Google Shape;13646;p4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7" name="Google Shape;13647;p4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8" name="Google Shape;13648;p4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9" name="Google Shape;13649;p4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0" name="Google Shape;13650;p4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1" name="Google Shape;13651;p4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52" name="Google Shape;13652;p49"/>
          <p:cNvGrpSpPr/>
          <p:nvPr/>
        </p:nvGrpSpPr>
        <p:grpSpPr>
          <a:xfrm>
            <a:off x="1333682" y="3344330"/>
            <a:ext cx="271214" cy="383088"/>
            <a:chOff x="1333682" y="3344330"/>
            <a:chExt cx="271214" cy="383088"/>
          </a:xfrm>
        </p:grpSpPr>
        <p:sp>
          <p:nvSpPr>
            <p:cNvPr id="13653" name="Google Shape;13653;p4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4" name="Google Shape;13654;p4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5" name="Google Shape;13655;p4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6" name="Google Shape;13656;p4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7" name="Google Shape;13657;p4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8" name="Google Shape;13658;p4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9" name="Google Shape;13659;p4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0" name="Google Shape;13660;p4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1" name="Google Shape;13661;p4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2" name="Google Shape;13662;p4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3" name="Google Shape;13663;p4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64" name="Google Shape;13664;p49"/>
          <p:cNvGrpSpPr/>
          <p:nvPr/>
        </p:nvGrpSpPr>
        <p:grpSpPr>
          <a:xfrm>
            <a:off x="6664394" y="3346974"/>
            <a:ext cx="353113" cy="351998"/>
            <a:chOff x="6664394" y="3346974"/>
            <a:chExt cx="353113" cy="351998"/>
          </a:xfrm>
        </p:grpSpPr>
        <p:sp>
          <p:nvSpPr>
            <p:cNvPr id="13665" name="Google Shape;13665;p4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6" name="Google Shape;13666;p4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7" name="Google Shape;13667;p4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8" name="Google Shape;13668;p4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9" name="Google Shape;13669;p4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70" name="Google Shape;13670;p49"/>
          <p:cNvGrpSpPr/>
          <p:nvPr/>
        </p:nvGrpSpPr>
        <p:grpSpPr>
          <a:xfrm>
            <a:off x="849741" y="1959307"/>
            <a:ext cx="399398" cy="375443"/>
            <a:chOff x="849741" y="1959307"/>
            <a:chExt cx="399398" cy="375443"/>
          </a:xfrm>
        </p:grpSpPr>
        <p:sp>
          <p:nvSpPr>
            <p:cNvPr id="13671" name="Google Shape;13671;p4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2" name="Google Shape;13672;p4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73" name="Google Shape;13673;p49"/>
          <p:cNvGrpSpPr/>
          <p:nvPr/>
        </p:nvGrpSpPr>
        <p:grpSpPr>
          <a:xfrm>
            <a:off x="1284212" y="1963766"/>
            <a:ext cx="379489" cy="366046"/>
            <a:chOff x="1284212" y="1963766"/>
            <a:chExt cx="379489" cy="366046"/>
          </a:xfrm>
        </p:grpSpPr>
        <p:sp>
          <p:nvSpPr>
            <p:cNvPr id="13674" name="Google Shape;13674;p4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5" name="Google Shape;13675;p4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76" name="Google Shape;13676;p49"/>
          <p:cNvGrpSpPr/>
          <p:nvPr/>
        </p:nvGrpSpPr>
        <p:grpSpPr>
          <a:xfrm>
            <a:off x="3037766" y="1969564"/>
            <a:ext cx="370219" cy="354928"/>
            <a:chOff x="3037766" y="1969564"/>
            <a:chExt cx="370219" cy="354928"/>
          </a:xfrm>
        </p:grpSpPr>
        <p:sp>
          <p:nvSpPr>
            <p:cNvPr id="13677" name="Google Shape;13677;p4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8" name="Google Shape;13678;p4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9" name="Google Shape;13679;p4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0" name="Google Shape;13680;p4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81" name="Google Shape;13681;p49"/>
          <p:cNvGrpSpPr/>
          <p:nvPr/>
        </p:nvGrpSpPr>
        <p:grpSpPr>
          <a:xfrm>
            <a:off x="3982553" y="1971730"/>
            <a:ext cx="304566" cy="350501"/>
            <a:chOff x="3982553" y="1971730"/>
            <a:chExt cx="304566" cy="350501"/>
          </a:xfrm>
        </p:grpSpPr>
        <p:sp>
          <p:nvSpPr>
            <p:cNvPr id="13682" name="Google Shape;13682;p4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3" name="Google Shape;13683;p4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84" name="Google Shape;13684;p49"/>
          <p:cNvGrpSpPr/>
          <p:nvPr/>
        </p:nvGrpSpPr>
        <p:grpSpPr>
          <a:xfrm>
            <a:off x="2567841" y="1994124"/>
            <a:ext cx="399812" cy="306477"/>
            <a:chOff x="2567841" y="1994124"/>
            <a:chExt cx="399812" cy="306477"/>
          </a:xfrm>
        </p:grpSpPr>
        <p:sp>
          <p:nvSpPr>
            <p:cNvPr id="13685" name="Google Shape;13685;p4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6" name="Google Shape;13686;p4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7" name="Google Shape;13687;p4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88" name="Google Shape;13688;p49"/>
          <p:cNvGrpSpPr/>
          <p:nvPr/>
        </p:nvGrpSpPr>
        <p:grpSpPr>
          <a:xfrm>
            <a:off x="2212084" y="1960358"/>
            <a:ext cx="324698" cy="372863"/>
            <a:chOff x="2212084" y="1960358"/>
            <a:chExt cx="324698" cy="372863"/>
          </a:xfrm>
        </p:grpSpPr>
        <p:sp>
          <p:nvSpPr>
            <p:cNvPr id="13689" name="Google Shape;13689;p4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0" name="Google Shape;13690;p4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1" name="Google Shape;13691;p4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92" name="Google Shape;13692;p49"/>
          <p:cNvGrpSpPr/>
          <p:nvPr/>
        </p:nvGrpSpPr>
        <p:grpSpPr>
          <a:xfrm>
            <a:off x="1805901" y="1960358"/>
            <a:ext cx="284847" cy="373627"/>
            <a:chOff x="1805901" y="1960358"/>
            <a:chExt cx="284847" cy="373627"/>
          </a:xfrm>
        </p:grpSpPr>
        <p:sp>
          <p:nvSpPr>
            <p:cNvPr id="13693" name="Google Shape;13693;p4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4" name="Google Shape;13694;p4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695" name="Google Shape;13695;p49"/>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6" name="Google Shape;13696;p49"/>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7" name="Google Shape;13697;p49"/>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698" name="Google Shape;13698;p49"/>
          <p:cNvGrpSpPr/>
          <p:nvPr/>
        </p:nvGrpSpPr>
        <p:grpSpPr>
          <a:xfrm>
            <a:off x="6656812" y="2029388"/>
            <a:ext cx="368690" cy="245793"/>
            <a:chOff x="6656812" y="2029388"/>
            <a:chExt cx="368690" cy="245793"/>
          </a:xfrm>
        </p:grpSpPr>
        <p:sp>
          <p:nvSpPr>
            <p:cNvPr id="13699" name="Google Shape;13699;p4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0" name="Google Shape;13700;p4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1" name="Google Shape;13701;p4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2" name="Google Shape;13702;p4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3" name="Google Shape;13703;p4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4" name="Google Shape;13704;p4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5" name="Google Shape;13705;p4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6" name="Google Shape;13706;p4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7" name="Google Shape;13707;p4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8" name="Google Shape;13708;p4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09" name="Google Shape;13709;p49"/>
          <p:cNvGrpSpPr/>
          <p:nvPr/>
        </p:nvGrpSpPr>
        <p:grpSpPr>
          <a:xfrm>
            <a:off x="4869651" y="2012218"/>
            <a:ext cx="376654" cy="281566"/>
            <a:chOff x="4869651" y="2012218"/>
            <a:chExt cx="376654" cy="281566"/>
          </a:xfrm>
        </p:grpSpPr>
        <p:sp>
          <p:nvSpPr>
            <p:cNvPr id="13710" name="Google Shape;13710;p4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1" name="Google Shape;13711;p4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2" name="Google Shape;13712;p4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3" name="Google Shape;13713;p4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14" name="Google Shape;13714;p49"/>
          <p:cNvGrpSpPr/>
          <p:nvPr/>
        </p:nvGrpSpPr>
        <p:grpSpPr>
          <a:xfrm>
            <a:off x="5306224" y="2012313"/>
            <a:ext cx="367925" cy="281694"/>
            <a:chOff x="5306224" y="2012313"/>
            <a:chExt cx="367925" cy="281694"/>
          </a:xfrm>
        </p:grpSpPr>
        <p:sp>
          <p:nvSpPr>
            <p:cNvPr id="13715" name="Google Shape;13715;p4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6" name="Google Shape;13716;p4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17" name="Google Shape;13717;p49"/>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18" name="Google Shape;13718;p49"/>
          <p:cNvGrpSpPr/>
          <p:nvPr/>
        </p:nvGrpSpPr>
        <p:grpSpPr>
          <a:xfrm>
            <a:off x="6195998" y="1983102"/>
            <a:ext cx="368308" cy="338746"/>
            <a:chOff x="6195998" y="1983102"/>
            <a:chExt cx="368308" cy="338746"/>
          </a:xfrm>
        </p:grpSpPr>
        <p:sp>
          <p:nvSpPr>
            <p:cNvPr id="13719" name="Google Shape;13719;p4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0" name="Google Shape;13720;p4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1" name="Google Shape;13721;p4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22" name="Google Shape;13722;p49"/>
          <p:cNvGrpSpPr/>
          <p:nvPr/>
        </p:nvGrpSpPr>
        <p:grpSpPr>
          <a:xfrm>
            <a:off x="7542031" y="2011835"/>
            <a:ext cx="369072" cy="280037"/>
            <a:chOff x="7542031" y="2011835"/>
            <a:chExt cx="369072" cy="280037"/>
          </a:xfrm>
        </p:grpSpPr>
        <p:sp>
          <p:nvSpPr>
            <p:cNvPr id="13723" name="Google Shape;13723;p4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4" name="Google Shape;13724;p4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5" name="Google Shape;13725;p4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6" name="Google Shape;13726;p4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7" name="Google Shape;13727;p4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8" name="Google Shape;13728;p4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9" name="Google Shape;13729;p4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0" name="Google Shape;13730;p4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1" name="Google Shape;13731;p4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32" name="Google Shape;13732;p49"/>
          <p:cNvGrpSpPr/>
          <p:nvPr/>
        </p:nvGrpSpPr>
        <p:grpSpPr>
          <a:xfrm>
            <a:off x="8010427" y="3348503"/>
            <a:ext cx="278795" cy="351615"/>
            <a:chOff x="8010427" y="3348503"/>
            <a:chExt cx="278795" cy="351615"/>
          </a:xfrm>
        </p:grpSpPr>
        <p:sp>
          <p:nvSpPr>
            <p:cNvPr id="13733" name="Google Shape;13733;p4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4" name="Google Shape;13734;p4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5" name="Google Shape;13735;p4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6" name="Google Shape;13736;p4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37" name="Google Shape;13737;p49"/>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38" name="Google Shape;13738;p49"/>
          <p:cNvGrpSpPr/>
          <p:nvPr/>
        </p:nvGrpSpPr>
        <p:grpSpPr>
          <a:xfrm>
            <a:off x="7141900" y="3349204"/>
            <a:ext cx="281057" cy="351010"/>
            <a:chOff x="7141900" y="3349204"/>
            <a:chExt cx="281057" cy="351010"/>
          </a:xfrm>
        </p:grpSpPr>
        <p:sp>
          <p:nvSpPr>
            <p:cNvPr id="13739" name="Google Shape;13739;p4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0" name="Google Shape;13740;p4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1" name="Google Shape;13741;p4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42" name="Google Shape;13742;p49"/>
          <p:cNvGrpSpPr/>
          <p:nvPr/>
        </p:nvGrpSpPr>
        <p:grpSpPr>
          <a:xfrm>
            <a:off x="5314188" y="3350032"/>
            <a:ext cx="363752" cy="353113"/>
            <a:chOff x="5314188" y="3350032"/>
            <a:chExt cx="363752" cy="353113"/>
          </a:xfrm>
        </p:grpSpPr>
        <p:sp>
          <p:nvSpPr>
            <p:cNvPr id="13743" name="Google Shape;13743;p4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4" name="Google Shape;13744;p4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45" name="Google Shape;13745;p49"/>
          <p:cNvGrpSpPr/>
          <p:nvPr/>
        </p:nvGrpSpPr>
        <p:grpSpPr>
          <a:xfrm>
            <a:off x="6203579" y="3348981"/>
            <a:ext cx="351615" cy="350373"/>
            <a:chOff x="6203579" y="3348981"/>
            <a:chExt cx="351615" cy="350373"/>
          </a:xfrm>
        </p:grpSpPr>
        <p:sp>
          <p:nvSpPr>
            <p:cNvPr id="13746" name="Google Shape;13746;p4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7" name="Google Shape;13747;p4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8" name="Google Shape;13748;p4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9" name="Google Shape;13749;p4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0" name="Google Shape;13750;p4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51" name="Google Shape;13751;p49"/>
          <p:cNvGrpSpPr/>
          <p:nvPr/>
        </p:nvGrpSpPr>
        <p:grpSpPr>
          <a:xfrm>
            <a:off x="5829984" y="3350032"/>
            <a:ext cx="220755" cy="352348"/>
            <a:chOff x="5829984" y="3350032"/>
            <a:chExt cx="220755" cy="352348"/>
          </a:xfrm>
        </p:grpSpPr>
        <p:sp>
          <p:nvSpPr>
            <p:cNvPr id="13752" name="Google Shape;13752;p4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3" name="Google Shape;13753;p4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4" name="Google Shape;13754;p4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5" name="Google Shape;13755;p4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56" name="Google Shape;13756;p49"/>
          <p:cNvGrpSpPr/>
          <p:nvPr/>
        </p:nvGrpSpPr>
        <p:grpSpPr>
          <a:xfrm>
            <a:off x="4882170" y="3349841"/>
            <a:ext cx="358464" cy="352316"/>
            <a:chOff x="4882170" y="3349841"/>
            <a:chExt cx="358464" cy="352316"/>
          </a:xfrm>
        </p:grpSpPr>
        <p:sp>
          <p:nvSpPr>
            <p:cNvPr id="13757" name="Google Shape;13757;p4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8" name="Google Shape;13758;p4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59" name="Google Shape;13759;p49"/>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0" name="Google Shape;13760;p49"/>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61" name="Google Shape;13761;p49"/>
          <p:cNvGrpSpPr/>
          <p:nvPr/>
        </p:nvGrpSpPr>
        <p:grpSpPr>
          <a:xfrm>
            <a:off x="3044965" y="2435220"/>
            <a:ext cx="400194" cy="324316"/>
            <a:chOff x="3044965" y="2435220"/>
            <a:chExt cx="400194" cy="324316"/>
          </a:xfrm>
        </p:grpSpPr>
        <p:sp>
          <p:nvSpPr>
            <p:cNvPr id="13762" name="Google Shape;13762;p4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3" name="Google Shape;13763;p4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4" name="Google Shape;13764;p4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65" name="Google Shape;13765;p49"/>
          <p:cNvGrpSpPr/>
          <p:nvPr/>
        </p:nvGrpSpPr>
        <p:grpSpPr>
          <a:xfrm>
            <a:off x="4878379" y="2473892"/>
            <a:ext cx="367161" cy="287523"/>
            <a:chOff x="4878379" y="2473892"/>
            <a:chExt cx="367161" cy="287523"/>
          </a:xfrm>
        </p:grpSpPr>
        <p:sp>
          <p:nvSpPr>
            <p:cNvPr id="13766" name="Google Shape;13766;p4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7" name="Google Shape;13767;p4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8" name="Google Shape;13768;p4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9" name="Google Shape;13769;p4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0" name="Google Shape;13770;p4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71" name="Google Shape;13771;p49"/>
          <p:cNvGrpSpPr/>
          <p:nvPr/>
        </p:nvGrpSpPr>
        <p:grpSpPr>
          <a:xfrm>
            <a:off x="1325719" y="2887689"/>
            <a:ext cx="290581" cy="372481"/>
            <a:chOff x="1325719" y="2887689"/>
            <a:chExt cx="290581" cy="372481"/>
          </a:xfrm>
        </p:grpSpPr>
        <p:sp>
          <p:nvSpPr>
            <p:cNvPr id="13772" name="Google Shape;13772;p4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3" name="Google Shape;13773;p4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74" name="Google Shape;13774;p49"/>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75" name="Google Shape;13775;p49"/>
          <p:cNvGrpSpPr/>
          <p:nvPr/>
        </p:nvGrpSpPr>
        <p:grpSpPr>
          <a:xfrm>
            <a:off x="3510335" y="2892499"/>
            <a:ext cx="360726" cy="361204"/>
            <a:chOff x="3510335" y="2892499"/>
            <a:chExt cx="360726" cy="361204"/>
          </a:xfrm>
        </p:grpSpPr>
        <p:sp>
          <p:nvSpPr>
            <p:cNvPr id="13776" name="Google Shape;13776;p4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7" name="Google Shape;13777;p4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8" name="Google Shape;13778;p4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9" name="Google Shape;13779;p4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0" name="Google Shape;13780;p4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81" name="Google Shape;13781;p49"/>
          <p:cNvGrpSpPr/>
          <p:nvPr/>
        </p:nvGrpSpPr>
        <p:grpSpPr>
          <a:xfrm>
            <a:off x="3086313" y="2877049"/>
            <a:ext cx="320142" cy="392581"/>
            <a:chOff x="3086313" y="2877049"/>
            <a:chExt cx="320142" cy="392581"/>
          </a:xfrm>
        </p:grpSpPr>
        <p:sp>
          <p:nvSpPr>
            <p:cNvPr id="13782" name="Google Shape;13782;p4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3" name="Google Shape;13783;p4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4" name="Google Shape;13784;p4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5" name="Google Shape;13785;p4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6" name="Google Shape;13786;p4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7" name="Google Shape;13787;p4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8" name="Google Shape;13788;p4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9" name="Google Shape;13789;p4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0" name="Google Shape;13790;p4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1" name="Google Shape;13791;p4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2" name="Google Shape;13792;p4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3" name="Google Shape;13793;p4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94" name="Google Shape;13794;p49"/>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95" name="Google Shape;13795;p49"/>
          <p:cNvGrpSpPr/>
          <p:nvPr/>
        </p:nvGrpSpPr>
        <p:grpSpPr>
          <a:xfrm>
            <a:off x="861113" y="2885746"/>
            <a:ext cx="333809" cy="373276"/>
            <a:chOff x="861113" y="2885746"/>
            <a:chExt cx="333809" cy="373276"/>
          </a:xfrm>
        </p:grpSpPr>
        <p:sp>
          <p:nvSpPr>
            <p:cNvPr id="13796" name="Google Shape;13796;p4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7" name="Google Shape;13797;p4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8" name="Google Shape;13798;p4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99" name="Google Shape;13799;p49"/>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0" name="Google Shape;13800;p49"/>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01" name="Google Shape;13801;p49"/>
          <p:cNvGrpSpPr/>
          <p:nvPr/>
        </p:nvGrpSpPr>
        <p:grpSpPr>
          <a:xfrm>
            <a:off x="1297654" y="1504481"/>
            <a:ext cx="349354" cy="362223"/>
            <a:chOff x="1297654" y="1504481"/>
            <a:chExt cx="349354" cy="362223"/>
          </a:xfrm>
        </p:grpSpPr>
        <p:sp>
          <p:nvSpPr>
            <p:cNvPr id="13802" name="Google Shape;13802;p4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3" name="Google Shape;13803;p4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4" name="Google Shape;13804;p4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05" name="Google Shape;13805;p49"/>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06" name="Google Shape;13806;p49"/>
          <p:cNvGrpSpPr/>
          <p:nvPr/>
        </p:nvGrpSpPr>
        <p:grpSpPr>
          <a:xfrm>
            <a:off x="852385" y="1510916"/>
            <a:ext cx="353145" cy="351997"/>
            <a:chOff x="852385" y="1510916"/>
            <a:chExt cx="353145" cy="351997"/>
          </a:xfrm>
        </p:grpSpPr>
        <p:sp>
          <p:nvSpPr>
            <p:cNvPr id="13807" name="Google Shape;13807;p4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8" name="Google Shape;13808;p4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9" name="Google Shape;13809;p4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10" name="Google Shape;13810;p49"/>
          <p:cNvGrpSpPr/>
          <p:nvPr/>
        </p:nvGrpSpPr>
        <p:grpSpPr>
          <a:xfrm>
            <a:off x="1745217" y="1515471"/>
            <a:ext cx="343269" cy="342505"/>
            <a:chOff x="1745217" y="1515471"/>
            <a:chExt cx="343269" cy="342505"/>
          </a:xfrm>
        </p:grpSpPr>
        <p:sp>
          <p:nvSpPr>
            <p:cNvPr id="13811" name="Google Shape;13811;p4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2" name="Google Shape;13812;p4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3" name="Google Shape;13813;p4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4" name="Google Shape;13814;p4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15" name="Google Shape;13815;p49"/>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16" name="Google Shape;13816;p49"/>
          <p:cNvGrpSpPr/>
          <p:nvPr/>
        </p:nvGrpSpPr>
        <p:grpSpPr>
          <a:xfrm>
            <a:off x="3042703" y="1529137"/>
            <a:ext cx="411535" cy="315587"/>
            <a:chOff x="3042703" y="1529137"/>
            <a:chExt cx="411535" cy="315587"/>
          </a:xfrm>
        </p:grpSpPr>
        <p:sp>
          <p:nvSpPr>
            <p:cNvPr id="13817" name="Google Shape;13817;p4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8" name="Google Shape;13818;p4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9" name="Google Shape;13819;p4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0" name="Google Shape;13820;p4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1" name="Google Shape;13821;p4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2" name="Google Shape;13822;p4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3" name="Google Shape;13823;p4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4" name="Google Shape;13824;p4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5" name="Google Shape;13825;p4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6" name="Google Shape;13826;p4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27" name="Google Shape;13827;p49"/>
          <p:cNvGrpSpPr/>
          <p:nvPr/>
        </p:nvGrpSpPr>
        <p:grpSpPr>
          <a:xfrm>
            <a:off x="2629289" y="1544682"/>
            <a:ext cx="350500" cy="284497"/>
            <a:chOff x="2629289" y="1544682"/>
            <a:chExt cx="350500" cy="284497"/>
          </a:xfrm>
        </p:grpSpPr>
        <p:sp>
          <p:nvSpPr>
            <p:cNvPr id="13828" name="Google Shape;13828;p4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9" name="Google Shape;13829;p4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0" name="Google Shape;13830;p4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1" name="Google Shape;13831;p4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2" name="Google Shape;13832;p4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33" name="Google Shape;13833;p49"/>
          <p:cNvGrpSpPr/>
          <p:nvPr/>
        </p:nvGrpSpPr>
        <p:grpSpPr>
          <a:xfrm>
            <a:off x="5305077" y="1502633"/>
            <a:ext cx="367893" cy="365218"/>
            <a:chOff x="5305077" y="1502633"/>
            <a:chExt cx="367893" cy="365218"/>
          </a:xfrm>
        </p:grpSpPr>
        <p:sp>
          <p:nvSpPr>
            <p:cNvPr id="13834" name="Google Shape;13834;p4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5" name="Google Shape;13835;p4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36" name="Google Shape;13836;p49"/>
          <p:cNvGrpSpPr/>
          <p:nvPr/>
        </p:nvGrpSpPr>
        <p:grpSpPr>
          <a:xfrm>
            <a:off x="7100170" y="1500117"/>
            <a:ext cx="368308" cy="367033"/>
            <a:chOff x="7100170" y="1500117"/>
            <a:chExt cx="368308" cy="367033"/>
          </a:xfrm>
        </p:grpSpPr>
        <p:sp>
          <p:nvSpPr>
            <p:cNvPr id="13837" name="Google Shape;13837;p4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8" name="Google Shape;13838;p4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9" name="Google Shape;13839;p4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0" name="Google Shape;13840;p4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1" name="Google Shape;13841;p4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2" name="Google Shape;13842;p4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3" name="Google Shape;13843;p4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4" name="Google Shape;13844;p4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5" name="Google Shape;13845;p4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6" name="Google Shape;13846;p4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7" name="Google Shape;13847;p4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8" name="Google Shape;13848;p4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9" name="Google Shape;13849;p4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50" name="Google Shape;13850;p49"/>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51" name="Google Shape;13851;p49"/>
          <p:cNvGrpSpPr/>
          <p:nvPr/>
        </p:nvGrpSpPr>
        <p:grpSpPr>
          <a:xfrm>
            <a:off x="6649231" y="1500021"/>
            <a:ext cx="390287" cy="367065"/>
            <a:chOff x="6649231" y="1500021"/>
            <a:chExt cx="390287" cy="367065"/>
          </a:xfrm>
        </p:grpSpPr>
        <p:sp>
          <p:nvSpPr>
            <p:cNvPr id="13852" name="Google Shape;13852;p4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3" name="Google Shape;13853;p4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4" name="Google Shape;13854;p4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5" name="Google Shape;13855;p4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6" name="Google Shape;13856;p4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7" name="Google Shape;13857;p4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8" name="Google Shape;13858;p4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9" name="Google Shape;13859;p4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0" name="Google Shape;13860;p4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1" name="Google Shape;13861;p4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2" name="Google Shape;13862;p4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3" name="Google Shape;13863;p4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64" name="Google Shape;13864;p49"/>
          <p:cNvGrpSpPr/>
          <p:nvPr/>
        </p:nvGrpSpPr>
        <p:grpSpPr>
          <a:xfrm>
            <a:off x="5746938" y="1543503"/>
            <a:ext cx="387261" cy="280356"/>
            <a:chOff x="5746938" y="1543503"/>
            <a:chExt cx="387261" cy="280356"/>
          </a:xfrm>
        </p:grpSpPr>
        <p:sp>
          <p:nvSpPr>
            <p:cNvPr id="13865" name="Google Shape;13865;p4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6" name="Google Shape;13866;p4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67" name="Google Shape;13867;p49"/>
          <p:cNvGrpSpPr/>
          <p:nvPr/>
        </p:nvGrpSpPr>
        <p:grpSpPr>
          <a:xfrm>
            <a:off x="6196730" y="1525346"/>
            <a:ext cx="369073" cy="317467"/>
            <a:chOff x="6196730" y="1525346"/>
            <a:chExt cx="369073" cy="317467"/>
          </a:xfrm>
        </p:grpSpPr>
        <p:sp>
          <p:nvSpPr>
            <p:cNvPr id="13868" name="Google Shape;13868;p4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9" name="Google Shape;13869;p4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0" name="Google Shape;13870;p4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71" name="Google Shape;13871;p49"/>
          <p:cNvGrpSpPr/>
          <p:nvPr/>
        </p:nvGrpSpPr>
        <p:grpSpPr>
          <a:xfrm>
            <a:off x="4940592" y="1500690"/>
            <a:ext cx="246558" cy="367161"/>
            <a:chOff x="4940592" y="1500690"/>
            <a:chExt cx="246558" cy="367161"/>
          </a:xfrm>
        </p:grpSpPr>
        <p:sp>
          <p:nvSpPr>
            <p:cNvPr id="13872" name="Google Shape;13872;p4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3" name="Google Shape;13873;p4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4" name="Google Shape;13874;p4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5" name="Google Shape;13875;p4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76" name="Google Shape;13876;p49"/>
          <p:cNvGrpSpPr/>
          <p:nvPr/>
        </p:nvGrpSpPr>
        <p:grpSpPr>
          <a:xfrm>
            <a:off x="7964906" y="1499894"/>
            <a:ext cx="380859" cy="367575"/>
            <a:chOff x="7964906" y="1499894"/>
            <a:chExt cx="380859" cy="367575"/>
          </a:xfrm>
        </p:grpSpPr>
        <p:sp>
          <p:nvSpPr>
            <p:cNvPr id="13877" name="Google Shape;13877;p4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8" name="Google Shape;13878;p4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9" name="Google Shape;13879;p4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80" name="Google Shape;13880;p49"/>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81" name="Google Shape;13881;p49"/>
          <p:cNvGrpSpPr/>
          <p:nvPr/>
        </p:nvGrpSpPr>
        <p:grpSpPr>
          <a:xfrm>
            <a:off x="8007400" y="2902278"/>
            <a:ext cx="285230" cy="355597"/>
            <a:chOff x="8007400" y="2902278"/>
            <a:chExt cx="285230" cy="355597"/>
          </a:xfrm>
        </p:grpSpPr>
        <p:sp>
          <p:nvSpPr>
            <p:cNvPr id="13882" name="Google Shape;13882;p4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3" name="Google Shape;13883;p4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84" name="Google Shape;13884;p49"/>
          <p:cNvGrpSpPr/>
          <p:nvPr/>
        </p:nvGrpSpPr>
        <p:grpSpPr>
          <a:xfrm>
            <a:off x="6219124" y="2902788"/>
            <a:ext cx="318232" cy="355469"/>
            <a:chOff x="6219124" y="2902788"/>
            <a:chExt cx="318232" cy="355469"/>
          </a:xfrm>
        </p:grpSpPr>
        <p:sp>
          <p:nvSpPr>
            <p:cNvPr id="13885" name="Google Shape;13885;p4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6" name="Google Shape;13886;p4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7" name="Google Shape;13887;p4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88" name="Google Shape;13888;p49"/>
          <p:cNvGrpSpPr/>
          <p:nvPr/>
        </p:nvGrpSpPr>
        <p:grpSpPr>
          <a:xfrm>
            <a:off x="4969421" y="2902852"/>
            <a:ext cx="185109" cy="355406"/>
            <a:chOff x="4969421" y="2902852"/>
            <a:chExt cx="185109" cy="355406"/>
          </a:xfrm>
        </p:grpSpPr>
        <p:sp>
          <p:nvSpPr>
            <p:cNvPr id="13889" name="Google Shape;13889;p4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0" name="Google Shape;13890;p4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1" name="Google Shape;13891;p4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2" name="Google Shape;13892;p4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3" name="Google Shape;13893;p4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4" name="Google Shape;13894;p4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95" name="Google Shape;13895;p49"/>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6" name="Google Shape;13896;p49"/>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97" name="Google Shape;13897;p49"/>
          <p:cNvGrpSpPr/>
          <p:nvPr/>
        </p:nvGrpSpPr>
        <p:grpSpPr>
          <a:xfrm>
            <a:off x="6685259" y="2902852"/>
            <a:ext cx="311414" cy="355406"/>
            <a:chOff x="6685259" y="2902852"/>
            <a:chExt cx="311414" cy="355406"/>
          </a:xfrm>
        </p:grpSpPr>
        <p:sp>
          <p:nvSpPr>
            <p:cNvPr id="13898" name="Google Shape;13898;p4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9" name="Google Shape;13899;p4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0" name="Google Shape;13900;p4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01" name="Google Shape;13901;p49"/>
          <p:cNvGrpSpPr/>
          <p:nvPr/>
        </p:nvGrpSpPr>
        <p:grpSpPr>
          <a:xfrm>
            <a:off x="5309250" y="2903170"/>
            <a:ext cx="359579" cy="355852"/>
            <a:chOff x="5309250" y="2903170"/>
            <a:chExt cx="359579" cy="355852"/>
          </a:xfrm>
        </p:grpSpPr>
        <p:sp>
          <p:nvSpPr>
            <p:cNvPr id="13902" name="Google Shape;13902;p4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3" name="Google Shape;13903;p4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4" name="Google Shape;13904;p4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05" name="Google Shape;13905;p49"/>
          <p:cNvGrpSpPr/>
          <p:nvPr/>
        </p:nvGrpSpPr>
        <p:grpSpPr>
          <a:xfrm>
            <a:off x="2199565" y="2421172"/>
            <a:ext cx="312179" cy="353431"/>
            <a:chOff x="2199565" y="2421172"/>
            <a:chExt cx="312179" cy="353431"/>
          </a:xfrm>
        </p:grpSpPr>
        <p:sp>
          <p:nvSpPr>
            <p:cNvPr id="13906" name="Google Shape;13906;p4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7" name="Google Shape;13907;p4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08" name="Google Shape;13908;p49"/>
          <p:cNvGrpSpPr/>
          <p:nvPr/>
        </p:nvGrpSpPr>
        <p:grpSpPr>
          <a:xfrm>
            <a:off x="1750887" y="2425727"/>
            <a:ext cx="320143" cy="343270"/>
            <a:chOff x="1750887" y="2425727"/>
            <a:chExt cx="320143" cy="343270"/>
          </a:xfrm>
        </p:grpSpPr>
        <p:sp>
          <p:nvSpPr>
            <p:cNvPr id="13909" name="Google Shape;13909;p4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0" name="Google Shape;13910;p4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11" name="Google Shape;13911;p49"/>
          <p:cNvGrpSpPr/>
          <p:nvPr/>
        </p:nvGrpSpPr>
        <p:grpSpPr>
          <a:xfrm>
            <a:off x="1298037" y="2425727"/>
            <a:ext cx="338364" cy="342887"/>
            <a:chOff x="1298037" y="2425727"/>
            <a:chExt cx="338364" cy="342887"/>
          </a:xfrm>
        </p:grpSpPr>
        <p:sp>
          <p:nvSpPr>
            <p:cNvPr id="13912" name="Google Shape;13912;p4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3" name="Google Shape;13913;p4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4" name="Google Shape;13914;p4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5" name="Google Shape;13915;p4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916" name="Google Shape;13916;p49"/>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917" name="Google Shape;13917;p49"/>
          <p:cNvGrpSpPr/>
          <p:nvPr/>
        </p:nvGrpSpPr>
        <p:grpSpPr>
          <a:xfrm>
            <a:off x="3974207" y="2429009"/>
            <a:ext cx="320143" cy="338491"/>
            <a:chOff x="3974207" y="2429009"/>
            <a:chExt cx="320143" cy="338491"/>
          </a:xfrm>
        </p:grpSpPr>
        <p:sp>
          <p:nvSpPr>
            <p:cNvPr id="13918" name="Google Shape;13918;p4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9" name="Google Shape;13919;p4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20" name="Google Shape;13920;p49"/>
          <p:cNvGrpSpPr/>
          <p:nvPr/>
        </p:nvGrpSpPr>
        <p:grpSpPr>
          <a:xfrm>
            <a:off x="2623237" y="2431047"/>
            <a:ext cx="355024" cy="332630"/>
            <a:chOff x="2623237" y="2431047"/>
            <a:chExt cx="355024" cy="332630"/>
          </a:xfrm>
        </p:grpSpPr>
        <p:sp>
          <p:nvSpPr>
            <p:cNvPr id="13921" name="Google Shape;13921;p4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2" name="Google Shape;13922;p4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3" name="Google Shape;13923;p4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4" name="Google Shape;13924;p4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25" name="Google Shape;13925;p49"/>
          <p:cNvGrpSpPr/>
          <p:nvPr/>
        </p:nvGrpSpPr>
        <p:grpSpPr>
          <a:xfrm>
            <a:off x="6657194" y="2434073"/>
            <a:ext cx="375507" cy="367925"/>
            <a:chOff x="6657194" y="2434073"/>
            <a:chExt cx="375507" cy="367925"/>
          </a:xfrm>
        </p:grpSpPr>
        <p:sp>
          <p:nvSpPr>
            <p:cNvPr id="13926" name="Google Shape;13926;p4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7" name="Google Shape;13927;p4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8" name="Google Shape;13928;p4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29" name="Google Shape;13929;p49"/>
          <p:cNvGrpSpPr/>
          <p:nvPr/>
        </p:nvGrpSpPr>
        <p:grpSpPr>
          <a:xfrm>
            <a:off x="7101317" y="2441655"/>
            <a:ext cx="367925" cy="352380"/>
            <a:chOff x="7101317" y="2441655"/>
            <a:chExt cx="367925" cy="352380"/>
          </a:xfrm>
        </p:grpSpPr>
        <p:sp>
          <p:nvSpPr>
            <p:cNvPr id="13930" name="Google Shape;13930;p4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1" name="Google Shape;13931;p4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32" name="Google Shape;13932;p49"/>
          <p:cNvGrpSpPr/>
          <p:nvPr/>
        </p:nvGrpSpPr>
        <p:grpSpPr>
          <a:xfrm>
            <a:off x="5756399" y="2434456"/>
            <a:ext cx="367925" cy="367161"/>
            <a:chOff x="5756399" y="2434456"/>
            <a:chExt cx="367925" cy="367161"/>
          </a:xfrm>
        </p:grpSpPr>
        <p:sp>
          <p:nvSpPr>
            <p:cNvPr id="13933" name="Google Shape;13933;p4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4" name="Google Shape;13934;p4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5" name="Google Shape;13935;p4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6" name="Google Shape;13936;p4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7" name="Google Shape;13937;p4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8" name="Google Shape;13938;p4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9" name="Google Shape;13939;p4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940" name="Google Shape;13940;p49"/>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1" name="Google Shape;13941;p49"/>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942" name="Google Shape;13942;p49"/>
          <p:cNvGrpSpPr/>
          <p:nvPr/>
        </p:nvGrpSpPr>
        <p:grpSpPr>
          <a:xfrm>
            <a:off x="7964906" y="2434073"/>
            <a:ext cx="373627" cy="367925"/>
            <a:chOff x="7964906" y="2434073"/>
            <a:chExt cx="373627" cy="367925"/>
          </a:xfrm>
        </p:grpSpPr>
        <p:sp>
          <p:nvSpPr>
            <p:cNvPr id="13943" name="Google Shape;13943;p4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4" name="Google Shape;13944;p4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45" name="Google Shape;13945;p49"/>
          <p:cNvGrpSpPr/>
          <p:nvPr/>
        </p:nvGrpSpPr>
        <p:grpSpPr>
          <a:xfrm>
            <a:off x="6194086" y="2437737"/>
            <a:ext cx="369837" cy="360471"/>
            <a:chOff x="6194086" y="2437737"/>
            <a:chExt cx="369837" cy="360471"/>
          </a:xfrm>
        </p:grpSpPr>
        <p:sp>
          <p:nvSpPr>
            <p:cNvPr id="13946" name="Google Shape;13946;p4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7" name="Google Shape;13947;p4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51" name="Shape 13951"/>
        <p:cNvGrpSpPr/>
        <p:nvPr/>
      </p:nvGrpSpPr>
      <p:grpSpPr>
        <a:xfrm>
          <a:off x="0" y="0"/>
          <a:ext cx="0" cy="0"/>
          <a:chOff x="0" y="0"/>
          <a:chExt cx="0" cy="0"/>
        </a:xfrm>
      </p:grpSpPr>
      <p:sp>
        <p:nvSpPr>
          <p:cNvPr id="13952" name="Google Shape;13952;p50"/>
          <p:cNvSpPr txBox="1"/>
          <p:nvPr>
            <p:ph idx="4294967295" type="title"/>
          </p:nvPr>
        </p:nvSpPr>
        <p:spPr>
          <a:xfrm>
            <a:off x="849675" y="94377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953" name="Google Shape;13953;p50"/>
          <p:cNvSpPr txBox="1"/>
          <p:nvPr>
            <p:ph idx="4294967295" type="title"/>
          </p:nvPr>
        </p:nvSpPr>
        <p:spPr>
          <a:xfrm>
            <a:off x="4858400" y="94377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3954" name="Google Shape;13954;p50"/>
          <p:cNvGrpSpPr/>
          <p:nvPr/>
        </p:nvGrpSpPr>
        <p:grpSpPr>
          <a:xfrm>
            <a:off x="3541011" y="1508594"/>
            <a:ext cx="350167" cy="349434"/>
            <a:chOff x="3541011" y="1508594"/>
            <a:chExt cx="350167" cy="349434"/>
          </a:xfrm>
        </p:grpSpPr>
        <p:sp>
          <p:nvSpPr>
            <p:cNvPr id="13955" name="Google Shape;13955;p5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6" name="Google Shape;13956;p5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7" name="Google Shape;13957;p5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8" name="Google Shape;13958;p5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9" name="Google Shape;13959;p5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0" name="Google Shape;13960;p5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1" name="Google Shape;13961;p5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2" name="Google Shape;13962;p5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3" name="Google Shape;13963;p5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4" name="Google Shape;13964;p5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5" name="Google Shape;13965;p5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6" name="Google Shape;13966;p5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7" name="Google Shape;13967;p5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68" name="Google Shape;13968;p50"/>
          <p:cNvGrpSpPr/>
          <p:nvPr/>
        </p:nvGrpSpPr>
        <p:grpSpPr>
          <a:xfrm>
            <a:off x="3122257" y="1508594"/>
            <a:ext cx="294850" cy="349434"/>
            <a:chOff x="3122257" y="1508594"/>
            <a:chExt cx="294850" cy="349434"/>
          </a:xfrm>
        </p:grpSpPr>
        <p:sp>
          <p:nvSpPr>
            <p:cNvPr id="13969" name="Google Shape;13969;p5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0" name="Google Shape;13970;p5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1" name="Google Shape;13971;p5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2" name="Google Shape;13972;p5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3" name="Google Shape;13973;p5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74" name="Google Shape;13974;p50"/>
          <p:cNvGrpSpPr/>
          <p:nvPr/>
        </p:nvGrpSpPr>
        <p:grpSpPr>
          <a:xfrm>
            <a:off x="910723" y="1508212"/>
            <a:ext cx="251660" cy="350166"/>
            <a:chOff x="910723" y="1508212"/>
            <a:chExt cx="251660" cy="350166"/>
          </a:xfrm>
        </p:grpSpPr>
        <p:sp>
          <p:nvSpPr>
            <p:cNvPr id="13975" name="Google Shape;13975;p5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6" name="Google Shape;13976;p5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7" name="Google Shape;13977;p5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8" name="Google Shape;13978;p5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9" name="Google Shape;13979;p5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0" name="Google Shape;13980;p5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1" name="Google Shape;13981;p5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2" name="Google Shape;13982;p5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3" name="Google Shape;13983;p5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4" name="Google Shape;13984;p5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5" name="Google Shape;13985;p5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6" name="Google Shape;13986;p5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7" name="Google Shape;13987;p5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8" name="Google Shape;13988;p5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9" name="Google Shape;13989;p5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0" name="Google Shape;13990;p5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1" name="Google Shape;13991;p5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92" name="Google Shape;13992;p50"/>
          <p:cNvGrpSpPr/>
          <p:nvPr/>
        </p:nvGrpSpPr>
        <p:grpSpPr>
          <a:xfrm>
            <a:off x="1308631" y="1507830"/>
            <a:ext cx="350166" cy="350198"/>
            <a:chOff x="1308631" y="1507830"/>
            <a:chExt cx="350166" cy="350198"/>
          </a:xfrm>
        </p:grpSpPr>
        <p:sp>
          <p:nvSpPr>
            <p:cNvPr id="13993" name="Google Shape;13993;p5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4" name="Google Shape;13994;p5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5" name="Google Shape;13995;p5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6" name="Google Shape;13996;p5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97" name="Google Shape;13997;p50"/>
          <p:cNvGrpSpPr/>
          <p:nvPr/>
        </p:nvGrpSpPr>
        <p:grpSpPr>
          <a:xfrm>
            <a:off x="1756921" y="1509739"/>
            <a:ext cx="345997" cy="345997"/>
            <a:chOff x="1756921" y="1509739"/>
            <a:chExt cx="345997" cy="345997"/>
          </a:xfrm>
        </p:grpSpPr>
        <p:sp>
          <p:nvSpPr>
            <p:cNvPr id="13998" name="Google Shape;13998;p5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9" name="Google Shape;13999;p5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0" name="Google Shape;14000;p5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1" name="Google Shape;14001;p5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2" name="Google Shape;14002;p5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3" name="Google Shape;14003;p5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4" name="Google Shape;14004;p5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5" name="Google Shape;14005;p5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6" name="Google Shape;14006;p5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7" name="Google Shape;14007;p5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8" name="Google Shape;14008;p5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9" name="Google Shape;14009;p5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0" name="Google Shape;14010;p5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1" name="Google Shape;14011;p5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2" name="Google Shape;14012;p5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3" name="Google Shape;14013;p5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4" name="Google Shape;14014;p5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15" name="Google Shape;14015;p50"/>
          <p:cNvGrpSpPr/>
          <p:nvPr/>
        </p:nvGrpSpPr>
        <p:grpSpPr>
          <a:xfrm>
            <a:off x="2216956" y="1510503"/>
            <a:ext cx="318721" cy="345615"/>
            <a:chOff x="2216956" y="1510503"/>
            <a:chExt cx="318721" cy="345615"/>
          </a:xfrm>
        </p:grpSpPr>
        <p:sp>
          <p:nvSpPr>
            <p:cNvPr id="14016" name="Google Shape;14016;p5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7" name="Google Shape;14017;p5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8" name="Google Shape;14018;p5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9" name="Google Shape;14019;p5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0" name="Google Shape;14020;p5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21" name="Google Shape;14021;p50"/>
          <p:cNvGrpSpPr/>
          <p:nvPr/>
        </p:nvGrpSpPr>
        <p:grpSpPr>
          <a:xfrm>
            <a:off x="3988156" y="1568461"/>
            <a:ext cx="349052" cy="230050"/>
            <a:chOff x="3988156" y="1568461"/>
            <a:chExt cx="349052" cy="230050"/>
          </a:xfrm>
        </p:grpSpPr>
        <p:sp>
          <p:nvSpPr>
            <p:cNvPr id="14022" name="Google Shape;14022;p5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3" name="Google Shape;14023;p5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4" name="Google Shape;14024;p5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5" name="Google Shape;14025;p5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6" name="Google Shape;14026;p5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7" name="Google Shape;14027;p5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8" name="Google Shape;14028;p5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29" name="Google Shape;14029;p50"/>
          <p:cNvGrpSpPr/>
          <p:nvPr/>
        </p:nvGrpSpPr>
        <p:grpSpPr>
          <a:xfrm>
            <a:off x="2633037" y="1499873"/>
            <a:ext cx="379002" cy="366112"/>
            <a:chOff x="2633037" y="1499873"/>
            <a:chExt cx="379002" cy="366112"/>
          </a:xfrm>
        </p:grpSpPr>
        <p:sp>
          <p:nvSpPr>
            <p:cNvPr id="14030" name="Google Shape;14030;p5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1" name="Google Shape;14031;p5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2" name="Google Shape;14032;p5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3" name="Google Shape;14033;p5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4" name="Google Shape;14034;p5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5" name="Google Shape;14035;p5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36" name="Google Shape;14036;p50"/>
          <p:cNvGrpSpPr/>
          <p:nvPr/>
        </p:nvGrpSpPr>
        <p:grpSpPr>
          <a:xfrm>
            <a:off x="6675256" y="1516169"/>
            <a:ext cx="327823" cy="357009"/>
            <a:chOff x="6675256" y="1516169"/>
            <a:chExt cx="327823" cy="357009"/>
          </a:xfrm>
        </p:grpSpPr>
        <p:sp>
          <p:nvSpPr>
            <p:cNvPr id="14037" name="Google Shape;14037;p5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8" name="Google Shape;14038;p5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9" name="Google Shape;14039;p5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0" name="Google Shape;14040;p5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1" name="Google Shape;14041;p5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2" name="Google Shape;14042;p5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3" name="Google Shape;14043;p5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4" name="Google Shape;14044;p5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5" name="Google Shape;14045;p5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46" name="Google Shape;14046;p50"/>
          <p:cNvGrpSpPr/>
          <p:nvPr/>
        </p:nvGrpSpPr>
        <p:grpSpPr>
          <a:xfrm>
            <a:off x="8020159" y="1516551"/>
            <a:ext cx="300897" cy="356627"/>
            <a:chOff x="8020159" y="1516551"/>
            <a:chExt cx="300897" cy="356627"/>
          </a:xfrm>
        </p:grpSpPr>
        <p:sp>
          <p:nvSpPr>
            <p:cNvPr id="14047" name="Google Shape;14047;p5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8" name="Google Shape;14048;p5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9" name="Google Shape;14049;p5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0" name="Google Shape;14050;p5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1" name="Google Shape;14051;p5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52" name="Google Shape;14052;p50"/>
          <p:cNvGrpSpPr/>
          <p:nvPr/>
        </p:nvGrpSpPr>
        <p:grpSpPr>
          <a:xfrm>
            <a:off x="5377363" y="1516169"/>
            <a:ext cx="257357" cy="356627"/>
            <a:chOff x="5377363" y="1516169"/>
            <a:chExt cx="257357" cy="356627"/>
          </a:xfrm>
        </p:grpSpPr>
        <p:sp>
          <p:nvSpPr>
            <p:cNvPr id="14053" name="Google Shape;14053;p5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4" name="Google Shape;14054;p5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5" name="Google Shape;14055;p5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6" name="Google Shape;14056;p5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7" name="Google Shape;14057;p5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8" name="Google Shape;14058;p5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9" name="Google Shape;14059;p5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0" name="Google Shape;14060;p5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1" name="Google Shape;14061;p5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2" name="Google Shape;14062;p5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3" name="Google Shape;14063;p5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4" name="Google Shape;14064;p5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5" name="Google Shape;14065;p5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6" name="Google Shape;14066;p5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7" name="Google Shape;14067;p5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8" name="Google Shape;14068;p5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9" name="Google Shape;14069;p5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70" name="Google Shape;14070;p50"/>
          <p:cNvGrpSpPr/>
          <p:nvPr/>
        </p:nvGrpSpPr>
        <p:grpSpPr>
          <a:xfrm>
            <a:off x="4880567" y="1535870"/>
            <a:ext cx="356245" cy="317606"/>
            <a:chOff x="4880567" y="1535870"/>
            <a:chExt cx="356245" cy="317606"/>
          </a:xfrm>
        </p:grpSpPr>
        <p:sp>
          <p:nvSpPr>
            <p:cNvPr id="14071" name="Google Shape;14071;p5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2" name="Google Shape;14072;p5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3" name="Google Shape;14073;p5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4" name="Google Shape;14074;p5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5" name="Google Shape;14075;p5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76" name="Google Shape;14076;p50"/>
          <p:cNvGrpSpPr/>
          <p:nvPr/>
        </p:nvGrpSpPr>
        <p:grpSpPr>
          <a:xfrm>
            <a:off x="5771483" y="1515787"/>
            <a:ext cx="357359" cy="357391"/>
            <a:chOff x="5771483" y="1515787"/>
            <a:chExt cx="357359" cy="357391"/>
          </a:xfrm>
        </p:grpSpPr>
        <p:sp>
          <p:nvSpPr>
            <p:cNvPr id="14077" name="Google Shape;14077;p5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8" name="Google Shape;14078;p5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9" name="Google Shape;14079;p5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0" name="Google Shape;14080;p5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81" name="Google Shape;14081;p50"/>
          <p:cNvGrpSpPr/>
          <p:nvPr/>
        </p:nvGrpSpPr>
        <p:grpSpPr>
          <a:xfrm>
            <a:off x="7121669" y="1533610"/>
            <a:ext cx="321362" cy="321363"/>
            <a:chOff x="7121669" y="1533610"/>
            <a:chExt cx="321362" cy="321363"/>
          </a:xfrm>
        </p:grpSpPr>
        <p:sp>
          <p:nvSpPr>
            <p:cNvPr id="14082" name="Google Shape;14082;p5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3" name="Google Shape;14083;p5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4" name="Google Shape;14084;p5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5" name="Google Shape;14085;p5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86" name="Google Shape;14086;p50"/>
          <p:cNvGrpSpPr/>
          <p:nvPr/>
        </p:nvGrpSpPr>
        <p:grpSpPr>
          <a:xfrm>
            <a:off x="7562766" y="1514864"/>
            <a:ext cx="327059" cy="360192"/>
            <a:chOff x="7562766" y="1514864"/>
            <a:chExt cx="327059" cy="360192"/>
          </a:xfrm>
        </p:grpSpPr>
        <p:sp>
          <p:nvSpPr>
            <p:cNvPr id="14087" name="Google Shape;14087;p5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8" name="Google Shape;14088;p5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9" name="Google Shape;14089;p5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0" name="Google Shape;14090;p5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91" name="Google Shape;14091;p50"/>
          <p:cNvGrpSpPr/>
          <p:nvPr/>
        </p:nvGrpSpPr>
        <p:grpSpPr>
          <a:xfrm>
            <a:off x="6221229" y="1498673"/>
            <a:ext cx="361636" cy="362183"/>
            <a:chOff x="6259175" y="1559008"/>
            <a:chExt cx="271743" cy="272093"/>
          </a:xfrm>
        </p:grpSpPr>
        <p:sp>
          <p:nvSpPr>
            <p:cNvPr id="14092" name="Google Shape;14092;p5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3" name="Google Shape;14093;p5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4" name="Google Shape;14094;p5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5" name="Google Shape;14095;p5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6" name="Google Shape;14096;p5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7" name="Google Shape;14097;p5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8" name="Google Shape;14098;p5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9" name="Google Shape;14099;p5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0" name="Google Shape;14100;p5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1" name="Google Shape;14101;p5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2" name="Google Shape;14102;p5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3" name="Google Shape;14103;p5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4" name="Google Shape;14104;p5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5" name="Google Shape;14105;p5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6" name="Google Shape;14106;p5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7" name="Google Shape;14107;p5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8" name="Google Shape;14108;p5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09" name="Google Shape;14109;p50"/>
          <p:cNvGrpSpPr/>
          <p:nvPr/>
        </p:nvGrpSpPr>
        <p:grpSpPr>
          <a:xfrm>
            <a:off x="2661459" y="2015001"/>
            <a:ext cx="322508" cy="273494"/>
            <a:chOff x="2661459" y="2015001"/>
            <a:chExt cx="322508" cy="273494"/>
          </a:xfrm>
        </p:grpSpPr>
        <p:sp>
          <p:nvSpPr>
            <p:cNvPr id="14110" name="Google Shape;14110;p5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1" name="Google Shape;14111;p5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12" name="Google Shape;14112;p50"/>
          <p:cNvGrpSpPr/>
          <p:nvPr/>
        </p:nvGrpSpPr>
        <p:grpSpPr>
          <a:xfrm>
            <a:off x="6671087" y="2009304"/>
            <a:ext cx="332756" cy="281832"/>
            <a:chOff x="6671087" y="2009304"/>
            <a:chExt cx="332756" cy="281832"/>
          </a:xfrm>
        </p:grpSpPr>
        <p:sp>
          <p:nvSpPr>
            <p:cNvPr id="14113" name="Google Shape;14113;p5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4" name="Google Shape;14114;p5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15" name="Google Shape;14115;p50"/>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16" name="Google Shape;14116;p50"/>
          <p:cNvGrpSpPr/>
          <p:nvPr/>
        </p:nvGrpSpPr>
        <p:grpSpPr>
          <a:xfrm>
            <a:off x="2201806" y="1976585"/>
            <a:ext cx="349784" cy="349435"/>
            <a:chOff x="2201806" y="1976585"/>
            <a:chExt cx="349784" cy="349435"/>
          </a:xfrm>
        </p:grpSpPr>
        <p:sp>
          <p:nvSpPr>
            <p:cNvPr id="14117" name="Google Shape;14117;p5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8" name="Google Shape;14118;p5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9" name="Google Shape;14119;p5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0" name="Google Shape;14120;p5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21" name="Google Shape;14121;p50"/>
          <p:cNvGrpSpPr/>
          <p:nvPr/>
        </p:nvGrpSpPr>
        <p:grpSpPr>
          <a:xfrm>
            <a:off x="3094217" y="1976585"/>
            <a:ext cx="350198" cy="350549"/>
            <a:chOff x="3094217" y="1976585"/>
            <a:chExt cx="350198" cy="350549"/>
          </a:xfrm>
        </p:grpSpPr>
        <p:sp>
          <p:nvSpPr>
            <p:cNvPr id="14122" name="Google Shape;14122;p5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3" name="Google Shape;14123;p5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4" name="Google Shape;14124;p5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5" name="Google Shape;14125;p5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6" name="Google Shape;14126;p5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7" name="Google Shape;14127;p5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8" name="Google Shape;14128;p5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9" name="Google Shape;14129;p5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0" name="Google Shape;14130;p5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1" name="Google Shape;14131;p5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2" name="Google Shape;14132;p5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3" name="Google Shape;14133;p5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4" name="Google Shape;14134;p5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35" name="Google Shape;14135;p50"/>
          <p:cNvGrpSpPr/>
          <p:nvPr/>
        </p:nvGrpSpPr>
        <p:grpSpPr>
          <a:xfrm>
            <a:off x="870939" y="1975821"/>
            <a:ext cx="332375" cy="350071"/>
            <a:chOff x="870939" y="1975821"/>
            <a:chExt cx="332375" cy="350071"/>
          </a:xfrm>
        </p:grpSpPr>
        <p:sp>
          <p:nvSpPr>
            <p:cNvPr id="14136" name="Google Shape;14136;p5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7" name="Google Shape;14137;p5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8" name="Google Shape;14138;p5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9" name="Google Shape;14139;p5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40" name="Google Shape;14140;p50"/>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41" name="Google Shape;14141;p50"/>
          <p:cNvGrpSpPr/>
          <p:nvPr/>
        </p:nvGrpSpPr>
        <p:grpSpPr>
          <a:xfrm>
            <a:off x="3979435" y="1976585"/>
            <a:ext cx="345265" cy="349848"/>
            <a:chOff x="3979435" y="1976585"/>
            <a:chExt cx="345265" cy="349848"/>
          </a:xfrm>
        </p:grpSpPr>
        <p:sp>
          <p:nvSpPr>
            <p:cNvPr id="14142" name="Google Shape;14142;p5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3" name="Google Shape;14143;p5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4" name="Google Shape;14144;p5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5" name="Google Shape;14145;p5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6" name="Google Shape;14146;p5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7" name="Google Shape;14147;p5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8" name="Google Shape;14148;p5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9" name="Google Shape;14149;p5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0" name="Google Shape;14150;p5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1" name="Google Shape;14151;p5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2" name="Google Shape;14152;p5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3" name="Google Shape;14153;p5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4" name="Google Shape;14154;p5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5" name="Google Shape;14155;p5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6" name="Google Shape;14156;p5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7" name="Google Shape;14157;p5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8" name="Google Shape;14158;p5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59" name="Google Shape;14159;p50"/>
          <p:cNvGrpSpPr/>
          <p:nvPr/>
        </p:nvGrpSpPr>
        <p:grpSpPr>
          <a:xfrm>
            <a:off x="3576626" y="1975821"/>
            <a:ext cx="284251" cy="351694"/>
            <a:chOff x="3576626" y="1975821"/>
            <a:chExt cx="284251" cy="351694"/>
          </a:xfrm>
        </p:grpSpPr>
        <p:sp>
          <p:nvSpPr>
            <p:cNvPr id="14160" name="Google Shape;14160;p5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1" name="Google Shape;14161;p5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2" name="Google Shape;14162;p5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63" name="Google Shape;14163;p50"/>
          <p:cNvGrpSpPr/>
          <p:nvPr/>
        </p:nvGrpSpPr>
        <p:grpSpPr>
          <a:xfrm>
            <a:off x="2722090" y="2890162"/>
            <a:ext cx="238770" cy="371841"/>
            <a:chOff x="2722090" y="2890162"/>
            <a:chExt cx="238770" cy="371841"/>
          </a:xfrm>
        </p:grpSpPr>
        <p:sp>
          <p:nvSpPr>
            <p:cNvPr id="14164" name="Google Shape;14164;p5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5" name="Google Shape;14165;p5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6" name="Google Shape;14166;p5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67" name="Google Shape;14167;p50"/>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68" name="Google Shape;14168;p50"/>
          <p:cNvGrpSpPr/>
          <p:nvPr/>
        </p:nvGrpSpPr>
        <p:grpSpPr>
          <a:xfrm>
            <a:off x="6216367" y="1970156"/>
            <a:ext cx="361147" cy="361147"/>
            <a:chOff x="6216367" y="1970156"/>
            <a:chExt cx="361147" cy="361147"/>
          </a:xfrm>
        </p:grpSpPr>
        <p:sp>
          <p:nvSpPr>
            <p:cNvPr id="14169" name="Google Shape;14169;p5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0" name="Google Shape;14170;p5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1" name="Google Shape;14171;p5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2" name="Google Shape;14172;p5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73" name="Google Shape;14173;p50"/>
          <p:cNvGrpSpPr/>
          <p:nvPr/>
        </p:nvGrpSpPr>
        <p:grpSpPr>
          <a:xfrm>
            <a:off x="1289311" y="2926222"/>
            <a:ext cx="408156" cy="299783"/>
            <a:chOff x="1289311" y="2926222"/>
            <a:chExt cx="408156" cy="299783"/>
          </a:xfrm>
        </p:grpSpPr>
        <p:sp>
          <p:nvSpPr>
            <p:cNvPr id="14174" name="Google Shape;14174;p5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5" name="Google Shape;14175;p5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76" name="Google Shape;14176;p50"/>
          <p:cNvGrpSpPr/>
          <p:nvPr/>
        </p:nvGrpSpPr>
        <p:grpSpPr>
          <a:xfrm>
            <a:off x="7978465" y="1969392"/>
            <a:ext cx="361147" cy="360797"/>
            <a:chOff x="7978465" y="1969392"/>
            <a:chExt cx="361147" cy="360797"/>
          </a:xfrm>
        </p:grpSpPr>
        <p:sp>
          <p:nvSpPr>
            <p:cNvPr id="14177" name="Google Shape;14177;p5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8" name="Google Shape;14178;p5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9" name="Google Shape;14179;p5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0" name="Google Shape;14180;p5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1" name="Google Shape;14181;p5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2" name="Google Shape;14182;p5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3" name="Google Shape;14183;p5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4" name="Google Shape;14184;p5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5" name="Google Shape;14185;p5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86" name="Google Shape;14186;p50"/>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87" name="Google Shape;14187;p50"/>
          <p:cNvGrpSpPr/>
          <p:nvPr/>
        </p:nvGrpSpPr>
        <p:grpSpPr>
          <a:xfrm>
            <a:off x="854261" y="2908813"/>
            <a:ext cx="377474" cy="335748"/>
            <a:chOff x="854261" y="2908813"/>
            <a:chExt cx="377474" cy="335748"/>
          </a:xfrm>
        </p:grpSpPr>
        <p:sp>
          <p:nvSpPr>
            <p:cNvPr id="14188" name="Google Shape;14188;p5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9" name="Google Shape;14189;p5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0" name="Google Shape;14190;p5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1" name="Google Shape;14191;p5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2" name="Google Shape;14192;p5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93" name="Google Shape;14193;p50"/>
          <p:cNvGrpSpPr/>
          <p:nvPr/>
        </p:nvGrpSpPr>
        <p:grpSpPr>
          <a:xfrm>
            <a:off x="1749728" y="2894777"/>
            <a:ext cx="386927" cy="363438"/>
            <a:chOff x="1749728" y="2894777"/>
            <a:chExt cx="386927" cy="363438"/>
          </a:xfrm>
        </p:grpSpPr>
        <p:sp>
          <p:nvSpPr>
            <p:cNvPr id="14194" name="Google Shape;14194;p5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5" name="Google Shape;14195;p5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6" name="Google Shape;14196;p5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7" name="Google Shape;14197;p5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8" name="Google Shape;14198;p5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9" name="Google Shape;14199;p5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0" name="Google Shape;14200;p5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01" name="Google Shape;14201;p50"/>
          <p:cNvGrpSpPr/>
          <p:nvPr/>
        </p:nvGrpSpPr>
        <p:grpSpPr>
          <a:xfrm>
            <a:off x="7098912" y="1969392"/>
            <a:ext cx="359651" cy="361561"/>
            <a:chOff x="7098912" y="1969392"/>
            <a:chExt cx="359651" cy="361561"/>
          </a:xfrm>
        </p:grpSpPr>
        <p:sp>
          <p:nvSpPr>
            <p:cNvPr id="14202" name="Google Shape;14202;p5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3" name="Google Shape;14203;p5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4" name="Google Shape;14204;p5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5" name="Google Shape;14205;p5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6" name="Google Shape;14206;p5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7" name="Google Shape;14207;p5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8" name="Google Shape;14208;p5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9" name="Google Shape;14209;p5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0" name="Google Shape;14210;p5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1" name="Google Shape;14211;p5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2" name="Google Shape;14212;p5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3" name="Google Shape;14213;p5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4" name="Google Shape;14214;p5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215" name="Google Shape;14215;p50"/>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16" name="Google Shape;14216;p50"/>
          <p:cNvGrpSpPr/>
          <p:nvPr/>
        </p:nvGrpSpPr>
        <p:grpSpPr>
          <a:xfrm>
            <a:off x="5352728" y="1990239"/>
            <a:ext cx="327092" cy="322508"/>
            <a:chOff x="5352728" y="1990239"/>
            <a:chExt cx="327092" cy="322508"/>
          </a:xfrm>
        </p:grpSpPr>
        <p:sp>
          <p:nvSpPr>
            <p:cNvPr id="14217" name="Google Shape;14217;p5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8" name="Google Shape;14218;p5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9" name="Google Shape;14219;p5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20" name="Google Shape;14220;p50"/>
          <p:cNvGrpSpPr/>
          <p:nvPr/>
        </p:nvGrpSpPr>
        <p:grpSpPr>
          <a:xfrm>
            <a:off x="7538896" y="1970156"/>
            <a:ext cx="361147" cy="361529"/>
            <a:chOff x="7538896" y="1970156"/>
            <a:chExt cx="361147" cy="361529"/>
          </a:xfrm>
        </p:grpSpPr>
        <p:sp>
          <p:nvSpPr>
            <p:cNvPr id="14221" name="Google Shape;14221;p5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2" name="Google Shape;14222;p5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3" name="Google Shape;14223;p5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4" name="Google Shape;14224;p5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5" name="Google Shape;14225;p5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6" name="Google Shape;14226;p5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27" name="Google Shape;14227;p50"/>
          <p:cNvGrpSpPr/>
          <p:nvPr/>
        </p:nvGrpSpPr>
        <p:grpSpPr>
          <a:xfrm>
            <a:off x="4896099" y="1970920"/>
            <a:ext cx="358155" cy="358123"/>
            <a:chOff x="4896099" y="1970920"/>
            <a:chExt cx="358155" cy="358123"/>
          </a:xfrm>
        </p:grpSpPr>
        <p:sp>
          <p:nvSpPr>
            <p:cNvPr id="14228" name="Google Shape;14228;p5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9" name="Google Shape;14229;p5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0" name="Google Shape;14230;p5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31" name="Google Shape;14231;p50"/>
          <p:cNvGrpSpPr/>
          <p:nvPr/>
        </p:nvGrpSpPr>
        <p:grpSpPr>
          <a:xfrm>
            <a:off x="4048787" y="2977019"/>
            <a:ext cx="283488" cy="198604"/>
            <a:chOff x="4048787" y="2977019"/>
            <a:chExt cx="283488" cy="198604"/>
          </a:xfrm>
        </p:grpSpPr>
        <p:sp>
          <p:nvSpPr>
            <p:cNvPr id="14232" name="Google Shape;14232;p5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3" name="Google Shape;14233;p5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4" name="Google Shape;14234;p5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5" name="Google Shape;14235;p5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6" name="Google Shape;14236;p5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7" name="Google Shape;14237;p5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38" name="Google Shape;14238;p50"/>
          <p:cNvGrpSpPr/>
          <p:nvPr/>
        </p:nvGrpSpPr>
        <p:grpSpPr>
          <a:xfrm>
            <a:off x="4054103" y="2430191"/>
            <a:ext cx="218687" cy="349052"/>
            <a:chOff x="4054103" y="2430191"/>
            <a:chExt cx="218687" cy="349052"/>
          </a:xfrm>
        </p:grpSpPr>
        <p:sp>
          <p:nvSpPr>
            <p:cNvPr id="14239" name="Google Shape;14239;p5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0" name="Google Shape;14240;p5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41" name="Google Shape;14241;p50"/>
          <p:cNvGrpSpPr/>
          <p:nvPr/>
        </p:nvGrpSpPr>
        <p:grpSpPr>
          <a:xfrm>
            <a:off x="2185128" y="2427549"/>
            <a:ext cx="382757" cy="356595"/>
            <a:chOff x="2185128" y="2427549"/>
            <a:chExt cx="382757" cy="356595"/>
          </a:xfrm>
        </p:grpSpPr>
        <p:sp>
          <p:nvSpPr>
            <p:cNvPr id="14242" name="Google Shape;14242;p5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3" name="Google Shape;14243;p5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4" name="Google Shape;14244;p5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5" name="Google Shape;14245;p5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46" name="Google Shape;14246;p50"/>
          <p:cNvGrpSpPr/>
          <p:nvPr/>
        </p:nvGrpSpPr>
        <p:grpSpPr>
          <a:xfrm>
            <a:off x="3539102" y="2427549"/>
            <a:ext cx="355099" cy="355481"/>
            <a:chOff x="3539102" y="2427549"/>
            <a:chExt cx="355099" cy="355481"/>
          </a:xfrm>
        </p:grpSpPr>
        <p:sp>
          <p:nvSpPr>
            <p:cNvPr id="14247" name="Google Shape;14247;p5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8" name="Google Shape;14248;p5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49" name="Google Shape;14249;p50"/>
          <p:cNvGrpSpPr/>
          <p:nvPr/>
        </p:nvGrpSpPr>
        <p:grpSpPr>
          <a:xfrm>
            <a:off x="2656907" y="2439293"/>
            <a:ext cx="332757" cy="332343"/>
            <a:chOff x="2656907" y="2439293"/>
            <a:chExt cx="332757" cy="332343"/>
          </a:xfrm>
        </p:grpSpPr>
        <p:sp>
          <p:nvSpPr>
            <p:cNvPr id="14250" name="Google Shape;14250;p5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1" name="Google Shape;14251;p5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2" name="Google Shape;14252;p5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3" name="Google Shape;14253;p5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4" name="Google Shape;14254;p5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5" name="Google Shape;14255;p5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6" name="Google Shape;14256;p5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57" name="Google Shape;14257;p50"/>
          <p:cNvGrpSpPr/>
          <p:nvPr/>
        </p:nvGrpSpPr>
        <p:grpSpPr>
          <a:xfrm>
            <a:off x="1731523" y="2422616"/>
            <a:ext cx="399435" cy="365698"/>
            <a:chOff x="1731523" y="2422616"/>
            <a:chExt cx="399435" cy="365698"/>
          </a:xfrm>
        </p:grpSpPr>
        <p:sp>
          <p:nvSpPr>
            <p:cNvPr id="14258" name="Google Shape;14258;p5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9" name="Google Shape;14259;p5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0" name="Google Shape;14260;p5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61" name="Google Shape;14261;p50"/>
          <p:cNvGrpSpPr/>
          <p:nvPr/>
        </p:nvGrpSpPr>
        <p:grpSpPr>
          <a:xfrm>
            <a:off x="3097241" y="2433564"/>
            <a:ext cx="344883" cy="343388"/>
            <a:chOff x="3097241" y="2433564"/>
            <a:chExt cx="344883" cy="343388"/>
          </a:xfrm>
        </p:grpSpPr>
        <p:sp>
          <p:nvSpPr>
            <p:cNvPr id="14262" name="Google Shape;14262;p5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3" name="Google Shape;14263;p5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4" name="Google Shape;14264;p5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5" name="Google Shape;14265;p5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6" name="Google Shape;14266;p5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7" name="Google Shape;14267;p5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8" name="Google Shape;14268;p5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9" name="Google Shape;14269;p5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0" name="Google Shape;14270;p5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71" name="Google Shape;14271;p50"/>
          <p:cNvGrpSpPr/>
          <p:nvPr/>
        </p:nvGrpSpPr>
        <p:grpSpPr>
          <a:xfrm>
            <a:off x="1278299" y="2439293"/>
            <a:ext cx="410829" cy="332343"/>
            <a:chOff x="1278299" y="2439293"/>
            <a:chExt cx="410829" cy="332343"/>
          </a:xfrm>
        </p:grpSpPr>
        <p:sp>
          <p:nvSpPr>
            <p:cNvPr id="14272" name="Google Shape;14272;p5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3" name="Google Shape;14273;p5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4" name="Google Shape;14274;p5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5" name="Google Shape;14275;p5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6" name="Google Shape;14276;p5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7" name="Google Shape;14277;p5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8" name="Google Shape;14278;p5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9" name="Google Shape;14279;p5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80" name="Google Shape;14280;p50"/>
          <p:cNvGrpSpPr/>
          <p:nvPr/>
        </p:nvGrpSpPr>
        <p:grpSpPr>
          <a:xfrm>
            <a:off x="870939" y="2439293"/>
            <a:ext cx="331993" cy="331993"/>
            <a:chOff x="870939" y="2439293"/>
            <a:chExt cx="331993" cy="331993"/>
          </a:xfrm>
        </p:grpSpPr>
        <p:sp>
          <p:nvSpPr>
            <p:cNvPr id="14281" name="Google Shape;14281;p5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2" name="Google Shape;14282;p5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3" name="Google Shape;14283;p5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4" name="Google Shape;14284;p5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5" name="Google Shape;14285;p5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6" name="Google Shape;14286;p5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7" name="Google Shape;14287;p5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8" name="Google Shape;14288;p5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9" name="Google Shape;14289;p5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0" name="Google Shape;14290;p5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1" name="Google Shape;14291;p5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2" name="Google Shape;14292;p5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3" name="Google Shape;14293;p5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4" name="Google Shape;14294;p5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5" name="Google Shape;14295;p5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6" name="Google Shape;14296;p5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97" name="Google Shape;14297;p50"/>
          <p:cNvGrpSpPr/>
          <p:nvPr/>
        </p:nvGrpSpPr>
        <p:grpSpPr>
          <a:xfrm>
            <a:off x="6644957" y="2456353"/>
            <a:ext cx="371395" cy="278905"/>
            <a:chOff x="6644957" y="2456353"/>
            <a:chExt cx="371395" cy="278905"/>
          </a:xfrm>
        </p:grpSpPr>
        <p:sp>
          <p:nvSpPr>
            <p:cNvPr id="14298" name="Google Shape;14298;p5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9" name="Google Shape;14299;p5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0" name="Google Shape;14300;p5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1" name="Google Shape;14301;p5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2" name="Google Shape;14302;p5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03" name="Google Shape;14303;p50"/>
          <p:cNvGrpSpPr/>
          <p:nvPr/>
        </p:nvGrpSpPr>
        <p:grpSpPr>
          <a:xfrm>
            <a:off x="5388757" y="2414659"/>
            <a:ext cx="260349" cy="362292"/>
            <a:chOff x="5388757" y="2414659"/>
            <a:chExt cx="260349" cy="362292"/>
          </a:xfrm>
        </p:grpSpPr>
        <p:sp>
          <p:nvSpPr>
            <p:cNvPr id="14304" name="Google Shape;14304;p5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5" name="Google Shape;14305;p5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6" name="Google Shape;14306;p5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7" name="Google Shape;14307;p5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8" name="Google Shape;14308;p5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9" name="Google Shape;14309;p5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0" name="Google Shape;14310;p5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1" name="Google Shape;14311;p5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2" name="Google Shape;14312;p5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3" name="Google Shape;14313;p5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4" name="Google Shape;14314;p5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5" name="Google Shape;14315;p5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6" name="Google Shape;14316;p5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7" name="Google Shape;14317;p5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8" name="Google Shape;14318;p5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9" name="Google Shape;14319;p5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0" name="Google Shape;14320;p5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1" name="Google Shape;14321;p5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2" name="Google Shape;14322;p5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3" name="Google Shape;14323;p5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24" name="Google Shape;14324;p50"/>
          <p:cNvGrpSpPr/>
          <p:nvPr/>
        </p:nvGrpSpPr>
        <p:grpSpPr>
          <a:xfrm>
            <a:off x="3567142" y="2905757"/>
            <a:ext cx="348288" cy="340331"/>
            <a:chOff x="3567142" y="2905757"/>
            <a:chExt cx="348288" cy="340331"/>
          </a:xfrm>
        </p:grpSpPr>
        <p:sp>
          <p:nvSpPr>
            <p:cNvPr id="14325" name="Google Shape;14325;p5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6" name="Google Shape;14326;p5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7" name="Google Shape;14327;p5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8" name="Google Shape;14328;p5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9" name="Google Shape;14329;p5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30" name="Google Shape;14330;p50"/>
          <p:cNvGrpSpPr/>
          <p:nvPr/>
        </p:nvGrpSpPr>
        <p:grpSpPr>
          <a:xfrm>
            <a:off x="7967103" y="2415041"/>
            <a:ext cx="355863" cy="361911"/>
            <a:chOff x="7967103" y="2415041"/>
            <a:chExt cx="355863" cy="361911"/>
          </a:xfrm>
        </p:grpSpPr>
        <p:sp>
          <p:nvSpPr>
            <p:cNvPr id="14331" name="Google Shape;14331;p5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2" name="Google Shape;14332;p5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3" name="Google Shape;14333;p5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4" name="Google Shape;14334;p5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5" name="Google Shape;14335;p5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6" name="Google Shape;14336;p5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7" name="Google Shape;14337;p5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8" name="Google Shape;14338;p5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9" name="Google Shape;14339;p5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0" name="Google Shape;14340;p5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1" name="Google Shape;14341;p5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42" name="Google Shape;14342;p50"/>
          <p:cNvGrpSpPr/>
          <p:nvPr/>
        </p:nvGrpSpPr>
        <p:grpSpPr>
          <a:xfrm>
            <a:off x="7529411" y="2414659"/>
            <a:ext cx="355863" cy="362293"/>
            <a:chOff x="7529411" y="2414659"/>
            <a:chExt cx="355863" cy="362293"/>
          </a:xfrm>
        </p:grpSpPr>
        <p:sp>
          <p:nvSpPr>
            <p:cNvPr id="14343" name="Google Shape;14343;p5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4" name="Google Shape;14344;p5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5" name="Google Shape;14345;p5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6" name="Google Shape;14346;p5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7" name="Google Shape;14347;p5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8" name="Google Shape;14348;p5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9" name="Google Shape;14349;p5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0" name="Google Shape;14350;p5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1" name="Google Shape;14351;p5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2" name="Google Shape;14352;p5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3" name="Google Shape;14353;p5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4" name="Google Shape;14354;p5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55" name="Google Shape;14355;p50"/>
          <p:cNvGrpSpPr/>
          <p:nvPr/>
        </p:nvGrpSpPr>
        <p:grpSpPr>
          <a:xfrm>
            <a:off x="5733194" y="2431718"/>
            <a:ext cx="446826" cy="327059"/>
            <a:chOff x="5733194" y="2431718"/>
            <a:chExt cx="446826" cy="327059"/>
          </a:xfrm>
        </p:grpSpPr>
        <p:sp>
          <p:nvSpPr>
            <p:cNvPr id="14356" name="Google Shape;14356;p5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7" name="Google Shape;14357;p5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8" name="Google Shape;14358;p5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59" name="Google Shape;14359;p50"/>
          <p:cNvGrpSpPr/>
          <p:nvPr/>
        </p:nvGrpSpPr>
        <p:grpSpPr>
          <a:xfrm>
            <a:off x="4876780" y="2418064"/>
            <a:ext cx="407774" cy="356628"/>
            <a:chOff x="4876780" y="2418064"/>
            <a:chExt cx="407774" cy="356628"/>
          </a:xfrm>
        </p:grpSpPr>
        <p:sp>
          <p:nvSpPr>
            <p:cNvPr id="14360" name="Google Shape;14360;p5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1" name="Google Shape;14361;p5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2" name="Google Shape;14362;p5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3" name="Google Shape;14363;p5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4" name="Google Shape;14364;p5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5" name="Google Shape;14365;p5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6" name="Google Shape;14366;p5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7" name="Google Shape;14367;p5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68" name="Google Shape;14368;p50"/>
          <p:cNvGrpSpPr/>
          <p:nvPr/>
        </p:nvGrpSpPr>
        <p:grpSpPr>
          <a:xfrm>
            <a:off x="7070872" y="2410871"/>
            <a:ext cx="398322" cy="371013"/>
            <a:chOff x="7070872" y="2410871"/>
            <a:chExt cx="398322" cy="371013"/>
          </a:xfrm>
        </p:grpSpPr>
        <p:sp>
          <p:nvSpPr>
            <p:cNvPr id="14369" name="Google Shape;14369;p5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0" name="Google Shape;14370;p5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1" name="Google Shape;14371;p5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2" name="Google Shape;14372;p5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373" name="Google Shape;14373;p50"/>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374" name="Google Shape;14374;p50"/>
          <p:cNvGrpSpPr/>
          <p:nvPr/>
        </p:nvGrpSpPr>
        <p:grpSpPr>
          <a:xfrm>
            <a:off x="5318259" y="2982111"/>
            <a:ext cx="371013" cy="220788"/>
            <a:chOff x="5318259" y="2982111"/>
            <a:chExt cx="371013" cy="220788"/>
          </a:xfrm>
        </p:grpSpPr>
        <p:sp>
          <p:nvSpPr>
            <p:cNvPr id="14375" name="Google Shape;14375;p5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6" name="Google Shape;14376;p5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7" name="Google Shape;14377;p5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8" name="Google Shape;14378;p5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9" name="Google Shape;14379;p5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0" name="Google Shape;14380;p5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1" name="Google Shape;14381;p5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2" name="Google Shape;14382;p5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83" name="Google Shape;14383;p50"/>
          <p:cNvGrpSpPr/>
          <p:nvPr/>
        </p:nvGrpSpPr>
        <p:grpSpPr>
          <a:xfrm>
            <a:off x="7073928" y="2905757"/>
            <a:ext cx="371395" cy="371809"/>
            <a:chOff x="7073928" y="2905757"/>
            <a:chExt cx="371395" cy="371809"/>
          </a:xfrm>
        </p:grpSpPr>
        <p:sp>
          <p:nvSpPr>
            <p:cNvPr id="14384" name="Google Shape;14384;p5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5" name="Google Shape;14385;p5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6" name="Google Shape;14386;p5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87" name="Google Shape;14387;p50"/>
          <p:cNvGrpSpPr/>
          <p:nvPr/>
        </p:nvGrpSpPr>
        <p:grpSpPr>
          <a:xfrm>
            <a:off x="6188327" y="2955408"/>
            <a:ext cx="371395" cy="272857"/>
            <a:chOff x="6188327" y="2955408"/>
            <a:chExt cx="371395" cy="272857"/>
          </a:xfrm>
        </p:grpSpPr>
        <p:sp>
          <p:nvSpPr>
            <p:cNvPr id="14388" name="Google Shape;14388;p5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9" name="Google Shape;14389;p5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90" name="Google Shape;14390;p50"/>
          <p:cNvGrpSpPr/>
          <p:nvPr/>
        </p:nvGrpSpPr>
        <p:grpSpPr>
          <a:xfrm>
            <a:off x="7521454" y="2906139"/>
            <a:ext cx="359650" cy="371013"/>
            <a:chOff x="7521454" y="2906139"/>
            <a:chExt cx="359650" cy="371013"/>
          </a:xfrm>
        </p:grpSpPr>
        <p:sp>
          <p:nvSpPr>
            <p:cNvPr id="14391" name="Google Shape;14391;p5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2" name="Google Shape;14392;p5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3" name="Google Shape;14393;p5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4" name="Google Shape;14394;p5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5" name="Google Shape;14395;p5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96" name="Google Shape;14396;p50"/>
          <p:cNvGrpSpPr/>
          <p:nvPr/>
        </p:nvGrpSpPr>
        <p:grpSpPr>
          <a:xfrm>
            <a:off x="5782845" y="2906521"/>
            <a:ext cx="301661" cy="371013"/>
            <a:chOff x="5782845" y="2906521"/>
            <a:chExt cx="301661" cy="371013"/>
          </a:xfrm>
        </p:grpSpPr>
        <p:sp>
          <p:nvSpPr>
            <p:cNvPr id="14397" name="Google Shape;14397;p5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8" name="Google Shape;14398;p5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9" name="Google Shape;14399;p5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00" name="Google Shape;14400;p50"/>
          <p:cNvGrpSpPr/>
          <p:nvPr/>
        </p:nvGrpSpPr>
        <p:grpSpPr>
          <a:xfrm>
            <a:off x="6630539" y="2917502"/>
            <a:ext cx="371777" cy="349434"/>
            <a:chOff x="6630539" y="2917502"/>
            <a:chExt cx="371777" cy="349434"/>
          </a:xfrm>
        </p:grpSpPr>
        <p:sp>
          <p:nvSpPr>
            <p:cNvPr id="14401" name="Google Shape;14401;p5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2" name="Google Shape;14402;p5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3" name="Google Shape;14403;p5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4" name="Google Shape;14404;p5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5" name="Google Shape;14405;p5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6" name="Google Shape;14406;p5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7" name="Google Shape;14407;p5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08" name="Google Shape;14408;p50"/>
          <p:cNvGrpSpPr/>
          <p:nvPr/>
        </p:nvGrpSpPr>
        <p:grpSpPr>
          <a:xfrm>
            <a:off x="2171474" y="3369229"/>
            <a:ext cx="408156" cy="343737"/>
            <a:chOff x="2171474" y="3369229"/>
            <a:chExt cx="408156" cy="343737"/>
          </a:xfrm>
        </p:grpSpPr>
        <p:sp>
          <p:nvSpPr>
            <p:cNvPr id="14409" name="Google Shape;14409;p5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0" name="Google Shape;14410;p5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1" name="Google Shape;14411;p5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2" name="Google Shape;14412;p5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13" name="Google Shape;14413;p50"/>
          <p:cNvGrpSpPr/>
          <p:nvPr/>
        </p:nvGrpSpPr>
        <p:grpSpPr>
          <a:xfrm>
            <a:off x="4891198" y="2925108"/>
            <a:ext cx="334634" cy="334634"/>
            <a:chOff x="4891198" y="2925108"/>
            <a:chExt cx="334634" cy="334634"/>
          </a:xfrm>
        </p:grpSpPr>
        <p:sp>
          <p:nvSpPr>
            <p:cNvPr id="14414" name="Google Shape;14414;p5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5" name="Google Shape;14415;p5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6" name="Google Shape;14416;p5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7" name="Google Shape;14417;p5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8" name="Google Shape;14418;p5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9" name="Google Shape;14419;p5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0" name="Google Shape;14420;p5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1" name="Google Shape;14421;p5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22" name="Google Shape;14422;p50"/>
          <p:cNvGrpSpPr/>
          <p:nvPr/>
        </p:nvGrpSpPr>
        <p:grpSpPr>
          <a:xfrm>
            <a:off x="7976174" y="2925108"/>
            <a:ext cx="334666" cy="334634"/>
            <a:chOff x="7976174" y="2925108"/>
            <a:chExt cx="334666" cy="334634"/>
          </a:xfrm>
        </p:grpSpPr>
        <p:sp>
          <p:nvSpPr>
            <p:cNvPr id="14423" name="Google Shape;14423;p5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4" name="Google Shape;14424;p5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5" name="Google Shape;14425;p5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6" name="Google Shape;14426;p5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7" name="Google Shape;14427;p5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8" name="Google Shape;14428;p5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9" name="Google Shape;14429;p5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0" name="Google Shape;14430;p5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1" name="Google Shape;14431;p5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32" name="Google Shape;14432;p50"/>
          <p:cNvGrpSpPr/>
          <p:nvPr/>
        </p:nvGrpSpPr>
        <p:grpSpPr>
          <a:xfrm>
            <a:off x="3091957" y="3374131"/>
            <a:ext cx="354717" cy="332757"/>
            <a:chOff x="3091957" y="3374131"/>
            <a:chExt cx="354717" cy="332757"/>
          </a:xfrm>
        </p:grpSpPr>
        <p:sp>
          <p:nvSpPr>
            <p:cNvPr id="14433" name="Google Shape;14433;p5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4" name="Google Shape;14434;p5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5" name="Google Shape;14435;p5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6" name="Google Shape;14436;p5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7" name="Google Shape;14437;p5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8" name="Google Shape;14438;p5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39" name="Google Shape;14439;p50"/>
          <p:cNvGrpSpPr/>
          <p:nvPr/>
        </p:nvGrpSpPr>
        <p:grpSpPr>
          <a:xfrm>
            <a:off x="3988156" y="3380210"/>
            <a:ext cx="353954" cy="318880"/>
            <a:chOff x="3988156" y="3380210"/>
            <a:chExt cx="353954" cy="318880"/>
          </a:xfrm>
        </p:grpSpPr>
        <p:sp>
          <p:nvSpPr>
            <p:cNvPr id="14440" name="Google Shape;14440;p5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1" name="Google Shape;14441;p5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2" name="Google Shape;14442;p5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3" name="Google Shape;14443;p5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4" name="Google Shape;14444;p5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45" name="Google Shape;14445;p50"/>
          <p:cNvGrpSpPr/>
          <p:nvPr/>
        </p:nvGrpSpPr>
        <p:grpSpPr>
          <a:xfrm>
            <a:off x="3541011" y="3367320"/>
            <a:ext cx="348257" cy="346188"/>
            <a:chOff x="3541011" y="3367320"/>
            <a:chExt cx="348257" cy="346188"/>
          </a:xfrm>
        </p:grpSpPr>
        <p:sp>
          <p:nvSpPr>
            <p:cNvPr id="14446" name="Google Shape;14446;p5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7" name="Google Shape;14447;p5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8" name="Google Shape;14448;p5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9" name="Google Shape;14449;p5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50" name="Google Shape;14450;p50"/>
          <p:cNvGrpSpPr/>
          <p:nvPr/>
        </p:nvGrpSpPr>
        <p:grpSpPr>
          <a:xfrm>
            <a:off x="850092" y="3352934"/>
            <a:ext cx="369517" cy="375660"/>
            <a:chOff x="850092" y="3352934"/>
            <a:chExt cx="369517" cy="375660"/>
          </a:xfrm>
        </p:grpSpPr>
        <p:sp>
          <p:nvSpPr>
            <p:cNvPr id="14451" name="Google Shape;14451;p5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2" name="Google Shape;14452;p5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3" name="Google Shape;14453;p5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4" name="Google Shape;14454;p5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5" name="Google Shape;14455;p5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56" name="Google Shape;14456;p50"/>
          <p:cNvGrpSpPr/>
          <p:nvPr/>
        </p:nvGrpSpPr>
        <p:grpSpPr>
          <a:xfrm>
            <a:off x="1314678" y="3358217"/>
            <a:ext cx="334667" cy="365348"/>
            <a:chOff x="1314678" y="3358217"/>
            <a:chExt cx="334667" cy="365348"/>
          </a:xfrm>
        </p:grpSpPr>
        <p:sp>
          <p:nvSpPr>
            <p:cNvPr id="14457" name="Google Shape;14457;p5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8" name="Google Shape;14458;p5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9" name="Google Shape;14459;p5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0" name="Google Shape;14460;p5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1" name="Google Shape;14461;p5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62" name="Google Shape;14462;p50"/>
          <p:cNvGrpSpPr/>
          <p:nvPr/>
        </p:nvGrpSpPr>
        <p:grpSpPr>
          <a:xfrm>
            <a:off x="1748582" y="3372635"/>
            <a:ext cx="359269" cy="335780"/>
            <a:chOff x="1748582" y="3372635"/>
            <a:chExt cx="359269" cy="335780"/>
          </a:xfrm>
        </p:grpSpPr>
        <p:sp>
          <p:nvSpPr>
            <p:cNvPr id="14463" name="Google Shape;14463;p5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464" name="Google Shape;14464;p50"/>
            <p:cNvGrpSpPr/>
            <p:nvPr/>
          </p:nvGrpSpPr>
          <p:grpSpPr>
            <a:xfrm>
              <a:off x="1748582" y="3372635"/>
              <a:ext cx="333520" cy="335780"/>
              <a:chOff x="1748582" y="3372635"/>
              <a:chExt cx="333520" cy="335780"/>
            </a:xfrm>
          </p:grpSpPr>
          <p:sp>
            <p:nvSpPr>
              <p:cNvPr id="14465" name="Google Shape;14465;p5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6" name="Google Shape;14466;p5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7" name="Google Shape;14467;p5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468" name="Google Shape;14468;p50"/>
          <p:cNvGrpSpPr/>
          <p:nvPr/>
        </p:nvGrpSpPr>
        <p:grpSpPr>
          <a:xfrm>
            <a:off x="2640993" y="3357835"/>
            <a:ext cx="365348" cy="364966"/>
            <a:chOff x="2640993" y="3357835"/>
            <a:chExt cx="365348" cy="364966"/>
          </a:xfrm>
        </p:grpSpPr>
        <p:sp>
          <p:nvSpPr>
            <p:cNvPr id="14469" name="Google Shape;14469;p5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0" name="Google Shape;14470;p5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1" name="Google Shape;14471;p5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2" name="Google Shape;14472;p5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3" name="Google Shape;14473;p5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4" name="Google Shape;14474;p5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5" name="Google Shape;14475;p5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6" name="Google Shape;14476;p5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7" name="Google Shape;14477;p5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8" name="Google Shape;14478;p5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79" name="Google Shape;14479;p50"/>
          <p:cNvGrpSpPr/>
          <p:nvPr/>
        </p:nvGrpSpPr>
        <p:grpSpPr>
          <a:xfrm>
            <a:off x="4886264" y="3366174"/>
            <a:ext cx="350549" cy="350198"/>
            <a:chOff x="4886264" y="3366174"/>
            <a:chExt cx="350549" cy="350198"/>
          </a:xfrm>
        </p:grpSpPr>
        <p:sp>
          <p:nvSpPr>
            <p:cNvPr id="14480" name="Google Shape;14480;p5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1" name="Google Shape;14481;p5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2" name="Google Shape;14482;p5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3" name="Google Shape;14483;p5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4" name="Google Shape;14484;p5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5" name="Google Shape;14485;p5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6" name="Google Shape;14486;p5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7" name="Google Shape;14487;p5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8" name="Google Shape;14488;p5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9" name="Google Shape;14489;p5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0" name="Google Shape;14490;p5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1" name="Google Shape;14491;p5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2" name="Google Shape;14492;p5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93" name="Google Shape;14493;p50"/>
          <p:cNvGrpSpPr/>
          <p:nvPr/>
        </p:nvGrpSpPr>
        <p:grpSpPr>
          <a:xfrm>
            <a:off x="5331913" y="3413947"/>
            <a:ext cx="347143" cy="254684"/>
            <a:chOff x="5331913" y="3413947"/>
            <a:chExt cx="347143" cy="254684"/>
          </a:xfrm>
        </p:grpSpPr>
        <p:sp>
          <p:nvSpPr>
            <p:cNvPr id="14494" name="Google Shape;14494;p5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5" name="Google Shape;14495;p5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6" name="Google Shape;14496;p5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7" name="Google Shape;14497;p5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8" name="Google Shape;14498;p5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9" name="Google Shape;14499;p5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00" name="Google Shape;14500;p50"/>
          <p:cNvGrpSpPr/>
          <p:nvPr/>
        </p:nvGrpSpPr>
        <p:grpSpPr>
          <a:xfrm>
            <a:off x="5776798" y="3409778"/>
            <a:ext cx="346379" cy="264518"/>
            <a:chOff x="5776798" y="3409778"/>
            <a:chExt cx="346379" cy="264518"/>
          </a:xfrm>
        </p:grpSpPr>
        <p:sp>
          <p:nvSpPr>
            <p:cNvPr id="14501" name="Google Shape;14501;p5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2" name="Google Shape;14502;p5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3" name="Google Shape;14503;p5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4" name="Google Shape;14504;p5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5" name="Google Shape;14505;p5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6" name="Google Shape;14506;p5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07" name="Google Shape;14507;p50"/>
          <p:cNvGrpSpPr/>
          <p:nvPr/>
        </p:nvGrpSpPr>
        <p:grpSpPr>
          <a:xfrm>
            <a:off x="7108015" y="3396505"/>
            <a:ext cx="344883" cy="290299"/>
            <a:chOff x="7108015" y="3396505"/>
            <a:chExt cx="344883" cy="290299"/>
          </a:xfrm>
        </p:grpSpPr>
        <p:sp>
          <p:nvSpPr>
            <p:cNvPr id="14508" name="Google Shape;14508;p5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9" name="Google Shape;14509;p5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0" name="Google Shape;14510;p5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1" name="Google Shape;14511;p5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12" name="Google Shape;14512;p50"/>
          <p:cNvGrpSpPr/>
          <p:nvPr/>
        </p:nvGrpSpPr>
        <p:grpSpPr>
          <a:xfrm>
            <a:off x="7551754" y="3390808"/>
            <a:ext cx="344883" cy="301311"/>
            <a:chOff x="7551754" y="3390808"/>
            <a:chExt cx="344883" cy="301311"/>
          </a:xfrm>
        </p:grpSpPr>
        <p:sp>
          <p:nvSpPr>
            <p:cNvPr id="14513" name="Google Shape;14513;p5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4" name="Google Shape;14514;p5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5" name="Google Shape;14515;p5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6" name="Google Shape;14516;p5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7" name="Google Shape;14517;p5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8" name="Google Shape;14518;p5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9" name="Google Shape;14519;p5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0" name="Google Shape;14520;p5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1" name="Google Shape;14521;p5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2" name="Google Shape;14522;p5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3" name="Google Shape;14523;p5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24" name="Google Shape;14524;p50"/>
          <p:cNvGrpSpPr/>
          <p:nvPr/>
        </p:nvGrpSpPr>
        <p:grpSpPr>
          <a:xfrm>
            <a:off x="6707084" y="3387403"/>
            <a:ext cx="261145" cy="308504"/>
            <a:chOff x="6707084" y="3387403"/>
            <a:chExt cx="261145" cy="308504"/>
          </a:xfrm>
        </p:grpSpPr>
        <p:sp>
          <p:nvSpPr>
            <p:cNvPr id="14525" name="Google Shape;14525;p5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6" name="Google Shape;14526;p5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7" name="Google Shape;14527;p5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8" name="Google Shape;14528;p5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29" name="Google Shape;14529;p50"/>
          <p:cNvGrpSpPr/>
          <p:nvPr/>
        </p:nvGrpSpPr>
        <p:grpSpPr>
          <a:xfrm>
            <a:off x="848978" y="4297637"/>
            <a:ext cx="377824" cy="324418"/>
            <a:chOff x="848978" y="4297637"/>
            <a:chExt cx="377824" cy="324418"/>
          </a:xfrm>
        </p:grpSpPr>
        <p:sp>
          <p:nvSpPr>
            <p:cNvPr id="14530" name="Google Shape;14530;p5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1" name="Google Shape;14531;p5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32" name="Google Shape;14532;p50"/>
          <p:cNvGrpSpPr/>
          <p:nvPr/>
        </p:nvGrpSpPr>
        <p:grpSpPr>
          <a:xfrm>
            <a:off x="1754279" y="4286593"/>
            <a:ext cx="351439" cy="345965"/>
            <a:chOff x="1754279" y="4286593"/>
            <a:chExt cx="351439" cy="345965"/>
          </a:xfrm>
        </p:grpSpPr>
        <p:sp>
          <p:nvSpPr>
            <p:cNvPr id="14533" name="Google Shape;14533;p5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4" name="Google Shape;14534;p5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5" name="Google Shape;14535;p5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6" name="Google Shape;14536;p5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7" name="Google Shape;14537;p5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38" name="Google Shape;14538;p50"/>
          <p:cNvGrpSpPr/>
          <p:nvPr/>
        </p:nvGrpSpPr>
        <p:grpSpPr>
          <a:xfrm>
            <a:off x="3996113" y="4291176"/>
            <a:ext cx="336512" cy="335048"/>
            <a:chOff x="3996113" y="4291176"/>
            <a:chExt cx="336512" cy="335048"/>
          </a:xfrm>
        </p:grpSpPr>
        <p:sp>
          <p:nvSpPr>
            <p:cNvPr id="14539" name="Google Shape;14539;p5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0" name="Google Shape;14540;p5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1" name="Google Shape;14541;p5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542" name="Google Shape;14542;p50"/>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543" name="Google Shape;14543;p50"/>
          <p:cNvGrpSpPr/>
          <p:nvPr/>
        </p:nvGrpSpPr>
        <p:grpSpPr>
          <a:xfrm>
            <a:off x="2179081" y="4285511"/>
            <a:ext cx="397525" cy="348670"/>
            <a:chOff x="2179081" y="4285511"/>
            <a:chExt cx="397525" cy="348670"/>
          </a:xfrm>
        </p:grpSpPr>
        <p:sp>
          <p:nvSpPr>
            <p:cNvPr id="14544" name="Google Shape;14544;p5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5" name="Google Shape;14545;p5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46" name="Google Shape;14546;p50"/>
          <p:cNvGrpSpPr/>
          <p:nvPr/>
        </p:nvGrpSpPr>
        <p:grpSpPr>
          <a:xfrm>
            <a:off x="3584201" y="4294996"/>
            <a:ext cx="267574" cy="329415"/>
            <a:chOff x="3584201" y="4294996"/>
            <a:chExt cx="267574" cy="329415"/>
          </a:xfrm>
        </p:grpSpPr>
        <p:sp>
          <p:nvSpPr>
            <p:cNvPr id="14547" name="Google Shape;14547;p5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8" name="Google Shape;14548;p5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9" name="Google Shape;14549;p5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0" name="Google Shape;14550;p5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51" name="Google Shape;14551;p50"/>
          <p:cNvGrpSpPr/>
          <p:nvPr/>
        </p:nvGrpSpPr>
        <p:grpSpPr>
          <a:xfrm>
            <a:off x="3082855" y="4295728"/>
            <a:ext cx="375946" cy="327823"/>
            <a:chOff x="3082855" y="4295728"/>
            <a:chExt cx="375946" cy="327823"/>
          </a:xfrm>
        </p:grpSpPr>
        <p:sp>
          <p:nvSpPr>
            <p:cNvPr id="14552" name="Google Shape;14552;p5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3" name="Google Shape;14553;p5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4" name="Google Shape;14554;p5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5" name="Google Shape;14555;p5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6" name="Google Shape;14556;p5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7" name="Google Shape;14557;p5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8" name="Google Shape;14558;p5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9" name="Google Shape;14559;p5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0" name="Google Shape;14560;p5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1" name="Google Shape;14561;p5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2" name="Google Shape;14562;p5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63" name="Google Shape;14563;p50"/>
          <p:cNvGrpSpPr/>
          <p:nvPr/>
        </p:nvGrpSpPr>
        <p:grpSpPr>
          <a:xfrm>
            <a:off x="2749016" y="4291176"/>
            <a:ext cx="150831" cy="336926"/>
            <a:chOff x="2749016" y="4291176"/>
            <a:chExt cx="150831" cy="336926"/>
          </a:xfrm>
        </p:grpSpPr>
        <p:sp>
          <p:nvSpPr>
            <p:cNvPr id="14564" name="Google Shape;14564;p5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5" name="Google Shape;14565;p5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6" name="Google Shape;14566;p5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7" name="Google Shape;14567;p5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68" name="Google Shape;14568;p50"/>
          <p:cNvGrpSpPr/>
          <p:nvPr/>
        </p:nvGrpSpPr>
        <p:grpSpPr>
          <a:xfrm>
            <a:off x="7127716" y="4279432"/>
            <a:ext cx="248254" cy="361942"/>
            <a:chOff x="7127716" y="4279432"/>
            <a:chExt cx="248254" cy="361942"/>
          </a:xfrm>
        </p:grpSpPr>
        <p:sp>
          <p:nvSpPr>
            <p:cNvPr id="14569" name="Google Shape;14569;p5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0" name="Google Shape;14570;p5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1" name="Google Shape;14571;p5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2" name="Google Shape;14572;p5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3" name="Google Shape;14573;p5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4" name="Google Shape;14574;p5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5" name="Google Shape;14575;p5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6" name="Google Shape;14576;p5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7" name="Google Shape;14577;p5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78" name="Google Shape;14578;p50"/>
          <p:cNvGrpSpPr/>
          <p:nvPr/>
        </p:nvGrpSpPr>
        <p:grpSpPr>
          <a:xfrm>
            <a:off x="7565408" y="4279432"/>
            <a:ext cx="248254" cy="361942"/>
            <a:chOff x="7565408" y="4279432"/>
            <a:chExt cx="248254" cy="361942"/>
          </a:xfrm>
        </p:grpSpPr>
        <p:sp>
          <p:nvSpPr>
            <p:cNvPr id="14579" name="Google Shape;14579;p5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0" name="Google Shape;14580;p5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1" name="Google Shape;14581;p5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2" name="Google Shape;14582;p5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3" name="Google Shape;14583;p5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4" name="Google Shape;14584;p5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5" name="Google Shape;14585;p5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6" name="Google Shape;14586;p5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87" name="Google Shape;14587;p50"/>
          <p:cNvGrpSpPr/>
          <p:nvPr/>
        </p:nvGrpSpPr>
        <p:grpSpPr>
          <a:xfrm>
            <a:off x="6264109" y="4279432"/>
            <a:ext cx="225498" cy="361560"/>
            <a:chOff x="6264109" y="4279432"/>
            <a:chExt cx="225498" cy="361560"/>
          </a:xfrm>
        </p:grpSpPr>
        <p:sp>
          <p:nvSpPr>
            <p:cNvPr id="14588" name="Google Shape;14588;p5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9" name="Google Shape;14589;p5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90" name="Google Shape;14590;p50"/>
          <p:cNvGrpSpPr/>
          <p:nvPr/>
        </p:nvGrpSpPr>
        <p:grpSpPr>
          <a:xfrm>
            <a:off x="7929578" y="4284365"/>
            <a:ext cx="395266" cy="351312"/>
            <a:chOff x="7929578" y="4284365"/>
            <a:chExt cx="395266" cy="351312"/>
          </a:xfrm>
        </p:grpSpPr>
        <p:sp>
          <p:nvSpPr>
            <p:cNvPr id="14591" name="Google Shape;14591;p5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2" name="Google Shape;14592;p5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3" name="Google Shape;14593;p5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4" name="Google Shape;14594;p5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95" name="Google Shape;14595;p50"/>
          <p:cNvGrpSpPr/>
          <p:nvPr/>
        </p:nvGrpSpPr>
        <p:grpSpPr>
          <a:xfrm>
            <a:off x="6595502" y="4323777"/>
            <a:ext cx="426315" cy="332826"/>
            <a:chOff x="6639652" y="4323777"/>
            <a:chExt cx="426315" cy="332826"/>
          </a:xfrm>
        </p:grpSpPr>
        <p:sp>
          <p:nvSpPr>
            <p:cNvPr id="14596" name="Google Shape;14596;p5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7" name="Google Shape;14597;p5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8" name="Google Shape;14598;p5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9" name="Google Shape;14599;p5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0" name="Google Shape;14600;p5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1" name="Google Shape;14601;p5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2" name="Google Shape;14602;p5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3" name="Google Shape;14603;p5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4" name="Google Shape;14604;p5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5" name="Google Shape;14605;p5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06" name="Google Shape;14606;p50"/>
          <p:cNvGrpSpPr/>
          <p:nvPr/>
        </p:nvGrpSpPr>
        <p:grpSpPr>
          <a:xfrm>
            <a:off x="5357662" y="4297637"/>
            <a:ext cx="287275" cy="326296"/>
            <a:chOff x="5357662" y="4297637"/>
            <a:chExt cx="287275" cy="326296"/>
          </a:xfrm>
        </p:grpSpPr>
        <p:sp>
          <p:nvSpPr>
            <p:cNvPr id="14607" name="Google Shape;14607;p5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8" name="Google Shape;14608;p5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9" name="Google Shape;14609;p5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0" name="Google Shape;14610;p5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1" name="Google Shape;14611;p5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12" name="Google Shape;14612;p50"/>
          <p:cNvGrpSpPr/>
          <p:nvPr/>
        </p:nvGrpSpPr>
        <p:grpSpPr>
          <a:xfrm>
            <a:off x="5774124" y="4294550"/>
            <a:ext cx="331611" cy="331674"/>
            <a:chOff x="5774124" y="4294550"/>
            <a:chExt cx="331611" cy="331674"/>
          </a:xfrm>
        </p:grpSpPr>
        <p:sp>
          <p:nvSpPr>
            <p:cNvPr id="14613" name="Google Shape;14613;p5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4" name="Google Shape;14614;p5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15" name="Google Shape;14615;p50"/>
          <p:cNvGrpSpPr/>
          <p:nvPr/>
        </p:nvGrpSpPr>
        <p:grpSpPr>
          <a:xfrm>
            <a:off x="4890434" y="4287389"/>
            <a:ext cx="345997" cy="346029"/>
            <a:chOff x="4890434" y="4287389"/>
            <a:chExt cx="345997" cy="346029"/>
          </a:xfrm>
        </p:grpSpPr>
        <p:sp>
          <p:nvSpPr>
            <p:cNvPr id="14616" name="Google Shape;14616;p5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7" name="Google Shape;14617;p5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8" name="Google Shape;14618;p5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9" name="Google Shape;14619;p5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0" name="Google Shape;14620;p5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1" name="Google Shape;14621;p5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2" name="Google Shape;14622;p5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23" name="Google Shape;14623;p50"/>
          <p:cNvGrpSpPr/>
          <p:nvPr/>
        </p:nvGrpSpPr>
        <p:grpSpPr>
          <a:xfrm>
            <a:off x="2165809" y="3811059"/>
            <a:ext cx="422542" cy="342973"/>
            <a:chOff x="2165809" y="3811059"/>
            <a:chExt cx="422542" cy="342973"/>
          </a:xfrm>
        </p:grpSpPr>
        <p:sp>
          <p:nvSpPr>
            <p:cNvPr id="14624" name="Google Shape;14624;p5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5" name="Google Shape;14625;p5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6" name="Google Shape;14626;p5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7" name="Google Shape;14627;p5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8" name="Google Shape;14628;p5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9" name="Google Shape;14629;p5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0" name="Google Shape;14630;p5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1" name="Google Shape;14631;p5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2" name="Google Shape;14632;p5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3" name="Google Shape;14633;p5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4" name="Google Shape;14634;p5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5" name="Google Shape;14635;p5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6" name="Google Shape;14636;p5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7" name="Google Shape;14637;p5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8" name="Google Shape;14638;p5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9" name="Google Shape;14639;p5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0" name="Google Shape;14640;p5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1" name="Google Shape;14641;p5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642" name="Google Shape;14642;p50"/>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643" name="Google Shape;14643;p50"/>
          <p:cNvGrpSpPr/>
          <p:nvPr/>
        </p:nvGrpSpPr>
        <p:grpSpPr>
          <a:xfrm>
            <a:off x="903530" y="3806125"/>
            <a:ext cx="264550" cy="353222"/>
            <a:chOff x="903530" y="3806125"/>
            <a:chExt cx="264550" cy="353222"/>
          </a:xfrm>
        </p:grpSpPr>
        <p:sp>
          <p:nvSpPr>
            <p:cNvPr id="14644" name="Google Shape;14644;p5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5" name="Google Shape;14645;p5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6" name="Google Shape;14646;p5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7" name="Google Shape;14647;p5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48" name="Google Shape;14648;p50"/>
          <p:cNvGrpSpPr/>
          <p:nvPr/>
        </p:nvGrpSpPr>
        <p:grpSpPr>
          <a:xfrm>
            <a:off x="2611458" y="3816374"/>
            <a:ext cx="426329" cy="332375"/>
            <a:chOff x="2611458" y="3816374"/>
            <a:chExt cx="426329" cy="332375"/>
          </a:xfrm>
        </p:grpSpPr>
        <p:sp>
          <p:nvSpPr>
            <p:cNvPr id="14649" name="Google Shape;14649;p5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0" name="Google Shape;14650;p5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1" name="Google Shape;14651;p5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2" name="Google Shape;14652;p5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3" name="Google Shape;14653;p5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4" name="Google Shape;14654;p5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5" name="Google Shape;14655;p5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6" name="Google Shape;14656;p5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7" name="Google Shape;14657;p5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8" name="Google Shape;14658;p5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659" name="Google Shape;14659;p50"/>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660" name="Google Shape;14660;p50"/>
          <p:cNvGrpSpPr/>
          <p:nvPr/>
        </p:nvGrpSpPr>
        <p:grpSpPr>
          <a:xfrm>
            <a:off x="4019984" y="3805393"/>
            <a:ext cx="293704" cy="353954"/>
            <a:chOff x="4019984" y="3805393"/>
            <a:chExt cx="293704" cy="353954"/>
          </a:xfrm>
        </p:grpSpPr>
        <p:sp>
          <p:nvSpPr>
            <p:cNvPr id="14661" name="Google Shape;14661;p5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2" name="Google Shape;14662;p5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63" name="Google Shape;14663;p50"/>
          <p:cNvGrpSpPr/>
          <p:nvPr/>
        </p:nvGrpSpPr>
        <p:grpSpPr>
          <a:xfrm>
            <a:off x="8006505" y="3390044"/>
            <a:ext cx="323654" cy="303189"/>
            <a:chOff x="8006505" y="3390044"/>
            <a:chExt cx="323654" cy="303189"/>
          </a:xfrm>
        </p:grpSpPr>
        <p:sp>
          <p:nvSpPr>
            <p:cNvPr id="14664" name="Google Shape;14664;p5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5" name="Google Shape;14665;p5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6" name="Google Shape;14666;p5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7" name="Google Shape;14667;p5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8" name="Google Shape;14668;p5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9" name="Google Shape;14669;p5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70" name="Google Shape;14670;p50"/>
          <p:cNvGrpSpPr/>
          <p:nvPr/>
        </p:nvGrpSpPr>
        <p:grpSpPr>
          <a:xfrm>
            <a:off x="1299146" y="3806507"/>
            <a:ext cx="367989" cy="351312"/>
            <a:chOff x="1299146" y="3806507"/>
            <a:chExt cx="367989" cy="351312"/>
          </a:xfrm>
        </p:grpSpPr>
        <p:sp>
          <p:nvSpPr>
            <p:cNvPr id="14671" name="Google Shape;14671;p5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2" name="Google Shape;14672;p5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673" name="Google Shape;14673;p50"/>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674" name="Google Shape;14674;p50"/>
          <p:cNvGrpSpPr/>
          <p:nvPr/>
        </p:nvGrpSpPr>
        <p:grpSpPr>
          <a:xfrm>
            <a:off x="3095745" y="3805393"/>
            <a:ext cx="352840" cy="354718"/>
            <a:chOff x="3095745" y="3805393"/>
            <a:chExt cx="352840" cy="354718"/>
          </a:xfrm>
        </p:grpSpPr>
        <p:sp>
          <p:nvSpPr>
            <p:cNvPr id="14675" name="Google Shape;14675;p5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6" name="Google Shape;14676;p5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7" name="Google Shape;14677;p5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8" name="Google Shape;14678;p5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9" name="Google Shape;14679;p5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0" name="Google Shape;14680;p5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81" name="Google Shape;14681;p50"/>
          <p:cNvGrpSpPr/>
          <p:nvPr/>
        </p:nvGrpSpPr>
        <p:grpSpPr>
          <a:xfrm>
            <a:off x="7550258" y="3832670"/>
            <a:ext cx="371395" cy="301279"/>
            <a:chOff x="7550258" y="3832670"/>
            <a:chExt cx="371395" cy="301279"/>
          </a:xfrm>
        </p:grpSpPr>
        <p:sp>
          <p:nvSpPr>
            <p:cNvPr id="14682" name="Google Shape;14682;p5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3" name="Google Shape;14683;p5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4" name="Google Shape;14684;p5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5" name="Google Shape;14685;p5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6" name="Google Shape;14686;p5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7" name="Google Shape;14687;p5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8" name="Google Shape;14688;p5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9" name="Google Shape;14689;p5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0" name="Google Shape;14690;p5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1" name="Google Shape;14691;p5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2" name="Google Shape;14692;p5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3" name="Google Shape;14693;p5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4" name="Google Shape;14694;p5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5" name="Google Shape;14695;p5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6" name="Google Shape;14696;p5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7" name="Google Shape;14697;p5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8" name="Google Shape;14698;p5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9" name="Google Shape;14699;p5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00" name="Google Shape;14700;p50"/>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01" name="Google Shape;14701;p50"/>
          <p:cNvGrpSpPr/>
          <p:nvPr/>
        </p:nvGrpSpPr>
        <p:grpSpPr>
          <a:xfrm>
            <a:off x="6659725" y="3808035"/>
            <a:ext cx="367607" cy="350549"/>
            <a:chOff x="6659725" y="3808035"/>
            <a:chExt cx="367607" cy="350549"/>
          </a:xfrm>
        </p:grpSpPr>
        <p:sp>
          <p:nvSpPr>
            <p:cNvPr id="14702" name="Google Shape;14702;p5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3" name="Google Shape;14703;p5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04" name="Google Shape;14704;p50"/>
          <p:cNvGrpSpPr/>
          <p:nvPr/>
        </p:nvGrpSpPr>
        <p:grpSpPr>
          <a:xfrm>
            <a:off x="6219391" y="3816756"/>
            <a:ext cx="356627" cy="334252"/>
            <a:chOff x="6219391" y="3816756"/>
            <a:chExt cx="356627" cy="334252"/>
          </a:xfrm>
        </p:grpSpPr>
        <p:sp>
          <p:nvSpPr>
            <p:cNvPr id="14705" name="Google Shape;14705;p5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6" name="Google Shape;14706;p5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7" name="Google Shape;14707;p5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8" name="Google Shape;14708;p5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09" name="Google Shape;14709;p50"/>
          <p:cNvGrpSpPr/>
          <p:nvPr/>
        </p:nvGrpSpPr>
        <p:grpSpPr>
          <a:xfrm>
            <a:off x="5778676" y="3826972"/>
            <a:ext cx="349052" cy="313056"/>
            <a:chOff x="5778676" y="3826972"/>
            <a:chExt cx="349052" cy="313056"/>
          </a:xfrm>
        </p:grpSpPr>
        <p:sp>
          <p:nvSpPr>
            <p:cNvPr id="14710" name="Google Shape;14710;p5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1" name="Google Shape;14711;p5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2" name="Google Shape;14712;p5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3" name="Google Shape;14713;p5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4" name="Google Shape;14714;p5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15" name="Google Shape;14715;p50"/>
          <p:cNvGrpSpPr/>
          <p:nvPr/>
        </p:nvGrpSpPr>
        <p:grpSpPr>
          <a:xfrm>
            <a:off x="5355784" y="3834547"/>
            <a:ext cx="299019" cy="297905"/>
            <a:chOff x="5355784" y="3834547"/>
            <a:chExt cx="299019" cy="297905"/>
          </a:xfrm>
        </p:grpSpPr>
        <p:sp>
          <p:nvSpPr>
            <p:cNvPr id="14716" name="Google Shape;14716;p5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7" name="Google Shape;14717;p5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8" name="Google Shape;14718;p5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9" name="Google Shape;14719;p5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20" name="Google Shape;14720;p50"/>
          <p:cNvGrpSpPr/>
          <p:nvPr/>
        </p:nvGrpSpPr>
        <p:grpSpPr>
          <a:xfrm>
            <a:off x="8036455" y="3807271"/>
            <a:ext cx="292177" cy="353986"/>
            <a:chOff x="8036455" y="3807271"/>
            <a:chExt cx="292177" cy="353986"/>
          </a:xfrm>
        </p:grpSpPr>
        <p:sp>
          <p:nvSpPr>
            <p:cNvPr id="14721" name="Google Shape;14721;p5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2" name="Google Shape;14722;p5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23" name="Google Shape;14723;p50"/>
          <p:cNvGrpSpPr/>
          <p:nvPr/>
        </p:nvGrpSpPr>
        <p:grpSpPr>
          <a:xfrm>
            <a:off x="4874902" y="3808799"/>
            <a:ext cx="345615" cy="350835"/>
            <a:chOff x="4874902" y="3808799"/>
            <a:chExt cx="345615" cy="350835"/>
          </a:xfrm>
        </p:grpSpPr>
        <p:sp>
          <p:nvSpPr>
            <p:cNvPr id="14724" name="Google Shape;14724;p5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5" name="Google Shape;14725;p5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6" name="Google Shape;14726;p5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7" name="Google Shape;14727;p5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8" name="Google Shape;14728;p5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9" name="Google Shape;14729;p5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0" name="Google Shape;14730;p5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1" name="Google Shape;14731;p5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2" name="Google Shape;14732;p5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3" name="Google Shape;14733;p5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4" name="Google Shape;14734;p5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5" name="Google Shape;14735;p5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6" name="Google Shape;14736;p5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7" name="Google Shape;14737;p5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8" name="Google Shape;14738;p5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9" name="Google Shape;14739;p5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0" name="Google Shape;14740;p5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44" name="Shape 14744"/>
        <p:cNvGrpSpPr/>
        <p:nvPr/>
      </p:nvGrpSpPr>
      <p:grpSpPr>
        <a:xfrm>
          <a:off x="0" y="0"/>
          <a:ext cx="0" cy="0"/>
          <a:chOff x="0" y="0"/>
          <a:chExt cx="0" cy="0"/>
        </a:xfrm>
      </p:grpSpPr>
      <p:sp>
        <p:nvSpPr>
          <p:cNvPr id="14745" name="Google Shape;14745;p51"/>
          <p:cNvSpPr txBox="1"/>
          <p:nvPr>
            <p:ph idx="4294967295" type="title"/>
          </p:nvPr>
        </p:nvSpPr>
        <p:spPr>
          <a:xfrm>
            <a:off x="849675"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746" name="Google Shape;14746;p51"/>
          <p:cNvSpPr txBox="1"/>
          <p:nvPr>
            <p:ph idx="4294967295" type="title"/>
          </p:nvPr>
        </p:nvSpPr>
        <p:spPr>
          <a:xfrm>
            <a:off x="4858400"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4747" name="Google Shape;14747;p51"/>
          <p:cNvGrpSpPr/>
          <p:nvPr/>
        </p:nvGrpSpPr>
        <p:grpSpPr>
          <a:xfrm>
            <a:off x="2704005" y="4258781"/>
            <a:ext cx="342143" cy="362704"/>
            <a:chOff x="2704005" y="4258781"/>
            <a:chExt cx="342143" cy="362704"/>
          </a:xfrm>
        </p:grpSpPr>
        <p:sp>
          <p:nvSpPr>
            <p:cNvPr id="14748" name="Google Shape;14748;p5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9" name="Google Shape;14749;p5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0" name="Google Shape;14750;p5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1" name="Google Shape;14751;p5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2" name="Google Shape;14752;p5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3" name="Google Shape;14753;p5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4" name="Google Shape;14754;p5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55" name="Google Shape;14755;p51"/>
          <p:cNvGrpSpPr/>
          <p:nvPr/>
        </p:nvGrpSpPr>
        <p:grpSpPr>
          <a:xfrm>
            <a:off x="2157462" y="4258496"/>
            <a:ext cx="347434" cy="363369"/>
            <a:chOff x="2157462" y="4258496"/>
            <a:chExt cx="347434" cy="363369"/>
          </a:xfrm>
        </p:grpSpPr>
        <p:sp>
          <p:nvSpPr>
            <p:cNvPr id="14756" name="Google Shape;14756;p5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7" name="Google Shape;14757;p5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8" name="Google Shape;14758;p5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59" name="Google Shape;14759;p51"/>
          <p:cNvGrpSpPr/>
          <p:nvPr/>
        </p:nvGrpSpPr>
        <p:grpSpPr>
          <a:xfrm>
            <a:off x="4010963" y="3763781"/>
            <a:ext cx="343665" cy="363212"/>
            <a:chOff x="4010963" y="3763781"/>
            <a:chExt cx="343665" cy="363212"/>
          </a:xfrm>
        </p:grpSpPr>
        <p:sp>
          <p:nvSpPr>
            <p:cNvPr id="14760" name="Google Shape;14760;p5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1" name="Google Shape;14761;p5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2" name="Google Shape;14762;p5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3" name="Google Shape;14763;p5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4" name="Google Shape;14764;p5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65" name="Google Shape;14765;p51"/>
          <p:cNvGrpSpPr/>
          <p:nvPr/>
        </p:nvGrpSpPr>
        <p:grpSpPr>
          <a:xfrm>
            <a:off x="2214042" y="3810509"/>
            <a:ext cx="368153" cy="311193"/>
            <a:chOff x="2214042" y="3810509"/>
            <a:chExt cx="368153" cy="311193"/>
          </a:xfrm>
        </p:grpSpPr>
        <p:sp>
          <p:nvSpPr>
            <p:cNvPr id="14766" name="Google Shape;14766;p5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7" name="Google Shape;14767;p5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68" name="Google Shape;14768;p51"/>
          <p:cNvGrpSpPr/>
          <p:nvPr/>
        </p:nvGrpSpPr>
        <p:grpSpPr>
          <a:xfrm>
            <a:off x="1768938" y="3782219"/>
            <a:ext cx="367805" cy="367773"/>
            <a:chOff x="1768938" y="3782219"/>
            <a:chExt cx="367805" cy="367773"/>
          </a:xfrm>
        </p:grpSpPr>
        <p:sp>
          <p:nvSpPr>
            <p:cNvPr id="14769" name="Google Shape;14769;p5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0" name="Google Shape;14770;p5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1" name="Google Shape;14771;p5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2" name="Google Shape;14772;p5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3" name="Google Shape;14773;p5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74" name="Google Shape;14774;p51"/>
          <p:cNvGrpSpPr/>
          <p:nvPr/>
        </p:nvGrpSpPr>
        <p:grpSpPr>
          <a:xfrm>
            <a:off x="2681385" y="3798439"/>
            <a:ext cx="325544" cy="327413"/>
            <a:chOff x="2681385" y="3798439"/>
            <a:chExt cx="325544" cy="327413"/>
          </a:xfrm>
        </p:grpSpPr>
        <p:sp>
          <p:nvSpPr>
            <p:cNvPr id="14775" name="Google Shape;14775;p5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6" name="Google Shape;14776;p5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7" name="Google Shape;14777;p5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8" name="Google Shape;14778;p5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9" name="Google Shape;14779;p5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0" name="Google Shape;14780;p5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1" name="Google Shape;14781;p5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82" name="Google Shape;14782;p51"/>
          <p:cNvGrpSpPr/>
          <p:nvPr/>
        </p:nvGrpSpPr>
        <p:grpSpPr>
          <a:xfrm>
            <a:off x="6243928" y="4263502"/>
            <a:ext cx="274254" cy="350824"/>
            <a:chOff x="6243928" y="4263502"/>
            <a:chExt cx="274254" cy="350824"/>
          </a:xfrm>
        </p:grpSpPr>
        <p:sp>
          <p:nvSpPr>
            <p:cNvPr id="14783" name="Google Shape;14783;p5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4" name="Google Shape;14784;p5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5" name="Google Shape;14785;p5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6" name="Google Shape;14786;p5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7" name="Google Shape;14787;p5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8" name="Google Shape;14788;p5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9" name="Google Shape;14789;p5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0" name="Google Shape;14790;p5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91" name="Google Shape;14791;p51"/>
          <p:cNvGrpSpPr/>
          <p:nvPr/>
        </p:nvGrpSpPr>
        <p:grpSpPr>
          <a:xfrm>
            <a:off x="3560600" y="3763338"/>
            <a:ext cx="352345" cy="363655"/>
            <a:chOff x="3560600" y="3763338"/>
            <a:chExt cx="352345" cy="363655"/>
          </a:xfrm>
        </p:grpSpPr>
        <p:sp>
          <p:nvSpPr>
            <p:cNvPr id="14792" name="Google Shape;14792;p5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3" name="Google Shape;14793;p5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4" name="Google Shape;14794;p5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95" name="Google Shape;14795;p51"/>
          <p:cNvGrpSpPr/>
          <p:nvPr/>
        </p:nvGrpSpPr>
        <p:grpSpPr>
          <a:xfrm>
            <a:off x="5790556" y="4261252"/>
            <a:ext cx="279513" cy="356084"/>
            <a:chOff x="5790556" y="4261252"/>
            <a:chExt cx="279513" cy="356084"/>
          </a:xfrm>
        </p:grpSpPr>
        <p:sp>
          <p:nvSpPr>
            <p:cNvPr id="14796" name="Google Shape;14796;p5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7" name="Google Shape;14797;p5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8" name="Google Shape;14798;p5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9" name="Google Shape;14799;p5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0" name="Google Shape;14800;p5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1" name="Google Shape;14801;p5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2" name="Google Shape;14802;p5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03" name="Google Shape;14803;p51"/>
          <p:cNvGrpSpPr/>
          <p:nvPr/>
        </p:nvGrpSpPr>
        <p:grpSpPr>
          <a:xfrm>
            <a:off x="5341333" y="4261252"/>
            <a:ext cx="278752" cy="356463"/>
            <a:chOff x="5341333" y="4261252"/>
            <a:chExt cx="278752" cy="356463"/>
          </a:xfrm>
        </p:grpSpPr>
        <p:sp>
          <p:nvSpPr>
            <p:cNvPr id="14804" name="Google Shape;14804;p5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5" name="Google Shape;14805;p5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6" name="Google Shape;14806;p5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7" name="Google Shape;14807;p5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8" name="Google Shape;14808;p5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9" name="Google Shape;14809;p5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0" name="Google Shape;14810;p5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11" name="Google Shape;14811;p51"/>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12" name="Google Shape;14812;p51"/>
          <p:cNvGrpSpPr/>
          <p:nvPr/>
        </p:nvGrpSpPr>
        <p:grpSpPr>
          <a:xfrm>
            <a:off x="3103646" y="3766076"/>
            <a:ext cx="360233" cy="362451"/>
            <a:chOff x="3107608" y="3763401"/>
            <a:chExt cx="360233" cy="362451"/>
          </a:xfrm>
        </p:grpSpPr>
        <p:sp>
          <p:nvSpPr>
            <p:cNvPr id="14813" name="Google Shape;14813;p5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4" name="Google Shape;14814;p5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5" name="Google Shape;14815;p5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16" name="Google Shape;14816;p51"/>
          <p:cNvGrpSpPr/>
          <p:nvPr/>
        </p:nvGrpSpPr>
        <p:grpSpPr>
          <a:xfrm>
            <a:off x="889343" y="3801227"/>
            <a:ext cx="351585" cy="339705"/>
            <a:chOff x="889343" y="3801227"/>
            <a:chExt cx="351585" cy="339705"/>
          </a:xfrm>
        </p:grpSpPr>
        <p:sp>
          <p:nvSpPr>
            <p:cNvPr id="14817" name="Google Shape;14817;p5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8" name="Google Shape;14818;p5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9" name="Google Shape;14819;p5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0" name="Google Shape;14820;p5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1" name="Google Shape;14821;p5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22" name="Google Shape;14822;p51"/>
          <p:cNvGrpSpPr/>
          <p:nvPr/>
        </p:nvGrpSpPr>
        <p:grpSpPr>
          <a:xfrm>
            <a:off x="4896609" y="4260872"/>
            <a:ext cx="278784" cy="355323"/>
            <a:chOff x="4896609" y="4260872"/>
            <a:chExt cx="278784" cy="355323"/>
          </a:xfrm>
        </p:grpSpPr>
        <p:sp>
          <p:nvSpPr>
            <p:cNvPr id="14823" name="Google Shape;14823;p5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4" name="Google Shape;14824;p5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5" name="Google Shape;14825;p5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6" name="Google Shape;14826;p5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7" name="Google Shape;14827;p5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8" name="Google Shape;14828;p5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29" name="Google Shape;14829;p51"/>
          <p:cNvGrpSpPr/>
          <p:nvPr/>
        </p:nvGrpSpPr>
        <p:grpSpPr>
          <a:xfrm>
            <a:off x="7598438" y="4266131"/>
            <a:ext cx="260283" cy="345914"/>
            <a:chOff x="7598438" y="4266131"/>
            <a:chExt cx="260283" cy="345914"/>
          </a:xfrm>
        </p:grpSpPr>
        <p:sp>
          <p:nvSpPr>
            <p:cNvPr id="14830" name="Google Shape;14830;p5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1" name="Google Shape;14831;p5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2" name="Google Shape;14832;p5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3" name="Google Shape;14833;p5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4" name="Google Shape;14834;p5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5" name="Google Shape;14835;p5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6" name="Google Shape;14836;p5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37" name="Google Shape;14837;p51"/>
          <p:cNvGrpSpPr/>
          <p:nvPr/>
        </p:nvGrpSpPr>
        <p:grpSpPr>
          <a:xfrm>
            <a:off x="1767069" y="3360146"/>
            <a:ext cx="286324" cy="348164"/>
            <a:chOff x="1767069" y="3360146"/>
            <a:chExt cx="286324" cy="348164"/>
          </a:xfrm>
        </p:grpSpPr>
        <p:sp>
          <p:nvSpPr>
            <p:cNvPr id="14838" name="Google Shape;14838;p5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9" name="Google Shape;14839;p5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0" name="Google Shape;14840;p5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1" name="Google Shape;14841;p5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2" name="Google Shape;14842;p5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3" name="Google Shape;14843;p5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4" name="Google Shape;14844;p5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45" name="Google Shape;14845;p51"/>
          <p:cNvGrpSpPr/>
          <p:nvPr/>
        </p:nvGrpSpPr>
        <p:grpSpPr>
          <a:xfrm>
            <a:off x="7149944" y="4266131"/>
            <a:ext cx="260283" cy="345914"/>
            <a:chOff x="7149944" y="4266131"/>
            <a:chExt cx="260283" cy="345914"/>
          </a:xfrm>
        </p:grpSpPr>
        <p:sp>
          <p:nvSpPr>
            <p:cNvPr id="14846" name="Google Shape;14846;p5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7" name="Google Shape;14847;p5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8" name="Google Shape;14848;p5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9" name="Google Shape;14849;p5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0" name="Google Shape;14850;p5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1" name="Google Shape;14851;p5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52" name="Google Shape;14852;p51"/>
          <p:cNvGrpSpPr/>
          <p:nvPr/>
        </p:nvGrpSpPr>
        <p:grpSpPr>
          <a:xfrm>
            <a:off x="6695051" y="4259351"/>
            <a:ext cx="270104" cy="360233"/>
            <a:chOff x="6695051" y="4259351"/>
            <a:chExt cx="270104" cy="360233"/>
          </a:xfrm>
        </p:grpSpPr>
        <p:sp>
          <p:nvSpPr>
            <p:cNvPr id="14853" name="Google Shape;14853;p5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4" name="Google Shape;14854;p5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5" name="Google Shape;14855;p5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6" name="Google Shape;14856;p5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57" name="Google Shape;14857;p51"/>
          <p:cNvGrpSpPr/>
          <p:nvPr/>
        </p:nvGrpSpPr>
        <p:grpSpPr>
          <a:xfrm>
            <a:off x="8047661" y="4257451"/>
            <a:ext cx="277263" cy="362514"/>
            <a:chOff x="8047661" y="4257451"/>
            <a:chExt cx="277263" cy="362514"/>
          </a:xfrm>
        </p:grpSpPr>
        <p:sp>
          <p:nvSpPr>
            <p:cNvPr id="14858" name="Google Shape;14858;p5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9" name="Google Shape;14859;p5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0" name="Google Shape;14860;p5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1" name="Google Shape;14861;p5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62" name="Google Shape;14862;p51"/>
          <p:cNvGrpSpPr/>
          <p:nvPr/>
        </p:nvGrpSpPr>
        <p:grpSpPr>
          <a:xfrm>
            <a:off x="6248078" y="3784468"/>
            <a:ext cx="277263" cy="356115"/>
            <a:chOff x="6248078" y="3784468"/>
            <a:chExt cx="277263" cy="356115"/>
          </a:xfrm>
        </p:grpSpPr>
        <p:sp>
          <p:nvSpPr>
            <p:cNvPr id="14863" name="Google Shape;14863;p5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4" name="Google Shape;14864;p5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5" name="Google Shape;14865;p5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6" name="Google Shape;14866;p5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7" name="Google Shape;14867;p5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68" name="Google Shape;14868;p51"/>
          <p:cNvGrpSpPr/>
          <p:nvPr/>
        </p:nvGrpSpPr>
        <p:grpSpPr>
          <a:xfrm>
            <a:off x="5800725" y="3785989"/>
            <a:ext cx="277644" cy="354594"/>
            <a:chOff x="5800725" y="3785989"/>
            <a:chExt cx="277644" cy="354594"/>
          </a:xfrm>
        </p:grpSpPr>
        <p:sp>
          <p:nvSpPr>
            <p:cNvPr id="14869" name="Google Shape;14869;p5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0" name="Google Shape;14870;p5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1" name="Google Shape;14871;p5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2" name="Google Shape;14872;p5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3" name="Google Shape;14873;p5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4" name="Google Shape;14874;p5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5" name="Google Shape;14875;p5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76" name="Google Shape;14876;p51"/>
          <p:cNvGrpSpPr/>
          <p:nvPr/>
        </p:nvGrpSpPr>
        <p:grpSpPr>
          <a:xfrm>
            <a:off x="2206122" y="3360748"/>
            <a:ext cx="308183" cy="347562"/>
            <a:chOff x="2206122" y="3360748"/>
            <a:chExt cx="308183" cy="347562"/>
          </a:xfrm>
        </p:grpSpPr>
        <p:sp>
          <p:nvSpPr>
            <p:cNvPr id="14877" name="Google Shape;14877;p5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8" name="Google Shape;14878;p5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9" name="Google Shape;14879;p5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0" name="Google Shape;14880;p5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1" name="Google Shape;14881;p5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82" name="Google Shape;14882;p51"/>
          <p:cNvGrpSpPr/>
          <p:nvPr/>
        </p:nvGrpSpPr>
        <p:grpSpPr>
          <a:xfrm>
            <a:off x="5353403" y="3785609"/>
            <a:ext cx="277992" cy="354974"/>
            <a:chOff x="5353403" y="3785609"/>
            <a:chExt cx="277992" cy="354974"/>
          </a:xfrm>
        </p:grpSpPr>
        <p:sp>
          <p:nvSpPr>
            <p:cNvPr id="14883" name="Google Shape;14883;p5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4" name="Google Shape;14884;p5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5" name="Google Shape;14885;p5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6" name="Google Shape;14886;p5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7" name="Google Shape;14887;p5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8" name="Google Shape;14888;p5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89" name="Google Shape;14889;p51"/>
          <p:cNvGrpSpPr/>
          <p:nvPr/>
        </p:nvGrpSpPr>
        <p:grpSpPr>
          <a:xfrm>
            <a:off x="4896229" y="3785989"/>
            <a:ext cx="278784" cy="354594"/>
            <a:chOff x="4896229" y="3785989"/>
            <a:chExt cx="278784" cy="354594"/>
          </a:xfrm>
        </p:grpSpPr>
        <p:sp>
          <p:nvSpPr>
            <p:cNvPr id="14890" name="Google Shape;14890;p5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1" name="Google Shape;14891;p5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2" name="Google Shape;14892;p5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3" name="Google Shape;14893;p5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4" name="Google Shape;14894;p5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5" name="Google Shape;14895;p5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96" name="Google Shape;14896;p51"/>
          <p:cNvGrpSpPr/>
          <p:nvPr/>
        </p:nvGrpSpPr>
        <p:grpSpPr>
          <a:xfrm>
            <a:off x="7592387" y="3787858"/>
            <a:ext cx="273874" cy="351204"/>
            <a:chOff x="7592387" y="3787858"/>
            <a:chExt cx="273874" cy="351204"/>
          </a:xfrm>
        </p:grpSpPr>
        <p:sp>
          <p:nvSpPr>
            <p:cNvPr id="14897" name="Google Shape;14897;p5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8" name="Google Shape;14898;p5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9" name="Google Shape;14899;p5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0" name="Google Shape;14900;p5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01" name="Google Shape;14901;p51"/>
          <p:cNvGrpSpPr/>
          <p:nvPr/>
        </p:nvGrpSpPr>
        <p:grpSpPr>
          <a:xfrm>
            <a:off x="7145794" y="3787858"/>
            <a:ext cx="274254" cy="350444"/>
            <a:chOff x="7145794" y="3787858"/>
            <a:chExt cx="274254" cy="350444"/>
          </a:xfrm>
        </p:grpSpPr>
        <p:sp>
          <p:nvSpPr>
            <p:cNvPr id="14902" name="Google Shape;14902;p5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3" name="Google Shape;14903;p5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4" name="Google Shape;14904;p5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5" name="Google Shape;14905;p5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6" name="Google Shape;14906;p5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7" name="Google Shape;14907;p5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08" name="Google Shape;14908;p51"/>
          <p:cNvGrpSpPr/>
          <p:nvPr/>
        </p:nvGrpSpPr>
        <p:grpSpPr>
          <a:xfrm>
            <a:off x="8054060" y="3787098"/>
            <a:ext cx="266334" cy="353834"/>
            <a:chOff x="8054060" y="3787098"/>
            <a:chExt cx="266334" cy="353834"/>
          </a:xfrm>
        </p:grpSpPr>
        <p:sp>
          <p:nvSpPr>
            <p:cNvPr id="14909" name="Google Shape;14909;p5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0" name="Google Shape;14910;p5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1" name="Google Shape;14911;p5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2" name="Google Shape;14912;p5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13" name="Google Shape;14913;p51"/>
          <p:cNvGrpSpPr/>
          <p:nvPr/>
        </p:nvGrpSpPr>
        <p:grpSpPr>
          <a:xfrm>
            <a:off x="6702211" y="3782599"/>
            <a:ext cx="270104" cy="361754"/>
            <a:chOff x="6702211" y="3782599"/>
            <a:chExt cx="270104" cy="361754"/>
          </a:xfrm>
        </p:grpSpPr>
        <p:sp>
          <p:nvSpPr>
            <p:cNvPr id="14914" name="Google Shape;14914;p5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5" name="Google Shape;14915;p5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6" name="Google Shape;14916;p5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7" name="Google Shape;14917;p5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8" name="Google Shape;14918;p5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19" name="Google Shape;14919;p51"/>
          <p:cNvGrpSpPr/>
          <p:nvPr/>
        </p:nvGrpSpPr>
        <p:grpSpPr>
          <a:xfrm>
            <a:off x="3516886" y="3438727"/>
            <a:ext cx="391854" cy="269922"/>
            <a:chOff x="3516850" y="3406526"/>
            <a:chExt cx="369674" cy="254644"/>
          </a:xfrm>
        </p:grpSpPr>
        <p:sp>
          <p:nvSpPr>
            <p:cNvPr id="14920" name="Google Shape;14920;p5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1" name="Google Shape;14921;p5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2" name="Google Shape;14922;p5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3" name="Google Shape;14923;p5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24" name="Google Shape;14924;p51"/>
          <p:cNvGrpSpPr/>
          <p:nvPr/>
        </p:nvGrpSpPr>
        <p:grpSpPr>
          <a:xfrm>
            <a:off x="1310655" y="3360527"/>
            <a:ext cx="306314" cy="347402"/>
            <a:chOff x="1310655" y="3360527"/>
            <a:chExt cx="306314" cy="347402"/>
          </a:xfrm>
        </p:grpSpPr>
        <p:sp>
          <p:nvSpPr>
            <p:cNvPr id="14925" name="Google Shape;14925;p5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6" name="Google Shape;14926;p5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7" name="Google Shape;14927;p5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8" name="Google Shape;14928;p5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9" name="Google Shape;14929;p5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30" name="Google Shape;14930;p51"/>
          <p:cNvGrpSpPr/>
          <p:nvPr/>
        </p:nvGrpSpPr>
        <p:grpSpPr>
          <a:xfrm>
            <a:off x="3119678" y="3360146"/>
            <a:ext cx="269343" cy="348543"/>
            <a:chOff x="3119678" y="3360146"/>
            <a:chExt cx="269343" cy="348543"/>
          </a:xfrm>
        </p:grpSpPr>
        <p:sp>
          <p:nvSpPr>
            <p:cNvPr id="14931" name="Google Shape;14931;p5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2" name="Google Shape;14932;p5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3" name="Google Shape;14933;p5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4" name="Google Shape;14934;p5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5" name="Google Shape;14935;p5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6" name="Google Shape;14936;p5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7" name="Google Shape;14937;p5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38" name="Google Shape;14938;p51"/>
          <p:cNvGrpSpPr/>
          <p:nvPr/>
        </p:nvGrpSpPr>
        <p:grpSpPr>
          <a:xfrm>
            <a:off x="3967213" y="3356947"/>
            <a:ext cx="368185" cy="354753"/>
            <a:chOff x="3967213" y="3356947"/>
            <a:chExt cx="368185" cy="354753"/>
          </a:xfrm>
        </p:grpSpPr>
        <p:sp>
          <p:nvSpPr>
            <p:cNvPr id="14939" name="Google Shape;14939;p5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0" name="Google Shape;14940;p5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1" name="Google Shape;14941;p5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2" name="Google Shape;14942;p5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3" name="Google Shape;14943;p5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44" name="Google Shape;14944;p51"/>
          <p:cNvGrpSpPr/>
          <p:nvPr/>
        </p:nvGrpSpPr>
        <p:grpSpPr>
          <a:xfrm>
            <a:off x="871254" y="3360146"/>
            <a:ext cx="285183" cy="347023"/>
            <a:chOff x="871254" y="3360146"/>
            <a:chExt cx="285183" cy="347023"/>
          </a:xfrm>
        </p:grpSpPr>
        <p:sp>
          <p:nvSpPr>
            <p:cNvPr id="14945" name="Google Shape;14945;p5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6" name="Google Shape;14946;p5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7" name="Google Shape;14947;p5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8" name="Google Shape;14948;p5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49" name="Google Shape;14949;p51"/>
          <p:cNvGrpSpPr/>
          <p:nvPr/>
        </p:nvGrpSpPr>
        <p:grpSpPr>
          <a:xfrm>
            <a:off x="2665165" y="3360146"/>
            <a:ext cx="281794" cy="349685"/>
            <a:chOff x="2665165" y="3360146"/>
            <a:chExt cx="281794" cy="349685"/>
          </a:xfrm>
        </p:grpSpPr>
        <p:sp>
          <p:nvSpPr>
            <p:cNvPr id="14950" name="Google Shape;14950;p5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1" name="Google Shape;14951;p5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2" name="Google Shape;14952;p5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3" name="Google Shape;14953;p5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4" name="Google Shape;14954;p5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55" name="Google Shape;14955;p51"/>
          <p:cNvGrpSpPr/>
          <p:nvPr/>
        </p:nvGrpSpPr>
        <p:grpSpPr>
          <a:xfrm>
            <a:off x="7156344" y="3347696"/>
            <a:ext cx="264465" cy="353074"/>
            <a:chOff x="7156344" y="3347696"/>
            <a:chExt cx="264465" cy="353074"/>
          </a:xfrm>
        </p:grpSpPr>
        <p:sp>
          <p:nvSpPr>
            <p:cNvPr id="14956" name="Google Shape;14956;p5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7" name="Google Shape;14957;p5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8" name="Google Shape;14958;p5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9" name="Google Shape;14959;p5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0" name="Google Shape;14960;p5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61" name="Google Shape;14961;p51"/>
          <p:cNvGrpSpPr/>
          <p:nvPr/>
        </p:nvGrpSpPr>
        <p:grpSpPr>
          <a:xfrm>
            <a:off x="6703732" y="3346936"/>
            <a:ext cx="264813" cy="352693"/>
            <a:chOff x="6703732" y="3346936"/>
            <a:chExt cx="264813" cy="352693"/>
          </a:xfrm>
        </p:grpSpPr>
        <p:sp>
          <p:nvSpPr>
            <p:cNvPr id="14962" name="Google Shape;14962;p5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3" name="Google Shape;14963;p5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4" name="Google Shape;14964;p5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5" name="Google Shape;14965;p5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6" name="Google Shape;14966;p5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67" name="Google Shape;14967;p51"/>
          <p:cNvGrpSpPr/>
          <p:nvPr/>
        </p:nvGrpSpPr>
        <p:grpSpPr>
          <a:xfrm>
            <a:off x="6252228" y="3346936"/>
            <a:ext cx="265193" cy="352693"/>
            <a:chOff x="6252228" y="3346936"/>
            <a:chExt cx="265193" cy="352693"/>
          </a:xfrm>
        </p:grpSpPr>
        <p:sp>
          <p:nvSpPr>
            <p:cNvPr id="14968" name="Google Shape;14968;p5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9" name="Google Shape;14969;p5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0" name="Google Shape;14970;p5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71" name="Google Shape;14971;p51"/>
          <p:cNvGrpSpPr/>
          <p:nvPr/>
        </p:nvGrpSpPr>
        <p:grpSpPr>
          <a:xfrm>
            <a:off x="5801105" y="3347696"/>
            <a:ext cx="264813" cy="351933"/>
            <a:chOff x="5801105" y="3347696"/>
            <a:chExt cx="264813" cy="351933"/>
          </a:xfrm>
        </p:grpSpPr>
        <p:sp>
          <p:nvSpPr>
            <p:cNvPr id="14972" name="Google Shape;14972;p5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3" name="Google Shape;14973;p5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4" name="Google Shape;14974;p5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5" name="Google Shape;14975;p5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76" name="Google Shape;14976;p51"/>
          <p:cNvGrpSpPr/>
          <p:nvPr/>
        </p:nvGrpSpPr>
        <p:grpSpPr>
          <a:xfrm>
            <a:off x="5349253" y="3346936"/>
            <a:ext cx="265922" cy="352693"/>
            <a:chOff x="5349253" y="3346936"/>
            <a:chExt cx="265922" cy="352693"/>
          </a:xfrm>
        </p:grpSpPr>
        <p:sp>
          <p:nvSpPr>
            <p:cNvPr id="14977" name="Google Shape;14977;p5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8" name="Google Shape;14978;p5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9" name="Google Shape;14979;p5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0" name="Google Shape;14980;p5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1" name="Google Shape;14981;p5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2" name="Google Shape;14982;p5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83" name="Google Shape;14983;p51"/>
          <p:cNvGrpSpPr/>
          <p:nvPr/>
        </p:nvGrpSpPr>
        <p:grpSpPr>
          <a:xfrm>
            <a:off x="4907159" y="3346936"/>
            <a:ext cx="264845" cy="354214"/>
            <a:chOff x="4907159" y="3346936"/>
            <a:chExt cx="264845" cy="354214"/>
          </a:xfrm>
        </p:grpSpPr>
        <p:sp>
          <p:nvSpPr>
            <p:cNvPr id="14984" name="Google Shape;14984;p5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5" name="Google Shape;14985;p5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86" name="Google Shape;14986;p51"/>
          <p:cNvGrpSpPr/>
          <p:nvPr/>
        </p:nvGrpSpPr>
        <p:grpSpPr>
          <a:xfrm>
            <a:off x="8048421" y="3334486"/>
            <a:ext cx="276503" cy="369674"/>
            <a:chOff x="8048421" y="3334486"/>
            <a:chExt cx="276503" cy="369674"/>
          </a:xfrm>
        </p:grpSpPr>
        <p:sp>
          <p:nvSpPr>
            <p:cNvPr id="14987" name="Google Shape;14987;p5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8" name="Google Shape;14988;p5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9" name="Google Shape;14989;p5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0" name="Google Shape;14990;p5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1" name="Google Shape;14991;p5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2" name="Google Shape;14992;p5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93" name="Google Shape;14993;p51"/>
          <p:cNvGrpSpPr/>
          <p:nvPr/>
        </p:nvGrpSpPr>
        <p:grpSpPr>
          <a:xfrm>
            <a:off x="7575787" y="3329955"/>
            <a:ext cx="295384" cy="376834"/>
            <a:chOff x="7575787" y="3329955"/>
            <a:chExt cx="295384" cy="376834"/>
          </a:xfrm>
        </p:grpSpPr>
        <p:sp>
          <p:nvSpPr>
            <p:cNvPr id="14994" name="Google Shape;14994;p5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5" name="Google Shape;14995;p5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6" name="Google Shape;14996;p5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7" name="Google Shape;14997;p5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8" name="Google Shape;14998;p5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9" name="Google Shape;14999;p5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00" name="Google Shape;15000;p51"/>
          <p:cNvGrpSpPr/>
          <p:nvPr/>
        </p:nvGrpSpPr>
        <p:grpSpPr>
          <a:xfrm>
            <a:off x="864062" y="2884503"/>
            <a:ext cx="264084" cy="347783"/>
            <a:chOff x="864062" y="2884503"/>
            <a:chExt cx="264084" cy="347783"/>
          </a:xfrm>
        </p:grpSpPr>
        <p:sp>
          <p:nvSpPr>
            <p:cNvPr id="15001" name="Google Shape;15001;p5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2" name="Google Shape;15002;p5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3" name="Google Shape;15003;p5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4" name="Google Shape;15004;p5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5" name="Google Shape;15005;p5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6" name="Google Shape;15006;p5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7" name="Google Shape;15007;p5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8" name="Google Shape;15008;p5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9" name="Google Shape;15009;p5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0" name="Google Shape;15010;p5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11" name="Google Shape;15011;p51"/>
          <p:cNvGrpSpPr/>
          <p:nvPr/>
        </p:nvGrpSpPr>
        <p:grpSpPr>
          <a:xfrm>
            <a:off x="3978523" y="2884661"/>
            <a:ext cx="348955" cy="346516"/>
            <a:chOff x="3978523" y="2884661"/>
            <a:chExt cx="348955" cy="346516"/>
          </a:xfrm>
        </p:grpSpPr>
        <p:sp>
          <p:nvSpPr>
            <p:cNvPr id="15012" name="Google Shape;15012;p5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3" name="Google Shape;15013;p5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4" name="Google Shape;15014;p5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5" name="Google Shape;15015;p5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6" name="Google Shape;15016;p5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7" name="Google Shape;15017;p5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8" name="Google Shape;15018;p5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9" name="Google Shape;15019;p5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20" name="Google Shape;15020;p51"/>
          <p:cNvGrpSpPr/>
          <p:nvPr/>
        </p:nvGrpSpPr>
        <p:grpSpPr>
          <a:xfrm>
            <a:off x="3527780" y="2885263"/>
            <a:ext cx="347435" cy="345534"/>
            <a:chOff x="3527780" y="2885263"/>
            <a:chExt cx="347435" cy="345534"/>
          </a:xfrm>
        </p:grpSpPr>
        <p:sp>
          <p:nvSpPr>
            <p:cNvPr id="15021" name="Google Shape;15021;p5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2" name="Google Shape;15022;p5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3" name="Google Shape;15023;p5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4" name="Google Shape;15024;p5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5" name="Google Shape;15025;p5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6" name="Google Shape;15026;p5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7" name="Google Shape;15027;p5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8" name="Google Shape;15028;p5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9" name="Google Shape;15029;p5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0" name="Google Shape;15030;p5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1" name="Google Shape;15031;p5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2" name="Google Shape;15032;p5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3" name="Google Shape;15033;p5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4" name="Google Shape;15034;p5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5" name="Google Shape;15035;p5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6" name="Google Shape;15036;p5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7" name="Google Shape;15037;p5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8" name="Google Shape;15038;p5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9" name="Google Shape;15039;p5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0" name="Google Shape;15040;p5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1" name="Google Shape;15041;p5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2" name="Google Shape;15042;p5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3" name="Google Shape;15043;p5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44" name="Google Shape;15044;p51"/>
          <p:cNvGrpSpPr/>
          <p:nvPr/>
        </p:nvGrpSpPr>
        <p:grpSpPr>
          <a:xfrm>
            <a:off x="2239671" y="2884503"/>
            <a:ext cx="218054" cy="348544"/>
            <a:chOff x="2239671" y="2884503"/>
            <a:chExt cx="218054" cy="348544"/>
          </a:xfrm>
        </p:grpSpPr>
        <p:sp>
          <p:nvSpPr>
            <p:cNvPr id="15045" name="Google Shape;15045;p5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6" name="Google Shape;15046;p5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7" name="Google Shape;15047;p5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8" name="Google Shape;15048;p5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9" name="Google Shape;15049;p5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50" name="Google Shape;15050;p51"/>
          <p:cNvGrpSpPr/>
          <p:nvPr/>
        </p:nvGrpSpPr>
        <p:grpSpPr>
          <a:xfrm>
            <a:off x="2691555" y="2884503"/>
            <a:ext cx="215044" cy="348924"/>
            <a:chOff x="2691555" y="2884503"/>
            <a:chExt cx="215044" cy="348924"/>
          </a:xfrm>
        </p:grpSpPr>
        <p:sp>
          <p:nvSpPr>
            <p:cNvPr id="15051" name="Google Shape;15051;p5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2" name="Google Shape;15052;p5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3" name="Google Shape;15053;p5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54" name="Google Shape;15054;p51"/>
          <p:cNvGrpSpPr/>
          <p:nvPr/>
        </p:nvGrpSpPr>
        <p:grpSpPr>
          <a:xfrm>
            <a:off x="1770459" y="2884503"/>
            <a:ext cx="254644" cy="348828"/>
            <a:chOff x="1770459" y="2884503"/>
            <a:chExt cx="254644" cy="348828"/>
          </a:xfrm>
        </p:grpSpPr>
        <p:sp>
          <p:nvSpPr>
            <p:cNvPr id="15055" name="Google Shape;15055;p5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6" name="Google Shape;15056;p5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7" name="Google Shape;15057;p5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8" name="Google Shape;15058;p5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9" name="Google Shape;15059;p5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0" name="Google Shape;15060;p5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1" name="Google Shape;15061;p5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2" name="Google Shape;15062;p5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63" name="Google Shape;15063;p51"/>
          <p:cNvGrpSpPr/>
          <p:nvPr/>
        </p:nvGrpSpPr>
        <p:grpSpPr>
          <a:xfrm>
            <a:off x="1317466" y="2884883"/>
            <a:ext cx="258382" cy="348543"/>
            <a:chOff x="1317466" y="2884883"/>
            <a:chExt cx="258382" cy="348543"/>
          </a:xfrm>
        </p:grpSpPr>
        <p:sp>
          <p:nvSpPr>
            <p:cNvPr id="15064" name="Google Shape;15064;p5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5" name="Google Shape;15065;p5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6" name="Google Shape;15066;p5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7" name="Google Shape;15067;p5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8" name="Google Shape;15068;p5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9" name="Google Shape;15069;p5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0" name="Google Shape;15070;p5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1" name="Google Shape;15071;p5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72" name="Google Shape;15072;p51"/>
          <p:cNvGrpSpPr/>
          <p:nvPr/>
        </p:nvGrpSpPr>
        <p:grpSpPr>
          <a:xfrm>
            <a:off x="3121167" y="2884883"/>
            <a:ext cx="258414" cy="348543"/>
            <a:chOff x="3121167" y="2884883"/>
            <a:chExt cx="258414" cy="348543"/>
          </a:xfrm>
        </p:grpSpPr>
        <p:sp>
          <p:nvSpPr>
            <p:cNvPr id="15073" name="Google Shape;15073;p5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4" name="Google Shape;15074;p5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5" name="Google Shape;15075;p5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6" name="Google Shape;15076;p5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7" name="Google Shape;15077;p5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8" name="Google Shape;15078;p5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9" name="Google Shape;15079;p5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0" name="Google Shape;15080;p5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81" name="Google Shape;15081;p51"/>
          <p:cNvGrpSpPr/>
          <p:nvPr/>
        </p:nvGrpSpPr>
        <p:grpSpPr>
          <a:xfrm>
            <a:off x="4899999" y="2882095"/>
            <a:ext cx="271244" cy="346801"/>
            <a:chOff x="4899999" y="2882095"/>
            <a:chExt cx="271244" cy="346801"/>
          </a:xfrm>
        </p:grpSpPr>
        <p:sp>
          <p:nvSpPr>
            <p:cNvPr id="15082" name="Google Shape;15082;p5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3" name="Google Shape;15083;p5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4" name="Google Shape;15084;p5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5" name="Google Shape;15085;p5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6" name="Google Shape;15086;p5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7" name="Google Shape;15087;p5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8" name="Google Shape;15088;p5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9" name="Google Shape;15089;p5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0" name="Google Shape;15090;p5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1" name="Google Shape;15091;p5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92" name="Google Shape;15092;p51"/>
          <p:cNvGrpSpPr/>
          <p:nvPr/>
        </p:nvGrpSpPr>
        <p:grpSpPr>
          <a:xfrm>
            <a:off x="7162775" y="2881113"/>
            <a:ext cx="259523" cy="346294"/>
            <a:chOff x="7162775" y="2881113"/>
            <a:chExt cx="259523" cy="346294"/>
          </a:xfrm>
        </p:grpSpPr>
        <p:sp>
          <p:nvSpPr>
            <p:cNvPr id="15093" name="Google Shape;15093;p5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4" name="Google Shape;15094;p5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5" name="Google Shape;15095;p5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6" name="Google Shape;15096;p5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7" name="Google Shape;15097;p5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8" name="Google Shape;15098;p5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99" name="Google Shape;15099;p51"/>
          <p:cNvGrpSpPr/>
          <p:nvPr/>
        </p:nvGrpSpPr>
        <p:grpSpPr>
          <a:xfrm>
            <a:off x="6709751" y="2881842"/>
            <a:ext cx="261075" cy="347815"/>
            <a:chOff x="6709751" y="2881842"/>
            <a:chExt cx="261075" cy="347815"/>
          </a:xfrm>
        </p:grpSpPr>
        <p:sp>
          <p:nvSpPr>
            <p:cNvPr id="15100" name="Google Shape;15100;p5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1" name="Google Shape;15101;p5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2" name="Google Shape;15102;p5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3" name="Google Shape;15103;p5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4" name="Google Shape;15104;p5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5" name="Google Shape;15105;p5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06" name="Google Shape;15106;p51"/>
          <p:cNvGrpSpPr/>
          <p:nvPr/>
        </p:nvGrpSpPr>
        <p:grpSpPr>
          <a:xfrm>
            <a:off x="5807156" y="2881113"/>
            <a:ext cx="261043" cy="348163"/>
            <a:chOff x="5807156" y="2881113"/>
            <a:chExt cx="261043" cy="348163"/>
          </a:xfrm>
        </p:grpSpPr>
        <p:sp>
          <p:nvSpPr>
            <p:cNvPr id="15107" name="Google Shape;15107;p5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8" name="Google Shape;15108;p5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9" name="Google Shape;15109;p5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0" name="Google Shape;15110;p5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1" name="Google Shape;15111;p5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12" name="Google Shape;15112;p51"/>
          <p:cNvGrpSpPr/>
          <p:nvPr/>
        </p:nvGrpSpPr>
        <p:grpSpPr>
          <a:xfrm>
            <a:off x="5355653" y="2881493"/>
            <a:ext cx="262184" cy="346643"/>
            <a:chOff x="5355653" y="2881493"/>
            <a:chExt cx="262184" cy="346643"/>
          </a:xfrm>
        </p:grpSpPr>
        <p:sp>
          <p:nvSpPr>
            <p:cNvPr id="15113" name="Google Shape;15113;p5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4" name="Google Shape;15114;p5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5" name="Google Shape;15115;p5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6" name="Google Shape;15116;p5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7" name="Google Shape;15117;p5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18" name="Google Shape;15118;p51"/>
          <p:cNvGrpSpPr/>
          <p:nvPr/>
        </p:nvGrpSpPr>
        <p:grpSpPr>
          <a:xfrm>
            <a:off x="8055961" y="2881842"/>
            <a:ext cx="260283" cy="345914"/>
            <a:chOff x="8055961" y="2881842"/>
            <a:chExt cx="260283" cy="345914"/>
          </a:xfrm>
        </p:grpSpPr>
        <p:sp>
          <p:nvSpPr>
            <p:cNvPr id="15119" name="Google Shape;15119;p5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0" name="Google Shape;15120;p5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1" name="Google Shape;15121;p5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2" name="Google Shape;15122;p5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23" name="Google Shape;15123;p51"/>
          <p:cNvGrpSpPr/>
          <p:nvPr/>
        </p:nvGrpSpPr>
        <p:grpSpPr>
          <a:xfrm>
            <a:off x="7609368" y="2893912"/>
            <a:ext cx="264813" cy="353105"/>
            <a:chOff x="7609368" y="2893912"/>
            <a:chExt cx="264813" cy="353105"/>
          </a:xfrm>
        </p:grpSpPr>
        <p:sp>
          <p:nvSpPr>
            <p:cNvPr id="15124" name="Google Shape;15124;p5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5" name="Google Shape;15125;p5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6" name="Google Shape;15126;p5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7" name="Google Shape;15127;p5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8" name="Google Shape;15128;p5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9" name="Google Shape;15129;p5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30" name="Google Shape;15130;p51"/>
          <p:cNvGrpSpPr/>
          <p:nvPr/>
        </p:nvGrpSpPr>
        <p:grpSpPr>
          <a:xfrm>
            <a:off x="6248458" y="2869772"/>
            <a:ext cx="270864" cy="360645"/>
            <a:chOff x="6248458" y="2869772"/>
            <a:chExt cx="270864" cy="360645"/>
          </a:xfrm>
        </p:grpSpPr>
        <p:sp>
          <p:nvSpPr>
            <p:cNvPr id="15131" name="Google Shape;15131;p5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2" name="Google Shape;15132;p5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3" name="Google Shape;15133;p5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4" name="Google Shape;15134;p5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5" name="Google Shape;15135;p5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36" name="Google Shape;15136;p51"/>
          <p:cNvGrpSpPr/>
          <p:nvPr/>
        </p:nvGrpSpPr>
        <p:grpSpPr>
          <a:xfrm>
            <a:off x="3075928" y="2445798"/>
            <a:ext cx="363243" cy="300675"/>
            <a:chOff x="3075928" y="2445798"/>
            <a:chExt cx="363243" cy="300675"/>
          </a:xfrm>
        </p:grpSpPr>
        <p:sp>
          <p:nvSpPr>
            <p:cNvPr id="15137" name="Google Shape;15137;p5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8" name="Google Shape;15138;p5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9" name="Google Shape;15139;p5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0" name="Google Shape;15140;p5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1" name="Google Shape;15141;p5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2" name="Google Shape;15142;p5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3" name="Google Shape;15143;p5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4" name="Google Shape;15144;p5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5" name="Google Shape;15145;p5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6" name="Google Shape;15146;p5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7" name="Google Shape;15147;p5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48" name="Google Shape;15148;p51"/>
          <p:cNvGrpSpPr/>
          <p:nvPr/>
        </p:nvGrpSpPr>
        <p:grpSpPr>
          <a:xfrm>
            <a:off x="2633105" y="2431859"/>
            <a:ext cx="363243" cy="328585"/>
            <a:chOff x="2633105" y="2431859"/>
            <a:chExt cx="363243" cy="328585"/>
          </a:xfrm>
        </p:grpSpPr>
        <p:sp>
          <p:nvSpPr>
            <p:cNvPr id="15149" name="Google Shape;15149;p5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0" name="Google Shape;15150;p5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1" name="Google Shape;15151;p5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2" name="Google Shape;15152;p5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3" name="Google Shape;15153;p5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4" name="Google Shape;15154;p5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5" name="Google Shape;15155;p5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6" name="Google Shape;15156;p5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57" name="Google Shape;15157;p51"/>
          <p:cNvGrpSpPr/>
          <p:nvPr/>
        </p:nvGrpSpPr>
        <p:grpSpPr>
          <a:xfrm>
            <a:off x="2189142" y="2421310"/>
            <a:ext cx="365904" cy="350064"/>
            <a:chOff x="2189142" y="2421310"/>
            <a:chExt cx="365904" cy="350064"/>
          </a:xfrm>
        </p:grpSpPr>
        <p:sp>
          <p:nvSpPr>
            <p:cNvPr id="15158" name="Google Shape;15158;p5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9" name="Google Shape;15159;p5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0" name="Google Shape;15160;p5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1" name="Google Shape;15161;p5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2" name="Google Shape;15162;p5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3" name="Google Shape;15163;p5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4" name="Google Shape;15164;p5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5" name="Google Shape;15165;p5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6" name="Google Shape;15166;p5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167" name="Google Shape;15167;p51"/>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168" name="Google Shape;15168;p51"/>
          <p:cNvGrpSpPr/>
          <p:nvPr/>
        </p:nvGrpSpPr>
        <p:grpSpPr>
          <a:xfrm>
            <a:off x="3961923" y="2486317"/>
            <a:ext cx="364415" cy="220936"/>
            <a:chOff x="3961923" y="2486317"/>
            <a:chExt cx="364415" cy="220936"/>
          </a:xfrm>
        </p:grpSpPr>
        <p:sp>
          <p:nvSpPr>
            <p:cNvPr id="15169" name="Google Shape;15169;p5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0" name="Google Shape;15170;p5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1" name="Google Shape;15171;p5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2" name="Google Shape;15172;p5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173" name="Google Shape;15173;p51"/>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174" name="Google Shape;15174;p51"/>
          <p:cNvGrpSpPr/>
          <p:nvPr/>
        </p:nvGrpSpPr>
        <p:grpSpPr>
          <a:xfrm>
            <a:off x="1303876" y="2419377"/>
            <a:ext cx="363275" cy="354626"/>
            <a:chOff x="1303876" y="2419377"/>
            <a:chExt cx="363275" cy="354626"/>
          </a:xfrm>
        </p:grpSpPr>
        <p:sp>
          <p:nvSpPr>
            <p:cNvPr id="15175" name="Google Shape;15175;p5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6" name="Google Shape;15176;p5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7" name="Google Shape;15177;p5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8" name="Google Shape;15178;p5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9" name="Google Shape;15179;p5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0" name="Google Shape;15180;p5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1" name="Google Shape;15181;p5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2" name="Google Shape;15182;p5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83" name="Google Shape;15183;p51"/>
          <p:cNvGrpSpPr/>
          <p:nvPr/>
        </p:nvGrpSpPr>
        <p:grpSpPr>
          <a:xfrm>
            <a:off x="861053" y="2414910"/>
            <a:ext cx="362134" cy="363623"/>
            <a:chOff x="861053" y="2414910"/>
            <a:chExt cx="362134" cy="363623"/>
          </a:xfrm>
        </p:grpSpPr>
        <p:sp>
          <p:nvSpPr>
            <p:cNvPr id="15184" name="Google Shape;15184;p5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5" name="Google Shape;15185;p5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6" name="Google Shape;15186;p5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7" name="Google Shape;15187;p5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8" name="Google Shape;15188;p5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89" name="Google Shape;15189;p51"/>
          <p:cNvGrpSpPr/>
          <p:nvPr/>
        </p:nvGrpSpPr>
        <p:grpSpPr>
          <a:xfrm>
            <a:off x="7594288" y="2415259"/>
            <a:ext cx="279513" cy="355735"/>
            <a:chOff x="7594288" y="2415259"/>
            <a:chExt cx="279513" cy="355735"/>
          </a:xfrm>
        </p:grpSpPr>
        <p:sp>
          <p:nvSpPr>
            <p:cNvPr id="15190" name="Google Shape;15190;p5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1" name="Google Shape;15191;p5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2" name="Google Shape;15192;p5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3" name="Google Shape;15193;p5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4" name="Google Shape;15194;p5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5" name="Google Shape;15195;p5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96" name="Google Shape;15196;p51"/>
          <p:cNvGrpSpPr/>
          <p:nvPr/>
        </p:nvGrpSpPr>
        <p:grpSpPr>
          <a:xfrm>
            <a:off x="7145794" y="2415639"/>
            <a:ext cx="278784" cy="355735"/>
            <a:chOff x="7145794" y="2415639"/>
            <a:chExt cx="278784" cy="355735"/>
          </a:xfrm>
        </p:grpSpPr>
        <p:sp>
          <p:nvSpPr>
            <p:cNvPr id="15197" name="Google Shape;15197;p5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8" name="Google Shape;15198;p5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9" name="Google Shape;15199;p5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0" name="Google Shape;15200;p5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1" name="Google Shape;15201;p5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2" name="Google Shape;15202;p5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3" name="Google Shape;15203;p5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4" name="Google Shape;15204;p5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5" name="Google Shape;15205;p5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6" name="Google Shape;15206;p5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07" name="Google Shape;15207;p51"/>
          <p:cNvGrpSpPr/>
          <p:nvPr/>
        </p:nvGrpSpPr>
        <p:grpSpPr>
          <a:xfrm>
            <a:off x="6698441" y="2414530"/>
            <a:ext cx="277644" cy="357984"/>
            <a:chOff x="6698441" y="2414530"/>
            <a:chExt cx="277644" cy="357984"/>
          </a:xfrm>
        </p:grpSpPr>
        <p:sp>
          <p:nvSpPr>
            <p:cNvPr id="15208" name="Google Shape;15208;p5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9" name="Google Shape;15209;p5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0" name="Google Shape;15210;p5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1" name="Google Shape;15211;p5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2" name="Google Shape;15212;p5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3" name="Google Shape;15213;p5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14" name="Google Shape;15214;p51"/>
          <p:cNvGrpSpPr/>
          <p:nvPr/>
        </p:nvGrpSpPr>
        <p:grpSpPr>
          <a:xfrm>
            <a:off x="4897750" y="2415639"/>
            <a:ext cx="279513" cy="357255"/>
            <a:chOff x="4897750" y="2415639"/>
            <a:chExt cx="279513" cy="357255"/>
          </a:xfrm>
        </p:grpSpPr>
        <p:sp>
          <p:nvSpPr>
            <p:cNvPr id="15215" name="Google Shape;15215;p5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6" name="Google Shape;15216;p5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7" name="Google Shape;15217;p5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8" name="Google Shape;15218;p5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9" name="Google Shape;15219;p5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0" name="Google Shape;15220;p5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1" name="Google Shape;15221;p5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2" name="Google Shape;15222;p5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23" name="Google Shape;15223;p51"/>
          <p:cNvGrpSpPr/>
          <p:nvPr/>
        </p:nvGrpSpPr>
        <p:grpSpPr>
          <a:xfrm>
            <a:off x="5812066" y="2416019"/>
            <a:ext cx="264813" cy="353454"/>
            <a:chOff x="5812066" y="2416019"/>
            <a:chExt cx="264813" cy="353454"/>
          </a:xfrm>
        </p:grpSpPr>
        <p:sp>
          <p:nvSpPr>
            <p:cNvPr id="15224" name="Google Shape;15224;p5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5" name="Google Shape;15225;p5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6" name="Google Shape;15226;p5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7" name="Google Shape;15227;p5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8" name="Google Shape;15228;p5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9" name="Google Shape;15229;p5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0" name="Google Shape;15230;p5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31" name="Google Shape;15231;p51"/>
          <p:cNvGrpSpPr/>
          <p:nvPr/>
        </p:nvGrpSpPr>
        <p:grpSpPr>
          <a:xfrm>
            <a:off x="8054820" y="2416399"/>
            <a:ext cx="264433" cy="353454"/>
            <a:chOff x="8054820" y="2416399"/>
            <a:chExt cx="264433" cy="353454"/>
          </a:xfrm>
        </p:grpSpPr>
        <p:sp>
          <p:nvSpPr>
            <p:cNvPr id="15232" name="Google Shape;15232;p5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3" name="Google Shape;15233;p5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4" name="Google Shape;15234;p5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5" name="Google Shape;15235;p5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6" name="Google Shape;15236;p5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7" name="Google Shape;15237;p5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38" name="Google Shape;15238;p51"/>
          <p:cNvGrpSpPr/>
          <p:nvPr/>
        </p:nvGrpSpPr>
        <p:grpSpPr>
          <a:xfrm>
            <a:off x="5356413" y="2413390"/>
            <a:ext cx="271212" cy="361374"/>
            <a:chOff x="5356413" y="2413390"/>
            <a:chExt cx="271212" cy="361374"/>
          </a:xfrm>
        </p:grpSpPr>
        <p:sp>
          <p:nvSpPr>
            <p:cNvPr id="15239" name="Google Shape;15239;p5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0" name="Google Shape;15240;p5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1" name="Google Shape;15241;p5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2" name="Google Shape;15242;p5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3" name="Google Shape;15243;p5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44" name="Google Shape;15244;p51"/>
          <p:cNvGrpSpPr/>
          <p:nvPr/>
        </p:nvGrpSpPr>
        <p:grpSpPr>
          <a:xfrm>
            <a:off x="6255238" y="2412249"/>
            <a:ext cx="271244" cy="360994"/>
            <a:chOff x="6255238" y="2412249"/>
            <a:chExt cx="271244" cy="360994"/>
          </a:xfrm>
        </p:grpSpPr>
        <p:sp>
          <p:nvSpPr>
            <p:cNvPr id="15245" name="Google Shape;15245;p5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6" name="Google Shape;15246;p5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7" name="Google Shape;15247;p5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8" name="Google Shape;15248;p5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9" name="Google Shape;15249;p5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0" name="Google Shape;15250;p5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51" name="Google Shape;15251;p51"/>
          <p:cNvGrpSpPr/>
          <p:nvPr/>
        </p:nvGrpSpPr>
        <p:grpSpPr>
          <a:xfrm>
            <a:off x="2185372" y="1957799"/>
            <a:ext cx="366664" cy="366981"/>
            <a:chOff x="2185372" y="1957799"/>
            <a:chExt cx="366664" cy="366981"/>
          </a:xfrm>
        </p:grpSpPr>
        <p:sp>
          <p:nvSpPr>
            <p:cNvPr id="15252" name="Google Shape;15252;p5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3" name="Google Shape;15253;p5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4" name="Google Shape;15254;p5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5" name="Google Shape;15255;p5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6" name="Google Shape;15256;p5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7" name="Google Shape;15257;p5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8" name="Google Shape;15258;p5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9" name="Google Shape;15259;p5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60" name="Google Shape;15260;p51"/>
          <p:cNvGrpSpPr/>
          <p:nvPr/>
        </p:nvGrpSpPr>
        <p:grpSpPr>
          <a:xfrm>
            <a:off x="1737258" y="1988371"/>
            <a:ext cx="370815" cy="307359"/>
            <a:chOff x="1737258" y="1988371"/>
            <a:chExt cx="370815" cy="307359"/>
          </a:xfrm>
        </p:grpSpPr>
        <p:sp>
          <p:nvSpPr>
            <p:cNvPr id="15261" name="Google Shape;15261;p5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2" name="Google Shape;15262;p5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3" name="Google Shape;15263;p5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4" name="Google Shape;15264;p5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65" name="Google Shape;15265;p51"/>
          <p:cNvGrpSpPr/>
          <p:nvPr/>
        </p:nvGrpSpPr>
        <p:grpSpPr>
          <a:xfrm>
            <a:off x="848983" y="1989511"/>
            <a:ext cx="369293" cy="304350"/>
            <a:chOff x="848983" y="1989511"/>
            <a:chExt cx="369293" cy="304350"/>
          </a:xfrm>
        </p:grpSpPr>
        <p:sp>
          <p:nvSpPr>
            <p:cNvPr id="15266" name="Google Shape;15266;p5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7" name="Google Shape;15267;p5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8" name="Google Shape;15268;p5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9" name="Google Shape;15269;p5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0" name="Google Shape;15270;p5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71" name="Google Shape;15271;p51"/>
          <p:cNvGrpSpPr/>
          <p:nvPr/>
        </p:nvGrpSpPr>
        <p:grpSpPr>
          <a:xfrm>
            <a:off x="3074027" y="1983777"/>
            <a:ext cx="380604" cy="313854"/>
            <a:chOff x="3074027" y="1983777"/>
            <a:chExt cx="380604" cy="313854"/>
          </a:xfrm>
        </p:grpSpPr>
        <p:sp>
          <p:nvSpPr>
            <p:cNvPr id="15272" name="Google Shape;15272;p5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3" name="Google Shape;15273;p5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4" name="Google Shape;15274;p5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5" name="Google Shape;15275;p5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6" name="Google Shape;15276;p5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77" name="Google Shape;15277;p51"/>
          <p:cNvGrpSpPr/>
          <p:nvPr/>
        </p:nvGrpSpPr>
        <p:grpSpPr>
          <a:xfrm>
            <a:off x="3522521" y="1975857"/>
            <a:ext cx="367013" cy="331278"/>
            <a:chOff x="3522521" y="1975857"/>
            <a:chExt cx="367013" cy="331278"/>
          </a:xfrm>
        </p:grpSpPr>
        <p:sp>
          <p:nvSpPr>
            <p:cNvPr id="15278" name="Google Shape;15278;p5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9" name="Google Shape;15279;p5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0" name="Google Shape;15280;p5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1" name="Google Shape;15281;p5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2" name="Google Shape;15282;p5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3" name="Google Shape;15283;p5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4" name="Google Shape;15284;p5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85" name="Google Shape;15285;p51"/>
          <p:cNvGrpSpPr/>
          <p:nvPr/>
        </p:nvGrpSpPr>
        <p:grpSpPr>
          <a:xfrm>
            <a:off x="2630824" y="1976966"/>
            <a:ext cx="368186" cy="330454"/>
            <a:chOff x="2630824" y="1976966"/>
            <a:chExt cx="368186" cy="330454"/>
          </a:xfrm>
        </p:grpSpPr>
        <p:sp>
          <p:nvSpPr>
            <p:cNvPr id="15286" name="Google Shape;15286;p5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7" name="Google Shape;15287;p5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8" name="Google Shape;15288;p5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9" name="Google Shape;15289;p5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0" name="Google Shape;15290;p5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1" name="Google Shape;15291;p5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2" name="Google Shape;15292;p5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3" name="Google Shape;15293;p5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94" name="Google Shape;15294;p51"/>
          <p:cNvGrpSpPr/>
          <p:nvPr/>
        </p:nvGrpSpPr>
        <p:grpSpPr>
          <a:xfrm>
            <a:off x="1293706" y="1966416"/>
            <a:ext cx="369294" cy="350444"/>
            <a:chOff x="1293706" y="1966416"/>
            <a:chExt cx="369294" cy="350444"/>
          </a:xfrm>
        </p:grpSpPr>
        <p:sp>
          <p:nvSpPr>
            <p:cNvPr id="15295" name="Google Shape;15295;p5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6" name="Google Shape;15296;p5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7" name="Google Shape;15297;p5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8" name="Google Shape;15298;p5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9" name="Google Shape;15299;p5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0" name="Google Shape;15300;p5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1" name="Google Shape;15301;p5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2" name="Google Shape;15302;p5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03" name="Google Shape;15303;p51"/>
          <p:cNvGrpSpPr/>
          <p:nvPr/>
        </p:nvGrpSpPr>
        <p:grpSpPr>
          <a:xfrm>
            <a:off x="3967213" y="1975477"/>
            <a:ext cx="368185" cy="331816"/>
            <a:chOff x="3967213" y="1975477"/>
            <a:chExt cx="368185" cy="331816"/>
          </a:xfrm>
        </p:grpSpPr>
        <p:sp>
          <p:nvSpPr>
            <p:cNvPr id="15304" name="Google Shape;15304;p5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5" name="Google Shape;15305;p5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6" name="Google Shape;15306;p5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07" name="Google Shape;15307;p51"/>
          <p:cNvGrpSpPr/>
          <p:nvPr/>
        </p:nvGrpSpPr>
        <p:grpSpPr>
          <a:xfrm>
            <a:off x="8047661" y="1969046"/>
            <a:ext cx="279132" cy="356875"/>
            <a:chOff x="8047661" y="1969046"/>
            <a:chExt cx="279132" cy="356875"/>
          </a:xfrm>
        </p:grpSpPr>
        <p:sp>
          <p:nvSpPr>
            <p:cNvPr id="15308" name="Google Shape;15308;p5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9" name="Google Shape;15309;p5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0" name="Google Shape;15310;p5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1" name="Google Shape;15311;p5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12" name="Google Shape;15312;p51"/>
          <p:cNvGrpSpPr/>
          <p:nvPr/>
        </p:nvGrpSpPr>
        <p:grpSpPr>
          <a:xfrm>
            <a:off x="7596157" y="1968159"/>
            <a:ext cx="279544" cy="358142"/>
            <a:chOff x="7596157" y="1968159"/>
            <a:chExt cx="279544" cy="358142"/>
          </a:xfrm>
        </p:grpSpPr>
        <p:sp>
          <p:nvSpPr>
            <p:cNvPr id="15313" name="Google Shape;15313;p5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4" name="Google Shape;15314;p5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5" name="Google Shape;15315;p5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6" name="Google Shape;15316;p5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7" name="Google Shape;15317;p5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8" name="Google Shape;15318;p5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19" name="Google Shape;15319;p51"/>
          <p:cNvGrpSpPr/>
          <p:nvPr/>
        </p:nvGrpSpPr>
        <p:grpSpPr>
          <a:xfrm>
            <a:off x="7147315" y="1969046"/>
            <a:ext cx="279513" cy="357635"/>
            <a:chOff x="7147315" y="1969046"/>
            <a:chExt cx="279513" cy="357635"/>
          </a:xfrm>
        </p:grpSpPr>
        <p:sp>
          <p:nvSpPr>
            <p:cNvPr id="15320" name="Google Shape;15320;p5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1" name="Google Shape;15321;p5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2" name="Google Shape;15322;p5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3" name="Google Shape;15323;p5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4" name="Google Shape;15324;p5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5" name="Google Shape;15325;p5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6" name="Google Shape;15326;p5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27" name="Google Shape;15327;p51"/>
          <p:cNvGrpSpPr/>
          <p:nvPr/>
        </p:nvGrpSpPr>
        <p:grpSpPr>
          <a:xfrm>
            <a:off x="6697681" y="1968317"/>
            <a:ext cx="280305" cy="359093"/>
            <a:chOff x="6697681" y="1968317"/>
            <a:chExt cx="280305" cy="359093"/>
          </a:xfrm>
        </p:grpSpPr>
        <p:sp>
          <p:nvSpPr>
            <p:cNvPr id="15328" name="Google Shape;15328;p5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9" name="Google Shape;15329;p5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0" name="Google Shape;15330;p5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1" name="Google Shape;15331;p5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2" name="Google Shape;15332;p5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3" name="Google Shape;15333;p5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4" name="Google Shape;15334;p5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35" name="Google Shape;15335;p51"/>
          <p:cNvGrpSpPr/>
          <p:nvPr/>
        </p:nvGrpSpPr>
        <p:grpSpPr>
          <a:xfrm>
            <a:off x="6248839" y="1967937"/>
            <a:ext cx="280273" cy="358745"/>
            <a:chOff x="6248839" y="1967937"/>
            <a:chExt cx="280273" cy="358745"/>
          </a:xfrm>
        </p:grpSpPr>
        <p:sp>
          <p:nvSpPr>
            <p:cNvPr id="15336" name="Google Shape;15336;p5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7" name="Google Shape;15337;p5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8" name="Google Shape;15338;p5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9" name="Google Shape;15339;p5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0" name="Google Shape;15340;p5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1" name="Google Shape;15341;p5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42" name="Google Shape;15342;p51"/>
          <p:cNvGrpSpPr/>
          <p:nvPr/>
        </p:nvGrpSpPr>
        <p:grpSpPr>
          <a:xfrm>
            <a:off x="5801485" y="1969046"/>
            <a:ext cx="279164" cy="357793"/>
            <a:chOff x="5801485" y="1969046"/>
            <a:chExt cx="279164" cy="357793"/>
          </a:xfrm>
        </p:grpSpPr>
        <p:sp>
          <p:nvSpPr>
            <p:cNvPr id="15343" name="Google Shape;15343;p5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4" name="Google Shape;15344;p5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5" name="Google Shape;15345;p5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6" name="Google Shape;15346;p5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7" name="Google Shape;15347;p5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8" name="Google Shape;15348;p5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9" name="Google Shape;15349;p5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0" name="Google Shape;15350;p5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1" name="Google Shape;15351;p5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2" name="Google Shape;15352;p5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3" name="Google Shape;15353;p5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4" name="Google Shape;15354;p5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5" name="Google Shape;15355;p5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56" name="Google Shape;15356;p51"/>
          <p:cNvGrpSpPr/>
          <p:nvPr/>
        </p:nvGrpSpPr>
        <p:grpSpPr>
          <a:xfrm>
            <a:off x="5352643" y="1969046"/>
            <a:ext cx="278404" cy="358364"/>
            <a:chOff x="5352643" y="1969046"/>
            <a:chExt cx="278404" cy="358364"/>
          </a:xfrm>
        </p:grpSpPr>
        <p:sp>
          <p:nvSpPr>
            <p:cNvPr id="15357" name="Google Shape;15357;p5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8" name="Google Shape;15358;p5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9" name="Google Shape;15359;p5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0" name="Google Shape;15360;p5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61" name="Google Shape;15361;p51"/>
          <p:cNvGrpSpPr/>
          <p:nvPr/>
        </p:nvGrpSpPr>
        <p:grpSpPr>
          <a:xfrm>
            <a:off x="4897750" y="1968317"/>
            <a:ext cx="279132" cy="358364"/>
            <a:chOff x="4897750" y="1968317"/>
            <a:chExt cx="279132" cy="358364"/>
          </a:xfrm>
        </p:grpSpPr>
        <p:sp>
          <p:nvSpPr>
            <p:cNvPr id="15362" name="Google Shape;15362;p5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3" name="Google Shape;15363;p5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4" name="Google Shape;15364;p5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5" name="Google Shape;15365;p5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6" name="Google Shape;15366;p5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7" name="Google Shape;15367;p5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8" name="Google Shape;15368;p5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9" name="Google Shape;15369;p5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0" name="Google Shape;15370;p5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1" name="Google Shape;15371;p5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2" name="Google Shape;15372;p5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3" name="Google Shape;15373;p5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4" name="Google Shape;15374;p5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375" name="Google Shape;15375;p51"/>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376" name="Google Shape;15376;p51"/>
          <p:cNvGrpSpPr/>
          <p:nvPr/>
        </p:nvGrpSpPr>
        <p:grpSpPr>
          <a:xfrm>
            <a:off x="1767449" y="1513044"/>
            <a:ext cx="324403" cy="347783"/>
            <a:chOff x="1767449" y="1513044"/>
            <a:chExt cx="324403" cy="347783"/>
          </a:xfrm>
        </p:grpSpPr>
        <p:sp>
          <p:nvSpPr>
            <p:cNvPr id="15377" name="Google Shape;15377;p5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8" name="Google Shape;15378;p5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9" name="Google Shape;15379;p5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0" name="Google Shape;15380;p5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1" name="Google Shape;15381;p5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2" name="Google Shape;15382;p5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3" name="Google Shape;15383;p5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4" name="Google Shape;15384;p5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5" name="Google Shape;15385;p5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86" name="Google Shape;15386;p51"/>
          <p:cNvGrpSpPr/>
          <p:nvPr/>
        </p:nvGrpSpPr>
        <p:grpSpPr>
          <a:xfrm>
            <a:off x="4007193" y="1512727"/>
            <a:ext cx="320633" cy="348100"/>
            <a:chOff x="4007193" y="1512727"/>
            <a:chExt cx="320633" cy="348100"/>
          </a:xfrm>
        </p:grpSpPr>
        <p:sp>
          <p:nvSpPr>
            <p:cNvPr id="15387" name="Google Shape;15387;p5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8" name="Google Shape;15388;p5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9" name="Google Shape;15389;p5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0" name="Google Shape;15390;p5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1" name="Google Shape;15391;p5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92" name="Google Shape;15392;p51"/>
          <p:cNvGrpSpPr/>
          <p:nvPr/>
        </p:nvGrpSpPr>
        <p:grpSpPr>
          <a:xfrm>
            <a:off x="3530425" y="1508747"/>
            <a:ext cx="368175" cy="344594"/>
            <a:chOff x="3530425" y="1508747"/>
            <a:chExt cx="368175" cy="344594"/>
          </a:xfrm>
        </p:grpSpPr>
        <p:sp>
          <p:nvSpPr>
            <p:cNvPr id="15393" name="Google Shape;15393;p5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4" name="Google Shape;15394;p5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5" name="Google Shape;15395;p5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6" name="Google Shape;15396;p5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97" name="Google Shape;15397;p51"/>
          <p:cNvGrpSpPr/>
          <p:nvPr/>
        </p:nvGrpSpPr>
        <p:grpSpPr>
          <a:xfrm>
            <a:off x="3127598" y="1513234"/>
            <a:ext cx="289714" cy="347593"/>
            <a:chOff x="3127598" y="1513234"/>
            <a:chExt cx="289714" cy="347593"/>
          </a:xfrm>
        </p:grpSpPr>
        <p:sp>
          <p:nvSpPr>
            <p:cNvPr id="15398" name="Google Shape;15398;p5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9" name="Google Shape;15399;p5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0" name="Google Shape;15400;p5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1" name="Google Shape;15401;p5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2" name="Google Shape;15402;p5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03" name="Google Shape;15403;p51"/>
          <p:cNvGrpSpPr/>
          <p:nvPr/>
        </p:nvGrpSpPr>
        <p:grpSpPr>
          <a:xfrm>
            <a:off x="2662884" y="1513044"/>
            <a:ext cx="322914" cy="348543"/>
            <a:chOff x="2662884" y="1513044"/>
            <a:chExt cx="322914" cy="348543"/>
          </a:xfrm>
        </p:grpSpPr>
        <p:sp>
          <p:nvSpPr>
            <p:cNvPr id="15404" name="Google Shape;15404;p5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5" name="Google Shape;15405;p5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6" name="Google Shape;15406;p5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7" name="Google Shape;15407;p5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8" name="Google Shape;15408;p5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9" name="Google Shape;15409;p5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0" name="Google Shape;15410;p5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1" name="Google Shape;15411;p5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2" name="Google Shape;15412;p5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3" name="Google Shape;15413;p5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14" name="Google Shape;15414;p51"/>
          <p:cNvGrpSpPr/>
          <p:nvPr/>
        </p:nvGrpSpPr>
        <p:grpSpPr>
          <a:xfrm>
            <a:off x="2232511" y="1512759"/>
            <a:ext cx="299534" cy="348068"/>
            <a:chOff x="2232511" y="1512759"/>
            <a:chExt cx="299534" cy="348068"/>
          </a:xfrm>
        </p:grpSpPr>
        <p:sp>
          <p:nvSpPr>
            <p:cNvPr id="15415" name="Google Shape;15415;p5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6" name="Google Shape;15416;p5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7" name="Google Shape;15417;p5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8" name="Google Shape;15418;p5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9" name="Google Shape;15419;p5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0" name="Google Shape;15420;p5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1" name="Google Shape;15421;p5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2" name="Google Shape;15422;p5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3" name="Google Shape;15423;p5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4" name="Google Shape;15424;p5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5" name="Google Shape;15425;p5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26" name="Google Shape;15426;p51"/>
          <p:cNvGrpSpPr/>
          <p:nvPr/>
        </p:nvGrpSpPr>
        <p:grpSpPr>
          <a:xfrm>
            <a:off x="1331406" y="1513361"/>
            <a:ext cx="301783" cy="348606"/>
            <a:chOff x="1331406" y="1513361"/>
            <a:chExt cx="301783" cy="348606"/>
          </a:xfrm>
        </p:grpSpPr>
        <p:sp>
          <p:nvSpPr>
            <p:cNvPr id="15427" name="Google Shape;15427;p5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8" name="Google Shape;15428;p5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9" name="Google Shape;15429;p5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0" name="Google Shape;15430;p5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31" name="Google Shape;15431;p51"/>
          <p:cNvGrpSpPr/>
          <p:nvPr/>
        </p:nvGrpSpPr>
        <p:grpSpPr>
          <a:xfrm>
            <a:off x="7144274" y="1500214"/>
            <a:ext cx="282174" cy="355735"/>
            <a:chOff x="7144274" y="1500214"/>
            <a:chExt cx="282174" cy="355735"/>
          </a:xfrm>
        </p:grpSpPr>
        <p:sp>
          <p:nvSpPr>
            <p:cNvPr id="15432" name="Google Shape;15432;p5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3" name="Google Shape;15433;p5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4" name="Google Shape;15434;p5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5" name="Google Shape;15435;p5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6" name="Google Shape;15436;p5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7" name="Google Shape;15437;p5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38" name="Google Shape;15438;p51"/>
          <p:cNvGrpSpPr/>
          <p:nvPr/>
        </p:nvGrpSpPr>
        <p:grpSpPr>
          <a:xfrm>
            <a:off x="6685262" y="1500214"/>
            <a:ext cx="289682" cy="354594"/>
            <a:chOff x="6685262" y="1500214"/>
            <a:chExt cx="289682" cy="354594"/>
          </a:xfrm>
        </p:grpSpPr>
        <p:sp>
          <p:nvSpPr>
            <p:cNvPr id="15439" name="Google Shape;15439;p5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0" name="Google Shape;15440;p5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1" name="Google Shape;15441;p5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2" name="Google Shape;15442;p5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43" name="Google Shape;15443;p51"/>
          <p:cNvGrpSpPr/>
          <p:nvPr/>
        </p:nvGrpSpPr>
        <p:grpSpPr>
          <a:xfrm>
            <a:off x="6200938" y="1500594"/>
            <a:ext cx="322154" cy="355355"/>
            <a:chOff x="6200938" y="1500594"/>
            <a:chExt cx="322154" cy="355355"/>
          </a:xfrm>
        </p:grpSpPr>
        <p:sp>
          <p:nvSpPr>
            <p:cNvPr id="15444" name="Google Shape;15444;p5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5" name="Google Shape;15445;p5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6" name="Google Shape;15446;p5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7" name="Google Shape;15447;p5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8" name="Google Shape;15448;p5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49" name="Google Shape;15449;p51"/>
          <p:cNvGrpSpPr/>
          <p:nvPr/>
        </p:nvGrpSpPr>
        <p:grpSpPr>
          <a:xfrm>
            <a:off x="5289631" y="1500214"/>
            <a:ext cx="332355" cy="354974"/>
            <a:chOff x="5289631" y="1500214"/>
            <a:chExt cx="332355" cy="354974"/>
          </a:xfrm>
        </p:grpSpPr>
        <p:sp>
          <p:nvSpPr>
            <p:cNvPr id="15450" name="Google Shape;15450;p5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1" name="Google Shape;15451;p5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2" name="Google Shape;15452;p5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3" name="Google Shape;15453;p5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4" name="Google Shape;15454;p5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5" name="Google Shape;15455;p5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56" name="Google Shape;15456;p51"/>
          <p:cNvGrpSpPr/>
          <p:nvPr/>
        </p:nvGrpSpPr>
        <p:grpSpPr>
          <a:xfrm>
            <a:off x="5748295" y="1499833"/>
            <a:ext cx="323294" cy="356116"/>
            <a:chOff x="5748295" y="1499833"/>
            <a:chExt cx="323294" cy="356116"/>
          </a:xfrm>
        </p:grpSpPr>
        <p:sp>
          <p:nvSpPr>
            <p:cNvPr id="15457" name="Google Shape;15457;p5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8" name="Google Shape;15458;p5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9" name="Google Shape;15459;p5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0" name="Google Shape;15460;p5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1" name="Google Shape;15461;p5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2" name="Google Shape;15462;p5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3" name="Google Shape;15463;p5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64" name="Google Shape;15464;p51"/>
          <p:cNvGrpSpPr/>
          <p:nvPr/>
        </p:nvGrpSpPr>
        <p:grpSpPr>
          <a:xfrm>
            <a:off x="8047661" y="1501037"/>
            <a:ext cx="278404" cy="355260"/>
            <a:chOff x="8047661" y="1501037"/>
            <a:chExt cx="278404" cy="355260"/>
          </a:xfrm>
        </p:grpSpPr>
        <p:sp>
          <p:nvSpPr>
            <p:cNvPr id="15465" name="Google Shape;15465;p5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6" name="Google Shape;15466;p5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7" name="Google Shape;15467;p5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8" name="Google Shape;15468;p5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69" name="Google Shape;15469;p51"/>
          <p:cNvGrpSpPr/>
          <p:nvPr/>
        </p:nvGrpSpPr>
        <p:grpSpPr>
          <a:xfrm>
            <a:off x="4903389" y="1500214"/>
            <a:ext cx="267854" cy="355735"/>
            <a:chOff x="4903389" y="1500214"/>
            <a:chExt cx="267854" cy="355735"/>
          </a:xfrm>
        </p:grpSpPr>
        <p:sp>
          <p:nvSpPr>
            <p:cNvPr id="15470" name="Google Shape;15470;p5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1" name="Google Shape;15471;p5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2" name="Google Shape;15472;p5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3" name="Google Shape;15473;p5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4" name="Google Shape;15474;p5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75" name="Google Shape;15475;p51"/>
          <p:cNvGrpSpPr/>
          <p:nvPr/>
        </p:nvGrpSpPr>
        <p:grpSpPr>
          <a:xfrm>
            <a:off x="7613518" y="1501354"/>
            <a:ext cx="264433" cy="353074"/>
            <a:chOff x="7613518" y="1501354"/>
            <a:chExt cx="264433" cy="353074"/>
          </a:xfrm>
        </p:grpSpPr>
        <p:sp>
          <p:nvSpPr>
            <p:cNvPr id="15476" name="Google Shape;15476;p5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7" name="Google Shape;15477;p5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8" name="Google Shape;15478;p5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9" name="Google Shape;15479;p5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0" name="Google Shape;15480;p5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1" name="Google Shape;15481;p5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85" name="Shape 15485"/>
        <p:cNvGrpSpPr/>
        <p:nvPr/>
      </p:nvGrpSpPr>
      <p:grpSpPr>
        <a:xfrm>
          <a:off x="0" y="0"/>
          <a:ext cx="0" cy="0"/>
          <a:chOff x="0" y="0"/>
          <a:chExt cx="0" cy="0"/>
        </a:xfrm>
      </p:grpSpPr>
      <p:sp>
        <p:nvSpPr>
          <p:cNvPr id="15486" name="Google Shape;15486;p52"/>
          <p:cNvSpPr txBox="1"/>
          <p:nvPr>
            <p:ph idx="4294967295" type="title"/>
          </p:nvPr>
        </p:nvSpPr>
        <p:spPr>
          <a:xfrm>
            <a:off x="849675"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487" name="Google Shape;15487;p52"/>
          <p:cNvSpPr txBox="1"/>
          <p:nvPr>
            <p:ph idx="4294967295" type="title"/>
          </p:nvPr>
        </p:nvSpPr>
        <p:spPr>
          <a:xfrm>
            <a:off x="4858400"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5488" name="Google Shape;15488;p52"/>
          <p:cNvGrpSpPr/>
          <p:nvPr/>
        </p:nvGrpSpPr>
        <p:grpSpPr>
          <a:xfrm>
            <a:off x="1757085" y="1500675"/>
            <a:ext cx="371069" cy="359396"/>
            <a:chOff x="1757085" y="1500675"/>
            <a:chExt cx="371069" cy="359396"/>
          </a:xfrm>
        </p:grpSpPr>
        <p:sp>
          <p:nvSpPr>
            <p:cNvPr id="15489" name="Google Shape;15489;p5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0" name="Google Shape;15490;p5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1" name="Google Shape;15491;p5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2" name="Google Shape;15492;p5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3" name="Google Shape;15493;p5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4" name="Google Shape;15494;p5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5" name="Google Shape;15495;p5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6" name="Google Shape;15496;p5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7" name="Google Shape;15497;p5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8" name="Google Shape;15498;p5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9" name="Google Shape;15499;p5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0" name="Google Shape;15500;p5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1" name="Google Shape;15501;p5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2" name="Google Shape;15502;p5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3" name="Google Shape;15503;p5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4" name="Google Shape;15504;p5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5" name="Google Shape;15505;p5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6" name="Google Shape;15506;p5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7" name="Google Shape;15507;p5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8" name="Google Shape;15508;p5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9" name="Google Shape;15509;p5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0" name="Google Shape;15510;p5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1" name="Google Shape;15511;p5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2" name="Google Shape;15512;p5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3" name="Google Shape;15513;p5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4" name="Google Shape;15514;p5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5" name="Google Shape;15515;p5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6" name="Google Shape;15516;p5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7" name="Google Shape;15517;p5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18" name="Google Shape;15518;p52"/>
          <p:cNvGrpSpPr/>
          <p:nvPr/>
        </p:nvGrpSpPr>
        <p:grpSpPr>
          <a:xfrm>
            <a:off x="2774209" y="1954691"/>
            <a:ext cx="116693" cy="374187"/>
            <a:chOff x="2774209" y="1954691"/>
            <a:chExt cx="116693" cy="374187"/>
          </a:xfrm>
        </p:grpSpPr>
        <p:sp>
          <p:nvSpPr>
            <p:cNvPr id="15519" name="Google Shape;15519;p5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0" name="Google Shape;15520;p5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21" name="Google Shape;15521;p52"/>
          <p:cNvGrpSpPr/>
          <p:nvPr/>
        </p:nvGrpSpPr>
        <p:grpSpPr>
          <a:xfrm>
            <a:off x="4017435" y="1499912"/>
            <a:ext cx="315091" cy="359397"/>
            <a:chOff x="4017435" y="1499912"/>
            <a:chExt cx="315091" cy="359397"/>
          </a:xfrm>
        </p:grpSpPr>
        <p:sp>
          <p:nvSpPr>
            <p:cNvPr id="15522" name="Google Shape;15522;p5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3" name="Google Shape;15523;p5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24" name="Google Shape;15524;p52"/>
          <p:cNvGrpSpPr/>
          <p:nvPr/>
        </p:nvGrpSpPr>
        <p:grpSpPr>
          <a:xfrm>
            <a:off x="3963652" y="1999759"/>
            <a:ext cx="374155" cy="284051"/>
            <a:chOff x="3963652" y="1999759"/>
            <a:chExt cx="374155" cy="284051"/>
          </a:xfrm>
        </p:grpSpPr>
        <p:sp>
          <p:nvSpPr>
            <p:cNvPr id="15525" name="Google Shape;15525;p5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6" name="Google Shape;15526;p5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7" name="Google Shape;15527;p5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28" name="Google Shape;15528;p52"/>
          <p:cNvGrpSpPr/>
          <p:nvPr/>
        </p:nvGrpSpPr>
        <p:grpSpPr>
          <a:xfrm>
            <a:off x="1777536" y="2014866"/>
            <a:ext cx="376444" cy="253772"/>
            <a:chOff x="1777536" y="2014866"/>
            <a:chExt cx="376444" cy="253772"/>
          </a:xfrm>
        </p:grpSpPr>
        <p:sp>
          <p:nvSpPr>
            <p:cNvPr id="15529" name="Google Shape;15529;p5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0" name="Google Shape;15530;p5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1" name="Google Shape;15531;p5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2" name="Google Shape;15532;p5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3" name="Google Shape;15533;p5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34" name="Google Shape;15534;p52"/>
          <p:cNvGrpSpPr/>
          <p:nvPr/>
        </p:nvGrpSpPr>
        <p:grpSpPr>
          <a:xfrm>
            <a:off x="1309875" y="2057326"/>
            <a:ext cx="374154" cy="169680"/>
            <a:chOff x="1309875" y="2057326"/>
            <a:chExt cx="374154" cy="169680"/>
          </a:xfrm>
        </p:grpSpPr>
        <p:sp>
          <p:nvSpPr>
            <p:cNvPr id="15535" name="Google Shape;15535;p5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6" name="Google Shape;15536;p5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7" name="Google Shape;15537;p5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8" name="Google Shape;15538;p5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9" name="Google Shape;15539;p5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0" name="Google Shape;15540;p5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1" name="Google Shape;15541;p5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2" name="Google Shape;15542;p5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3" name="Google Shape;15543;p5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4" name="Google Shape;15544;p5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5" name="Google Shape;15545;p5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546" name="Google Shape;15546;p52"/>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547" name="Google Shape;15547;p52"/>
          <p:cNvGrpSpPr/>
          <p:nvPr/>
        </p:nvGrpSpPr>
        <p:grpSpPr>
          <a:xfrm>
            <a:off x="2347450" y="1954564"/>
            <a:ext cx="113638" cy="373168"/>
            <a:chOff x="2347450" y="1954564"/>
            <a:chExt cx="113638" cy="373168"/>
          </a:xfrm>
        </p:grpSpPr>
        <p:sp>
          <p:nvSpPr>
            <p:cNvPr id="15548" name="Google Shape;15548;p5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9" name="Google Shape;15549;p5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550" name="Google Shape;15550;p52"/>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551" name="Google Shape;15551;p52"/>
          <p:cNvGrpSpPr/>
          <p:nvPr/>
        </p:nvGrpSpPr>
        <p:grpSpPr>
          <a:xfrm>
            <a:off x="3110102" y="1499880"/>
            <a:ext cx="330613" cy="358378"/>
            <a:chOff x="3110102" y="1499880"/>
            <a:chExt cx="330613" cy="358378"/>
          </a:xfrm>
        </p:grpSpPr>
        <p:sp>
          <p:nvSpPr>
            <p:cNvPr id="15552" name="Google Shape;15552;p5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3" name="Google Shape;15553;p5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4" name="Google Shape;15554;p5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5" name="Google Shape;15555;p5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6" name="Google Shape;15556;p5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7" name="Google Shape;15557;p5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8" name="Google Shape;15558;p5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559" name="Google Shape;15559;p52"/>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560" name="Google Shape;15560;p52"/>
          <p:cNvGrpSpPr/>
          <p:nvPr/>
        </p:nvGrpSpPr>
        <p:grpSpPr>
          <a:xfrm>
            <a:off x="3485575" y="1999759"/>
            <a:ext cx="373772" cy="284051"/>
            <a:chOff x="3531200" y="1999759"/>
            <a:chExt cx="373772" cy="284051"/>
          </a:xfrm>
        </p:grpSpPr>
        <p:sp>
          <p:nvSpPr>
            <p:cNvPr id="15561" name="Google Shape;15561;p5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2" name="Google Shape;15562;p5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3" name="Google Shape;15563;p5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4" name="Google Shape;15564;p5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65" name="Google Shape;15565;p52"/>
          <p:cNvGrpSpPr/>
          <p:nvPr/>
        </p:nvGrpSpPr>
        <p:grpSpPr>
          <a:xfrm>
            <a:off x="2667058" y="1500293"/>
            <a:ext cx="330231" cy="359015"/>
            <a:chOff x="2667058" y="1500293"/>
            <a:chExt cx="330231" cy="359015"/>
          </a:xfrm>
        </p:grpSpPr>
        <p:sp>
          <p:nvSpPr>
            <p:cNvPr id="15566" name="Google Shape;15566;p5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7" name="Google Shape;15567;p5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8" name="Google Shape;15568;p5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9" name="Google Shape;15569;p5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0" name="Google Shape;15570;p5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1" name="Google Shape;15571;p5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2" name="Google Shape;15572;p5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3" name="Google Shape;15573;p5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4" name="Google Shape;15574;p5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5" name="Google Shape;15575;p5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6" name="Google Shape;15576;p5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7" name="Google Shape;15577;p5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8" name="Google Shape;15578;p5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9" name="Google Shape;15579;p52"/>
            <p:cNvSpPr/>
            <p:nvPr/>
          </p:nvSpPr>
          <p:spPr>
            <a:xfrm>
              <a:off x="2923438" y="1576784"/>
              <a:ext cx="0" cy="32"/>
            </a:xfrm>
            <a:custGeom>
              <a:rect b="b" l="l" r="r" t="t"/>
              <a:pathLst>
                <a:path extrusionOk="0" h="1" w="12000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0" name="Google Shape;15580;p5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1" name="Google Shape;15581;p5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2" name="Google Shape;15582;p5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3" name="Google Shape;15583;p5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84" name="Google Shape;15584;p52"/>
          <p:cNvGrpSpPr/>
          <p:nvPr/>
        </p:nvGrpSpPr>
        <p:grpSpPr>
          <a:xfrm>
            <a:off x="3567553" y="1499912"/>
            <a:ext cx="320022" cy="359778"/>
            <a:chOff x="3567553" y="1499912"/>
            <a:chExt cx="320022" cy="359778"/>
          </a:xfrm>
        </p:grpSpPr>
        <p:sp>
          <p:nvSpPr>
            <p:cNvPr id="15585" name="Google Shape;15585;p5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6" name="Google Shape;15586;p5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7" name="Google Shape;15587;p5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8" name="Google Shape;15588;p5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9" name="Google Shape;15589;p5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0" name="Google Shape;15590;p5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91" name="Google Shape;15591;p52"/>
          <p:cNvGrpSpPr/>
          <p:nvPr/>
        </p:nvGrpSpPr>
        <p:grpSpPr>
          <a:xfrm>
            <a:off x="1309875" y="1499912"/>
            <a:ext cx="359015" cy="358633"/>
            <a:chOff x="1309875" y="1499912"/>
            <a:chExt cx="359015" cy="358633"/>
          </a:xfrm>
        </p:grpSpPr>
        <p:sp>
          <p:nvSpPr>
            <p:cNvPr id="15592" name="Google Shape;15592;p5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3" name="Google Shape;15593;p5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4" name="Google Shape;15594;p5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5" name="Google Shape;15595;p5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6" name="Google Shape;15596;p5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7" name="Google Shape;15597;p5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8" name="Google Shape;15598;p5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9" name="Google Shape;15599;p5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0" name="Google Shape;15600;p5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01" name="Google Shape;15601;p52"/>
          <p:cNvGrpSpPr/>
          <p:nvPr/>
        </p:nvGrpSpPr>
        <p:grpSpPr>
          <a:xfrm>
            <a:off x="2219466" y="1500293"/>
            <a:ext cx="330613" cy="359015"/>
            <a:chOff x="2219466" y="1500293"/>
            <a:chExt cx="330613" cy="359015"/>
          </a:xfrm>
        </p:grpSpPr>
        <p:sp>
          <p:nvSpPr>
            <p:cNvPr id="15602" name="Google Shape;15602;p5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3" name="Google Shape;15603;p5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04" name="Google Shape;15604;p52"/>
          <p:cNvGrpSpPr/>
          <p:nvPr/>
        </p:nvGrpSpPr>
        <p:grpSpPr>
          <a:xfrm>
            <a:off x="5343544" y="1509358"/>
            <a:ext cx="244676" cy="351095"/>
            <a:chOff x="5343544" y="1509358"/>
            <a:chExt cx="244676" cy="351095"/>
          </a:xfrm>
        </p:grpSpPr>
        <p:sp>
          <p:nvSpPr>
            <p:cNvPr id="15605" name="Google Shape;15605;p5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6" name="Google Shape;15606;p5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7" name="Google Shape;15607;p5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08" name="Google Shape;15608;p52"/>
          <p:cNvGrpSpPr/>
          <p:nvPr/>
        </p:nvGrpSpPr>
        <p:grpSpPr>
          <a:xfrm>
            <a:off x="4882340" y="1509358"/>
            <a:ext cx="246171" cy="351095"/>
            <a:chOff x="4882340" y="1509358"/>
            <a:chExt cx="246171" cy="351095"/>
          </a:xfrm>
        </p:grpSpPr>
        <p:sp>
          <p:nvSpPr>
            <p:cNvPr id="15609" name="Google Shape;15609;p5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0" name="Google Shape;15610;p5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1" name="Google Shape;15611;p5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2" name="Google Shape;15612;p5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3" name="Google Shape;15613;p5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14" name="Google Shape;15614;p52"/>
          <p:cNvGrpSpPr/>
          <p:nvPr/>
        </p:nvGrpSpPr>
        <p:grpSpPr>
          <a:xfrm>
            <a:off x="6273204" y="1509008"/>
            <a:ext cx="236343" cy="351445"/>
            <a:chOff x="6273204" y="1509008"/>
            <a:chExt cx="236343" cy="351445"/>
          </a:xfrm>
        </p:grpSpPr>
        <p:sp>
          <p:nvSpPr>
            <p:cNvPr id="15615" name="Google Shape;15615;p5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6" name="Google Shape;15616;p5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617" name="Google Shape;15617;p52"/>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618" name="Google Shape;15618;p52"/>
          <p:cNvGrpSpPr/>
          <p:nvPr/>
        </p:nvGrpSpPr>
        <p:grpSpPr>
          <a:xfrm>
            <a:off x="7219530" y="1508244"/>
            <a:ext cx="191625" cy="352209"/>
            <a:chOff x="7219530" y="1508244"/>
            <a:chExt cx="191625" cy="352209"/>
          </a:xfrm>
        </p:grpSpPr>
        <p:sp>
          <p:nvSpPr>
            <p:cNvPr id="15619" name="Google Shape;15619;p5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0" name="Google Shape;15620;p5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21" name="Google Shape;15621;p52"/>
          <p:cNvGrpSpPr/>
          <p:nvPr/>
        </p:nvGrpSpPr>
        <p:grpSpPr>
          <a:xfrm>
            <a:off x="7699309" y="1508626"/>
            <a:ext cx="154922" cy="351827"/>
            <a:chOff x="7699309" y="1508626"/>
            <a:chExt cx="154922" cy="351827"/>
          </a:xfrm>
        </p:grpSpPr>
        <p:sp>
          <p:nvSpPr>
            <p:cNvPr id="15622" name="Google Shape;15622;p5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3" name="Google Shape;15623;p5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4" name="Google Shape;15624;p5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5" name="Google Shape;15625;p5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6" name="Google Shape;15626;p5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7" name="Google Shape;15627;p5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8" name="Google Shape;15628;p5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29" name="Google Shape;15629;p52"/>
          <p:cNvGrpSpPr/>
          <p:nvPr/>
        </p:nvGrpSpPr>
        <p:grpSpPr>
          <a:xfrm>
            <a:off x="8161690" y="1509008"/>
            <a:ext cx="153396" cy="351064"/>
            <a:chOff x="8161690" y="1509008"/>
            <a:chExt cx="153396" cy="351064"/>
          </a:xfrm>
        </p:grpSpPr>
        <p:sp>
          <p:nvSpPr>
            <p:cNvPr id="15630" name="Google Shape;15630;p5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1" name="Google Shape;15631;p5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2" name="Google Shape;15632;p5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3" name="Google Shape;15633;p5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34" name="Google Shape;15634;p52"/>
          <p:cNvGrpSpPr/>
          <p:nvPr/>
        </p:nvGrpSpPr>
        <p:grpSpPr>
          <a:xfrm>
            <a:off x="6746940" y="1508881"/>
            <a:ext cx="213221" cy="352304"/>
            <a:chOff x="6746940" y="1508881"/>
            <a:chExt cx="213221" cy="352304"/>
          </a:xfrm>
        </p:grpSpPr>
        <p:sp>
          <p:nvSpPr>
            <p:cNvPr id="15635" name="Google Shape;15635;p5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6" name="Google Shape;15636;p5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7" name="Google Shape;15637;p5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8" name="Google Shape;15638;p5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39" name="Google Shape;15639;p52"/>
          <p:cNvGrpSpPr/>
          <p:nvPr/>
        </p:nvGrpSpPr>
        <p:grpSpPr>
          <a:xfrm>
            <a:off x="5770336" y="2007615"/>
            <a:ext cx="350682" cy="292097"/>
            <a:chOff x="5770336" y="2007615"/>
            <a:chExt cx="350682" cy="292097"/>
          </a:xfrm>
        </p:grpSpPr>
        <p:sp>
          <p:nvSpPr>
            <p:cNvPr id="15640" name="Google Shape;15640;p5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1" name="Google Shape;15641;p5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2" name="Google Shape;15642;p5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3" name="Google Shape;15643;p5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44" name="Google Shape;15644;p52"/>
          <p:cNvGrpSpPr/>
          <p:nvPr/>
        </p:nvGrpSpPr>
        <p:grpSpPr>
          <a:xfrm>
            <a:off x="5326878" y="1980358"/>
            <a:ext cx="350332" cy="346229"/>
            <a:chOff x="5326878" y="1980358"/>
            <a:chExt cx="350332" cy="346229"/>
          </a:xfrm>
        </p:grpSpPr>
        <p:sp>
          <p:nvSpPr>
            <p:cNvPr id="15645" name="Google Shape;15645;p5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6" name="Google Shape;15646;p5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7" name="Google Shape;15647;p5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8" name="Google Shape;15648;p5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649" name="Google Shape;15649;p52"/>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650" name="Google Shape;15650;p52"/>
          <p:cNvGrpSpPr/>
          <p:nvPr/>
        </p:nvGrpSpPr>
        <p:grpSpPr>
          <a:xfrm>
            <a:off x="4883835" y="1992571"/>
            <a:ext cx="350300" cy="323044"/>
            <a:chOff x="4883835" y="1992571"/>
            <a:chExt cx="350300" cy="323044"/>
          </a:xfrm>
        </p:grpSpPr>
        <p:sp>
          <p:nvSpPr>
            <p:cNvPr id="15651" name="Google Shape;15651;p5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2" name="Google Shape;15652;p5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3" name="Google Shape;15653;p5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4" name="Google Shape;15654;p5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5" name="Google Shape;15655;p5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6" name="Google Shape;15656;p5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57" name="Google Shape;15657;p52"/>
          <p:cNvGrpSpPr/>
          <p:nvPr/>
        </p:nvGrpSpPr>
        <p:grpSpPr>
          <a:xfrm>
            <a:off x="7548967" y="1978927"/>
            <a:ext cx="333285" cy="349950"/>
            <a:chOff x="7548967" y="1978927"/>
            <a:chExt cx="333285" cy="349950"/>
          </a:xfrm>
        </p:grpSpPr>
        <p:sp>
          <p:nvSpPr>
            <p:cNvPr id="15658" name="Google Shape;15658;p5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9" name="Google Shape;15659;p5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0" name="Google Shape;15660;p5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1" name="Google Shape;15661;p5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2" name="Google Shape;15662;p5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3" name="Google Shape;15663;p5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4" name="Google Shape;15664;p5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65" name="Google Shape;15665;p52"/>
          <p:cNvGrpSpPr/>
          <p:nvPr/>
        </p:nvGrpSpPr>
        <p:grpSpPr>
          <a:xfrm>
            <a:off x="6214142" y="1978927"/>
            <a:ext cx="346515" cy="350300"/>
            <a:chOff x="6214142" y="1978927"/>
            <a:chExt cx="346515" cy="350300"/>
          </a:xfrm>
        </p:grpSpPr>
        <p:sp>
          <p:nvSpPr>
            <p:cNvPr id="15666" name="Google Shape;15666;p5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7" name="Google Shape;15667;p5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68" name="Google Shape;15668;p52"/>
          <p:cNvGrpSpPr/>
          <p:nvPr/>
        </p:nvGrpSpPr>
        <p:grpSpPr>
          <a:xfrm>
            <a:off x="7105923" y="1978545"/>
            <a:ext cx="333285" cy="350682"/>
            <a:chOff x="7105923" y="1978545"/>
            <a:chExt cx="333285" cy="350682"/>
          </a:xfrm>
        </p:grpSpPr>
        <p:sp>
          <p:nvSpPr>
            <p:cNvPr id="15669" name="Google Shape;15669;p5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0" name="Google Shape;15670;p5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1" name="Google Shape;15671;p5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2" name="Google Shape;15672;p5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3" name="Google Shape;15673;p5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4" name="Google Shape;15674;p5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5" name="Google Shape;15675;p5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676" name="Google Shape;15676;p52"/>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7" name="Google Shape;15677;p52"/>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678" name="Google Shape;15678;p52"/>
          <p:cNvGrpSpPr/>
          <p:nvPr/>
        </p:nvGrpSpPr>
        <p:grpSpPr>
          <a:xfrm>
            <a:off x="3616406" y="2422352"/>
            <a:ext cx="203393" cy="351827"/>
            <a:chOff x="3616406" y="2422352"/>
            <a:chExt cx="203393" cy="351827"/>
          </a:xfrm>
        </p:grpSpPr>
        <p:sp>
          <p:nvSpPr>
            <p:cNvPr id="15679" name="Google Shape;15679;p5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0" name="Google Shape;15680;p5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81" name="Google Shape;15681;p52"/>
          <p:cNvGrpSpPr/>
          <p:nvPr/>
        </p:nvGrpSpPr>
        <p:grpSpPr>
          <a:xfrm>
            <a:off x="878187" y="2421970"/>
            <a:ext cx="272696" cy="351827"/>
            <a:chOff x="913012" y="2421970"/>
            <a:chExt cx="272696" cy="351827"/>
          </a:xfrm>
        </p:grpSpPr>
        <p:sp>
          <p:nvSpPr>
            <p:cNvPr id="15682" name="Google Shape;15682;p5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3" name="Google Shape;15683;p5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4" name="Google Shape;15684;p5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5" name="Google Shape;15685;p5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86" name="Google Shape;15686;p52"/>
          <p:cNvGrpSpPr/>
          <p:nvPr/>
        </p:nvGrpSpPr>
        <p:grpSpPr>
          <a:xfrm>
            <a:off x="2274743" y="2422352"/>
            <a:ext cx="255649" cy="351445"/>
            <a:chOff x="2274743" y="2422352"/>
            <a:chExt cx="255649" cy="351445"/>
          </a:xfrm>
        </p:grpSpPr>
        <p:sp>
          <p:nvSpPr>
            <p:cNvPr id="15687" name="Google Shape;15687;p5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8" name="Google Shape;15688;p5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9" name="Google Shape;15689;p5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90" name="Google Shape;15690;p52"/>
          <p:cNvGrpSpPr/>
          <p:nvPr/>
        </p:nvGrpSpPr>
        <p:grpSpPr>
          <a:xfrm>
            <a:off x="2708723" y="2421239"/>
            <a:ext cx="246552" cy="352559"/>
            <a:chOff x="2708723" y="2421239"/>
            <a:chExt cx="246552" cy="352559"/>
          </a:xfrm>
        </p:grpSpPr>
        <p:sp>
          <p:nvSpPr>
            <p:cNvPr id="15691" name="Google Shape;15691;p5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2" name="Google Shape;15692;p5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93" name="Google Shape;15693;p52"/>
          <p:cNvGrpSpPr/>
          <p:nvPr/>
        </p:nvGrpSpPr>
        <p:grpSpPr>
          <a:xfrm>
            <a:off x="1835485" y="2422352"/>
            <a:ext cx="259433" cy="350714"/>
            <a:chOff x="1835485" y="2422352"/>
            <a:chExt cx="259433" cy="350714"/>
          </a:xfrm>
        </p:grpSpPr>
        <p:sp>
          <p:nvSpPr>
            <p:cNvPr id="15694" name="Google Shape;15694;p5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5" name="Google Shape;15695;p5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6" name="Google Shape;15696;p5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7" name="Google Shape;15697;p5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8" name="Google Shape;15698;p5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9" name="Google Shape;15699;p5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0" name="Google Shape;15700;p5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01" name="Google Shape;15701;p52"/>
          <p:cNvGrpSpPr/>
          <p:nvPr/>
        </p:nvGrpSpPr>
        <p:grpSpPr>
          <a:xfrm>
            <a:off x="3150240" y="2422352"/>
            <a:ext cx="212489" cy="351445"/>
            <a:chOff x="3150240" y="2422352"/>
            <a:chExt cx="212489" cy="351445"/>
          </a:xfrm>
        </p:grpSpPr>
        <p:sp>
          <p:nvSpPr>
            <p:cNvPr id="15702" name="Google Shape;15702;p5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3" name="Google Shape;15703;p5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04" name="Google Shape;15704;p52"/>
          <p:cNvGrpSpPr/>
          <p:nvPr/>
        </p:nvGrpSpPr>
        <p:grpSpPr>
          <a:xfrm>
            <a:off x="1367060" y="2422129"/>
            <a:ext cx="269262" cy="352050"/>
            <a:chOff x="1367060" y="2422129"/>
            <a:chExt cx="269262" cy="352050"/>
          </a:xfrm>
        </p:grpSpPr>
        <p:sp>
          <p:nvSpPr>
            <p:cNvPr id="15705" name="Google Shape;15705;p5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6" name="Google Shape;15706;p5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7" name="Google Shape;15707;p5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8" name="Google Shape;15708;p5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9" name="Google Shape;15709;p5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0" name="Google Shape;15710;p5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1" name="Google Shape;15711;p5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2" name="Google Shape;15712;p5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3" name="Google Shape;15713;p5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4" name="Google Shape;15714;p5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5" name="Google Shape;15715;p5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6" name="Google Shape;15716;p5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7" name="Google Shape;15717;p5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8" name="Google Shape;15718;p5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719" name="Google Shape;15719;p52"/>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720" name="Google Shape;15720;p52"/>
          <p:cNvGrpSpPr/>
          <p:nvPr/>
        </p:nvGrpSpPr>
        <p:grpSpPr>
          <a:xfrm>
            <a:off x="4882690" y="2425405"/>
            <a:ext cx="274572" cy="350682"/>
            <a:chOff x="4882690" y="2425405"/>
            <a:chExt cx="274572" cy="350682"/>
          </a:xfrm>
        </p:grpSpPr>
        <p:sp>
          <p:nvSpPr>
            <p:cNvPr id="15721" name="Google Shape;15721;p5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2" name="Google Shape;15722;p5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23" name="Google Shape;15723;p52"/>
          <p:cNvGrpSpPr/>
          <p:nvPr/>
        </p:nvGrpSpPr>
        <p:grpSpPr>
          <a:xfrm>
            <a:off x="6627639" y="2443884"/>
            <a:ext cx="355994" cy="313247"/>
            <a:chOff x="6627639" y="2443884"/>
            <a:chExt cx="355994" cy="313247"/>
          </a:xfrm>
        </p:grpSpPr>
        <p:sp>
          <p:nvSpPr>
            <p:cNvPr id="15724" name="Google Shape;15724;p5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5" name="Google Shape;15725;p5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6" name="Google Shape;15726;p5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27" name="Google Shape;15727;p52"/>
          <p:cNvGrpSpPr/>
          <p:nvPr/>
        </p:nvGrpSpPr>
        <p:grpSpPr>
          <a:xfrm>
            <a:off x="6183451" y="2462140"/>
            <a:ext cx="351445" cy="277976"/>
            <a:chOff x="6183451" y="2462140"/>
            <a:chExt cx="351445" cy="277976"/>
          </a:xfrm>
        </p:grpSpPr>
        <p:sp>
          <p:nvSpPr>
            <p:cNvPr id="15728" name="Google Shape;15728;p5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9" name="Google Shape;15729;p5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0" name="Google Shape;15730;p5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1" name="Google Shape;15731;p5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2" name="Google Shape;15732;p5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3" name="Google Shape;15733;p5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4" name="Google Shape;15734;p5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35" name="Google Shape;15735;p52"/>
          <p:cNvGrpSpPr/>
          <p:nvPr/>
        </p:nvGrpSpPr>
        <p:grpSpPr>
          <a:xfrm>
            <a:off x="5735477" y="2429858"/>
            <a:ext cx="353354" cy="341299"/>
            <a:chOff x="5735477" y="2429858"/>
            <a:chExt cx="353354" cy="341299"/>
          </a:xfrm>
        </p:grpSpPr>
        <p:sp>
          <p:nvSpPr>
            <p:cNvPr id="15736" name="Google Shape;15736;p5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7" name="Google Shape;15737;p5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8" name="Google Shape;15738;p5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9" name="Google Shape;15739;p5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0" name="Google Shape;15740;p5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1" name="Google Shape;15741;p5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42" name="Google Shape;15742;p52"/>
          <p:cNvGrpSpPr/>
          <p:nvPr/>
        </p:nvGrpSpPr>
        <p:grpSpPr>
          <a:xfrm>
            <a:off x="5243735" y="2446973"/>
            <a:ext cx="405255" cy="275498"/>
            <a:chOff x="5283337" y="2478774"/>
            <a:chExt cx="358633" cy="243912"/>
          </a:xfrm>
        </p:grpSpPr>
        <p:sp>
          <p:nvSpPr>
            <p:cNvPr id="15743" name="Google Shape;15743;p5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4" name="Google Shape;15744;p5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5" name="Google Shape;15745;p5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6" name="Google Shape;15746;p5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7" name="Google Shape;15747;p5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8" name="Google Shape;15748;p5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9" name="Google Shape;15749;p5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0" name="Google Shape;15750;p5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1" name="Google Shape;15751;p5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2" name="Google Shape;15752;p5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3" name="Google Shape;15753;p5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4" name="Google Shape;15754;p5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5" name="Google Shape;15755;p5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6" name="Google Shape;15756;p5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7" name="Google Shape;15757;p5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8" name="Google Shape;15758;p5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9" name="Google Shape;15759;p5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60" name="Google Shape;15760;p52"/>
          <p:cNvGrpSpPr/>
          <p:nvPr/>
        </p:nvGrpSpPr>
        <p:grpSpPr>
          <a:xfrm>
            <a:off x="7964753" y="2470823"/>
            <a:ext cx="362068" cy="258670"/>
            <a:chOff x="7964753" y="2470823"/>
            <a:chExt cx="362068" cy="258670"/>
          </a:xfrm>
        </p:grpSpPr>
        <p:sp>
          <p:nvSpPr>
            <p:cNvPr id="15761" name="Google Shape;15761;p5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2" name="Google Shape;15762;p5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3" name="Google Shape;15763;p5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4" name="Google Shape;15764;p5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5" name="Google Shape;15765;p5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6" name="Google Shape;15766;p5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7" name="Google Shape;15767;p5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8" name="Google Shape;15768;p5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9" name="Google Shape;15769;p5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70" name="Google Shape;15770;p52"/>
          <p:cNvGrpSpPr/>
          <p:nvPr/>
        </p:nvGrpSpPr>
        <p:grpSpPr>
          <a:xfrm>
            <a:off x="7524349" y="2456447"/>
            <a:ext cx="350332" cy="288948"/>
            <a:chOff x="7524349" y="2456447"/>
            <a:chExt cx="350332" cy="288948"/>
          </a:xfrm>
        </p:grpSpPr>
        <p:sp>
          <p:nvSpPr>
            <p:cNvPr id="15771" name="Google Shape;15771;p5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2" name="Google Shape;15772;p5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3" name="Google Shape;15773;p5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4" name="Google Shape;15774;p5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5" name="Google Shape;15775;p5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76" name="Google Shape;15776;p52"/>
          <p:cNvGrpSpPr/>
          <p:nvPr/>
        </p:nvGrpSpPr>
        <p:grpSpPr>
          <a:xfrm>
            <a:off x="3972749" y="2894211"/>
            <a:ext cx="355230" cy="356725"/>
            <a:chOff x="3972749" y="2894211"/>
            <a:chExt cx="355230" cy="356725"/>
          </a:xfrm>
        </p:grpSpPr>
        <p:sp>
          <p:nvSpPr>
            <p:cNvPr id="15777" name="Google Shape;15777;p5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8" name="Google Shape;15778;p5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9" name="Google Shape;15779;p5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0" name="Google Shape;15780;p5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1" name="Google Shape;15781;p5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82" name="Google Shape;15782;p52"/>
          <p:cNvGrpSpPr/>
          <p:nvPr/>
        </p:nvGrpSpPr>
        <p:grpSpPr>
          <a:xfrm>
            <a:off x="3527797" y="2918796"/>
            <a:ext cx="355993" cy="307904"/>
            <a:chOff x="3527797" y="2918796"/>
            <a:chExt cx="355993" cy="307904"/>
          </a:xfrm>
        </p:grpSpPr>
        <p:sp>
          <p:nvSpPr>
            <p:cNvPr id="15783" name="Google Shape;15783;p5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4" name="Google Shape;15784;p5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5" name="Google Shape;15785;p5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6" name="Google Shape;15786;p5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7" name="Google Shape;15787;p5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8" name="Google Shape;15788;p5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9" name="Google Shape;15789;p5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0" name="Google Shape;15790;p5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1" name="Google Shape;15791;p5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2" name="Google Shape;15792;p5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93" name="Google Shape;15793;p52"/>
          <p:cNvGrpSpPr/>
          <p:nvPr/>
        </p:nvGrpSpPr>
        <p:grpSpPr>
          <a:xfrm>
            <a:off x="3082845" y="2920959"/>
            <a:ext cx="356375" cy="302338"/>
            <a:chOff x="3082845" y="2920959"/>
            <a:chExt cx="356375" cy="302338"/>
          </a:xfrm>
        </p:grpSpPr>
        <p:sp>
          <p:nvSpPr>
            <p:cNvPr id="15794" name="Google Shape;15794;p5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5" name="Google Shape;15795;p5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96" name="Google Shape;15796;p52"/>
          <p:cNvGrpSpPr/>
          <p:nvPr/>
        </p:nvGrpSpPr>
        <p:grpSpPr>
          <a:xfrm>
            <a:off x="2639038" y="2894942"/>
            <a:ext cx="355612" cy="355612"/>
            <a:chOff x="2639038" y="2894942"/>
            <a:chExt cx="355612" cy="355612"/>
          </a:xfrm>
        </p:grpSpPr>
        <p:sp>
          <p:nvSpPr>
            <p:cNvPr id="15797" name="Google Shape;15797;p5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8" name="Google Shape;15798;p5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99" name="Google Shape;15799;p52"/>
          <p:cNvGrpSpPr/>
          <p:nvPr/>
        </p:nvGrpSpPr>
        <p:grpSpPr>
          <a:xfrm>
            <a:off x="2194468" y="2938865"/>
            <a:ext cx="355993" cy="267766"/>
            <a:chOff x="2194468" y="2938865"/>
            <a:chExt cx="355993" cy="267766"/>
          </a:xfrm>
        </p:grpSpPr>
        <p:sp>
          <p:nvSpPr>
            <p:cNvPr id="15800" name="Google Shape;15800;p5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1" name="Google Shape;15801;p5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2" name="Google Shape;15802;p5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3" name="Google Shape;15803;p5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4" name="Google Shape;15804;p5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5" name="Google Shape;15805;p5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6" name="Google Shape;15806;p5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7" name="Google Shape;15807;p5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8" name="Google Shape;15808;p5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9" name="Google Shape;15809;p5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0" name="Google Shape;15810;p5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1" name="Google Shape;15811;p5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2" name="Google Shape;15812;p5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3" name="Google Shape;15813;p5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4" name="Google Shape;15814;p5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5" name="Google Shape;15815;p5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6" name="Google Shape;15816;p5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7" name="Google Shape;15817;p5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8" name="Google Shape;15818;p5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9" name="Google Shape;15819;p5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20" name="Google Shape;15820;p52"/>
          <p:cNvGrpSpPr/>
          <p:nvPr/>
        </p:nvGrpSpPr>
        <p:grpSpPr>
          <a:xfrm>
            <a:off x="1749897" y="2894561"/>
            <a:ext cx="355994" cy="355611"/>
            <a:chOff x="1749897" y="2894561"/>
            <a:chExt cx="355994" cy="355611"/>
          </a:xfrm>
        </p:grpSpPr>
        <p:sp>
          <p:nvSpPr>
            <p:cNvPr id="15821" name="Google Shape;15821;p5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2" name="Google Shape;15822;p5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3" name="Google Shape;15823;p5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4" name="Google Shape;15824;p5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5" name="Google Shape;15825;p5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6" name="Google Shape;15826;p5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7" name="Google Shape;15827;p5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8" name="Google Shape;15828;p5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9" name="Google Shape;15829;p5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0" name="Google Shape;15830;p5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1" name="Google Shape;15831;p5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32" name="Google Shape;15832;p52"/>
          <p:cNvGrpSpPr/>
          <p:nvPr/>
        </p:nvGrpSpPr>
        <p:grpSpPr>
          <a:xfrm>
            <a:off x="1305327" y="2894211"/>
            <a:ext cx="357520" cy="357488"/>
            <a:chOff x="1305327" y="2894211"/>
            <a:chExt cx="357520" cy="357488"/>
          </a:xfrm>
        </p:grpSpPr>
        <p:sp>
          <p:nvSpPr>
            <p:cNvPr id="15833" name="Google Shape;15833;p5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4" name="Google Shape;15834;p5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5" name="Google Shape;15835;p5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6" name="Google Shape;15836;p5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7" name="Google Shape;15837;p5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38" name="Google Shape;15838;p52"/>
          <p:cNvGrpSpPr/>
          <p:nvPr/>
        </p:nvGrpSpPr>
        <p:grpSpPr>
          <a:xfrm>
            <a:off x="853950" y="2894720"/>
            <a:ext cx="364105" cy="353290"/>
            <a:chOff x="853950" y="2894720"/>
            <a:chExt cx="364105" cy="353290"/>
          </a:xfrm>
        </p:grpSpPr>
        <p:sp>
          <p:nvSpPr>
            <p:cNvPr id="15839" name="Google Shape;15839;p5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0" name="Google Shape;15840;p5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1" name="Google Shape;15841;p5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2" name="Google Shape;15842;p5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3" name="Google Shape;15843;p5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4" name="Google Shape;15844;p5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5" name="Google Shape;15845;p5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46" name="Google Shape;15846;p52"/>
          <p:cNvGrpSpPr/>
          <p:nvPr/>
        </p:nvGrpSpPr>
        <p:grpSpPr>
          <a:xfrm>
            <a:off x="7066548" y="2912594"/>
            <a:ext cx="352209" cy="334939"/>
            <a:chOff x="7066548" y="2912594"/>
            <a:chExt cx="352209" cy="334939"/>
          </a:xfrm>
        </p:grpSpPr>
        <p:sp>
          <p:nvSpPr>
            <p:cNvPr id="15847" name="Google Shape;15847;p5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8" name="Google Shape;15848;p5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9" name="Google Shape;15849;p5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0" name="Google Shape;15850;p5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1" name="Google Shape;15851;p5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2" name="Google Shape;15852;p5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853" name="Google Shape;15853;p52"/>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4" name="Google Shape;15854;p52"/>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855" name="Google Shape;15855;p52"/>
          <p:cNvGrpSpPr/>
          <p:nvPr/>
        </p:nvGrpSpPr>
        <p:grpSpPr>
          <a:xfrm>
            <a:off x="7541397" y="2904802"/>
            <a:ext cx="318495" cy="352209"/>
            <a:chOff x="7541397" y="2904802"/>
            <a:chExt cx="318495" cy="352209"/>
          </a:xfrm>
        </p:grpSpPr>
        <p:sp>
          <p:nvSpPr>
            <p:cNvPr id="15856" name="Google Shape;15856;p5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7" name="Google Shape;15857;p5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58" name="Google Shape;15858;p52"/>
          <p:cNvGrpSpPr/>
          <p:nvPr/>
        </p:nvGrpSpPr>
        <p:grpSpPr>
          <a:xfrm>
            <a:off x="8003015" y="2904039"/>
            <a:ext cx="306759" cy="351444"/>
            <a:chOff x="8003015" y="2904039"/>
            <a:chExt cx="306759" cy="351444"/>
          </a:xfrm>
        </p:grpSpPr>
        <p:sp>
          <p:nvSpPr>
            <p:cNvPr id="15859" name="Google Shape;15859;p5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0" name="Google Shape;15860;p5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1" name="Google Shape;15861;p5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2" name="Google Shape;15862;p5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3" name="Google Shape;15863;p5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4" name="Google Shape;15864;p5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65" name="Google Shape;15865;p52"/>
          <p:cNvGrpSpPr/>
          <p:nvPr/>
        </p:nvGrpSpPr>
        <p:grpSpPr>
          <a:xfrm>
            <a:off x="5687770" y="2885496"/>
            <a:ext cx="369638" cy="369606"/>
            <a:chOff x="5687770" y="2885496"/>
            <a:chExt cx="369638" cy="369606"/>
          </a:xfrm>
        </p:grpSpPr>
        <p:sp>
          <p:nvSpPr>
            <p:cNvPr id="15866" name="Google Shape;15866;p5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7" name="Google Shape;15867;p5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8" name="Google Shape;15868;p5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9" name="Google Shape;15869;p5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0" name="Google Shape;15870;p5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1" name="Google Shape;15871;p5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2" name="Google Shape;15872;p5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3" name="Google Shape;15873;p5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4" name="Google Shape;15874;p5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5" name="Google Shape;15875;p5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76" name="Google Shape;15876;p52"/>
          <p:cNvGrpSpPr/>
          <p:nvPr/>
        </p:nvGrpSpPr>
        <p:grpSpPr>
          <a:xfrm>
            <a:off x="4881958" y="2904802"/>
            <a:ext cx="156417" cy="349537"/>
            <a:chOff x="4881958" y="2904802"/>
            <a:chExt cx="156417" cy="349537"/>
          </a:xfrm>
        </p:grpSpPr>
        <p:sp>
          <p:nvSpPr>
            <p:cNvPr id="15877" name="Google Shape;15877;p5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8" name="Google Shape;15878;p5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9" name="Google Shape;15879;p5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0" name="Google Shape;15880;p5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1" name="Google Shape;15881;p5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2" name="Google Shape;15882;p5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3" name="Google Shape;15883;p5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84" name="Google Shape;15884;p52"/>
          <p:cNvGrpSpPr/>
          <p:nvPr/>
        </p:nvGrpSpPr>
        <p:grpSpPr>
          <a:xfrm>
            <a:off x="5230318" y="2886514"/>
            <a:ext cx="371133" cy="367443"/>
            <a:chOff x="5230318" y="2886514"/>
            <a:chExt cx="371133" cy="367443"/>
          </a:xfrm>
        </p:grpSpPr>
        <p:sp>
          <p:nvSpPr>
            <p:cNvPr id="15885" name="Google Shape;15885;p5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6" name="Google Shape;15886;p5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7" name="Google Shape;15887;p5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8" name="Google Shape;15888;p5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9" name="Google Shape;15889;p5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0" name="Google Shape;15890;p5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1" name="Google Shape;15891;p5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2" name="Google Shape;15892;p5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3" name="Google Shape;15893;p5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94" name="Google Shape;15894;p52"/>
          <p:cNvGrpSpPr/>
          <p:nvPr/>
        </p:nvGrpSpPr>
        <p:grpSpPr>
          <a:xfrm>
            <a:off x="5748358" y="3434578"/>
            <a:ext cx="352590" cy="182560"/>
            <a:chOff x="5748358" y="3434578"/>
            <a:chExt cx="352590" cy="182560"/>
          </a:xfrm>
        </p:grpSpPr>
        <p:sp>
          <p:nvSpPr>
            <p:cNvPr id="15895" name="Google Shape;15895;p5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6" name="Google Shape;15896;p5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7" name="Google Shape;15897;p5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8" name="Google Shape;15898;p5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9" name="Google Shape;15899;p5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0" name="Google Shape;15900;p5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01" name="Google Shape;15901;p52"/>
          <p:cNvGrpSpPr/>
          <p:nvPr/>
        </p:nvGrpSpPr>
        <p:grpSpPr>
          <a:xfrm>
            <a:off x="862283" y="4274771"/>
            <a:ext cx="341204" cy="359301"/>
            <a:chOff x="862283" y="4274771"/>
            <a:chExt cx="341204" cy="359301"/>
          </a:xfrm>
        </p:grpSpPr>
        <p:sp>
          <p:nvSpPr>
            <p:cNvPr id="15902" name="Google Shape;15902;p5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3" name="Google Shape;15903;p5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4" name="Google Shape;15904;p5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05" name="Google Shape;15905;p52"/>
          <p:cNvGrpSpPr/>
          <p:nvPr/>
        </p:nvGrpSpPr>
        <p:grpSpPr>
          <a:xfrm>
            <a:off x="1396957" y="4287365"/>
            <a:ext cx="301862" cy="332871"/>
            <a:chOff x="1396957" y="4287365"/>
            <a:chExt cx="301862" cy="332871"/>
          </a:xfrm>
        </p:grpSpPr>
        <p:sp>
          <p:nvSpPr>
            <p:cNvPr id="15906" name="Google Shape;15906;p5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7" name="Google Shape;15907;p5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8" name="Google Shape;15908;p5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9" name="Google Shape;15909;p5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0" name="Google Shape;15910;p5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1" name="Google Shape;15911;p5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2" name="Google Shape;15912;p5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3" name="Google Shape;15913;p5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4" name="Google Shape;15914;p5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5" name="Google Shape;15915;p5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6" name="Google Shape;15916;p5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7" name="Google Shape;15917;p5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8" name="Google Shape;15918;p5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9" name="Google Shape;15919;p5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0" name="Google Shape;15920;p5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21" name="Google Shape;15921;p52"/>
          <p:cNvGrpSpPr/>
          <p:nvPr/>
        </p:nvGrpSpPr>
        <p:grpSpPr>
          <a:xfrm>
            <a:off x="1865381" y="4277506"/>
            <a:ext cx="396131" cy="355612"/>
            <a:chOff x="1865381" y="4277506"/>
            <a:chExt cx="396131" cy="355612"/>
          </a:xfrm>
        </p:grpSpPr>
        <p:sp>
          <p:nvSpPr>
            <p:cNvPr id="15922" name="Google Shape;15922;p5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3" name="Google Shape;15923;p5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4" name="Google Shape;15924;p5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5" name="Google Shape;15925;p5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6" name="Google Shape;15926;p5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7" name="Google Shape;15927;p5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28" name="Google Shape;15928;p52"/>
          <p:cNvGrpSpPr/>
          <p:nvPr/>
        </p:nvGrpSpPr>
        <p:grpSpPr>
          <a:xfrm>
            <a:off x="2411823" y="4303999"/>
            <a:ext cx="334398" cy="299954"/>
            <a:chOff x="2411823" y="4303999"/>
            <a:chExt cx="334398" cy="299954"/>
          </a:xfrm>
        </p:grpSpPr>
        <p:sp>
          <p:nvSpPr>
            <p:cNvPr id="15929" name="Google Shape;15929;p5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0" name="Google Shape;15930;p5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1" name="Google Shape;15931;p5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2" name="Google Shape;15932;p5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3" name="Google Shape;15933;p5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4" name="Google Shape;15934;p5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5" name="Google Shape;15935;p5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36" name="Google Shape;15936;p52"/>
          <p:cNvGrpSpPr/>
          <p:nvPr/>
        </p:nvGrpSpPr>
        <p:grpSpPr>
          <a:xfrm>
            <a:off x="2903337" y="4279032"/>
            <a:ext cx="382519" cy="350682"/>
            <a:chOff x="2903337" y="4279032"/>
            <a:chExt cx="382519" cy="350682"/>
          </a:xfrm>
        </p:grpSpPr>
        <p:sp>
          <p:nvSpPr>
            <p:cNvPr id="15937" name="Google Shape;15937;p5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8" name="Google Shape;15938;p5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9" name="Google Shape;15939;p5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0" name="Google Shape;15940;p5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1" name="Google Shape;15941;p5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2" name="Google Shape;15942;p5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3" name="Google Shape;15943;p5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4" name="Google Shape;15944;p5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5" name="Google Shape;15945;p5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6" name="Google Shape;15946;p5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7" name="Google Shape;15947;p5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8" name="Google Shape;15948;p5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9" name="Google Shape;15949;p5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0" name="Google Shape;15950;p5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1" name="Google Shape;15951;p5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52" name="Google Shape;15952;p52"/>
          <p:cNvGrpSpPr/>
          <p:nvPr/>
        </p:nvGrpSpPr>
        <p:grpSpPr>
          <a:xfrm>
            <a:off x="3933342" y="4315767"/>
            <a:ext cx="383632" cy="276449"/>
            <a:chOff x="3933342" y="4315767"/>
            <a:chExt cx="383632" cy="276449"/>
          </a:xfrm>
        </p:grpSpPr>
        <p:sp>
          <p:nvSpPr>
            <p:cNvPr id="15953" name="Google Shape;15953;p5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4" name="Google Shape;15954;p5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5" name="Google Shape;15955;p5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6" name="Google Shape;15956;p5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7" name="Google Shape;15957;p5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8" name="Google Shape;15958;p5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59" name="Google Shape;15959;p52"/>
          <p:cNvGrpSpPr/>
          <p:nvPr/>
        </p:nvGrpSpPr>
        <p:grpSpPr>
          <a:xfrm>
            <a:off x="3441065" y="4302505"/>
            <a:ext cx="337069" cy="302592"/>
            <a:chOff x="3441065" y="4302505"/>
            <a:chExt cx="337069" cy="302592"/>
          </a:xfrm>
        </p:grpSpPr>
        <p:sp>
          <p:nvSpPr>
            <p:cNvPr id="15960" name="Google Shape;15960;p5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1" name="Google Shape;15961;p5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2" name="Google Shape;15962;p5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3" name="Google Shape;15963;p5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4" name="Google Shape;15964;p5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5" name="Google Shape;15965;p5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6" name="Google Shape;15966;p5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7" name="Google Shape;15967;p5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8" name="Google Shape;15968;p5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9" name="Google Shape;15969;p5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0" name="Google Shape;15970;p5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1" name="Google Shape;15971;p5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2" name="Google Shape;15972;p5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73" name="Google Shape;15973;p52"/>
          <p:cNvGrpSpPr/>
          <p:nvPr/>
        </p:nvGrpSpPr>
        <p:grpSpPr>
          <a:xfrm>
            <a:off x="3532345" y="3362635"/>
            <a:ext cx="339328" cy="336275"/>
            <a:chOff x="3532345" y="3362635"/>
            <a:chExt cx="339328" cy="336275"/>
          </a:xfrm>
        </p:grpSpPr>
        <p:sp>
          <p:nvSpPr>
            <p:cNvPr id="15974" name="Google Shape;15974;p5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5" name="Google Shape;15975;p5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6" name="Google Shape;15976;p5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7" name="Google Shape;15977;p5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8" name="Google Shape;15978;p5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979" name="Google Shape;15979;p52"/>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980" name="Google Shape;15980;p52"/>
          <p:cNvGrpSpPr/>
          <p:nvPr/>
        </p:nvGrpSpPr>
        <p:grpSpPr>
          <a:xfrm>
            <a:off x="1883955" y="3808700"/>
            <a:ext cx="162873" cy="351446"/>
            <a:chOff x="1883955" y="3808700"/>
            <a:chExt cx="162873" cy="351446"/>
          </a:xfrm>
        </p:grpSpPr>
        <p:sp>
          <p:nvSpPr>
            <p:cNvPr id="15981" name="Google Shape;15981;p5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2" name="Google Shape;15982;p5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83" name="Google Shape;15983;p52"/>
          <p:cNvGrpSpPr/>
          <p:nvPr/>
        </p:nvGrpSpPr>
        <p:grpSpPr>
          <a:xfrm>
            <a:off x="939156" y="3809209"/>
            <a:ext cx="192007" cy="351318"/>
            <a:chOff x="939156" y="3809209"/>
            <a:chExt cx="192007" cy="351318"/>
          </a:xfrm>
        </p:grpSpPr>
        <p:sp>
          <p:nvSpPr>
            <p:cNvPr id="15984" name="Google Shape;15984;p5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5" name="Google Shape;15985;p5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86" name="Google Shape;15986;p52"/>
          <p:cNvGrpSpPr/>
          <p:nvPr/>
        </p:nvGrpSpPr>
        <p:grpSpPr>
          <a:xfrm>
            <a:off x="2306167" y="3809845"/>
            <a:ext cx="193915" cy="349155"/>
            <a:chOff x="2306167" y="3809845"/>
            <a:chExt cx="193915" cy="349155"/>
          </a:xfrm>
        </p:grpSpPr>
        <p:sp>
          <p:nvSpPr>
            <p:cNvPr id="15987" name="Google Shape;15987;p5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8" name="Google Shape;15988;p5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9" name="Google Shape;15989;p5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0" name="Google Shape;15990;p5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1" name="Google Shape;15991;p5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2" name="Google Shape;15992;p5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3" name="Google Shape;15993;p5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94" name="Google Shape;15994;p52"/>
          <p:cNvGrpSpPr/>
          <p:nvPr/>
        </p:nvGrpSpPr>
        <p:grpSpPr>
          <a:xfrm>
            <a:off x="1323901" y="3807173"/>
            <a:ext cx="356343" cy="356757"/>
            <a:chOff x="1323901" y="3807173"/>
            <a:chExt cx="356343" cy="356757"/>
          </a:xfrm>
        </p:grpSpPr>
        <p:sp>
          <p:nvSpPr>
            <p:cNvPr id="15995" name="Google Shape;15995;p5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6" name="Google Shape;15996;p5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7" name="Google Shape;15997;p5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8" name="Google Shape;15998;p5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9" name="Google Shape;15999;p5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0" name="Google Shape;16000;p5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1" name="Google Shape;16001;p5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2" name="Google Shape;16002;p5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3" name="Google Shape;16003;p5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4" name="Google Shape;16004;p5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5" name="Google Shape;16005;p5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6" name="Google Shape;16006;p5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7" name="Google Shape;16007;p5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8" name="Google Shape;16008;p5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9" name="Google Shape;16009;p5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0" name="Google Shape;16010;p5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1" name="Google Shape;16011;p5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2" name="Google Shape;16012;p5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3" name="Google Shape;16013;p5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4" name="Google Shape;16014;p5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5" name="Google Shape;16015;p5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6" name="Google Shape;16016;p5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7" name="Google Shape;16017;p5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8" name="Google Shape;16018;p5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019" name="Google Shape;16019;p52"/>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020" name="Google Shape;16020;p52"/>
          <p:cNvGrpSpPr/>
          <p:nvPr/>
        </p:nvGrpSpPr>
        <p:grpSpPr>
          <a:xfrm>
            <a:off x="859262" y="3353920"/>
            <a:ext cx="306759" cy="351446"/>
            <a:chOff x="859262" y="3353920"/>
            <a:chExt cx="306759" cy="351446"/>
          </a:xfrm>
        </p:grpSpPr>
        <p:sp>
          <p:nvSpPr>
            <p:cNvPr id="16021" name="Google Shape;16021;p5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2" name="Google Shape;16022;p5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3" name="Google Shape;16023;p5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4" name="Google Shape;16024;p5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5" name="Google Shape;16025;p5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026" name="Google Shape;16026;p52"/>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027" name="Google Shape;16027;p52"/>
          <p:cNvGrpSpPr/>
          <p:nvPr/>
        </p:nvGrpSpPr>
        <p:grpSpPr>
          <a:xfrm>
            <a:off x="3967437" y="3837102"/>
            <a:ext cx="364709" cy="295404"/>
            <a:chOff x="3967437" y="3837102"/>
            <a:chExt cx="364709" cy="295404"/>
          </a:xfrm>
        </p:grpSpPr>
        <p:sp>
          <p:nvSpPr>
            <p:cNvPr id="16028" name="Google Shape;16028;p5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9" name="Google Shape;16029;p5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0" name="Google Shape;16030;p5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1" name="Google Shape;16031;p5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2" name="Google Shape;16032;p5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033" name="Google Shape;16033;p52"/>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4" name="Google Shape;16034;p52"/>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5" name="Google Shape;16035;p52"/>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036" name="Google Shape;16036;p52"/>
          <p:cNvGrpSpPr/>
          <p:nvPr/>
        </p:nvGrpSpPr>
        <p:grpSpPr>
          <a:xfrm>
            <a:off x="5811827" y="3806451"/>
            <a:ext cx="283743" cy="308444"/>
            <a:chOff x="5964227" y="3858701"/>
            <a:chExt cx="283743" cy="308444"/>
          </a:xfrm>
        </p:grpSpPr>
        <p:sp>
          <p:nvSpPr>
            <p:cNvPr id="16037" name="Google Shape;16037;p5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8" name="Google Shape;16038;p5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9" name="Google Shape;16039;p5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0" name="Google Shape;16040;p5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41" name="Google Shape;16041;p52"/>
          <p:cNvGrpSpPr/>
          <p:nvPr/>
        </p:nvGrpSpPr>
        <p:grpSpPr>
          <a:xfrm>
            <a:off x="6243508" y="3873073"/>
            <a:ext cx="320372" cy="213602"/>
            <a:chOff x="6395908" y="3873073"/>
            <a:chExt cx="320372" cy="213602"/>
          </a:xfrm>
        </p:grpSpPr>
        <p:sp>
          <p:nvSpPr>
            <p:cNvPr id="16042" name="Google Shape;16042;p5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3" name="Google Shape;16043;p5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4" name="Google Shape;16044;p5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5" name="Google Shape;16045;p5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6" name="Google Shape;16046;p5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7" name="Google Shape;16047;p5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8" name="Google Shape;16048;p5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9" name="Google Shape;16049;p5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0" name="Google Shape;16050;p5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1" name="Google Shape;16051;p5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52" name="Google Shape;16052;p52"/>
          <p:cNvGrpSpPr/>
          <p:nvPr/>
        </p:nvGrpSpPr>
        <p:grpSpPr>
          <a:xfrm>
            <a:off x="7262890" y="3802816"/>
            <a:ext cx="357138" cy="352018"/>
            <a:chOff x="7415290" y="3802816"/>
            <a:chExt cx="357138" cy="352018"/>
          </a:xfrm>
        </p:grpSpPr>
        <p:sp>
          <p:nvSpPr>
            <p:cNvPr id="16053" name="Google Shape;16053;p5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4" name="Google Shape;16054;p5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5" name="Google Shape;16055;p5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6" name="Google Shape;16056;p5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7" name="Google Shape;16057;p5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8" name="Google Shape;16058;p5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9" name="Google Shape;16059;p5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0" name="Google Shape;16060;p5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61" name="Google Shape;16061;p52"/>
          <p:cNvGrpSpPr/>
          <p:nvPr/>
        </p:nvGrpSpPr>
        <p:grpSpPr>
          <a:xfrm>
            <a:off x="6737312" y="3833413"/>
            <a:ext cx="355230" cy="293401"/>
            <a:chOff x="6889712" y="3833413"/>
            <a:chExt cx="355230" cy="293401"/>
          </a:xfrm>
        </p:grpSpPr>
        <p:sp>
          <p:nvSpPr>
            <p:cNvPr id="16062" name="Google Shape;16062;p5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3" name="Google Shape;16063;p5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4" name="Google Shape;16064;p5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5" name="Google Shape;16065;p5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6" name="Google Shape;16066;p5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67" name="Google Shape;16067;p52"/>
          <p:cNvGrpSpPr/>
          <p:nvPr/>
        </p:nvGrpSpPr>
        <p:grpSpPr>
          <a:xfrm>
            <a:off x="7707152" y="3835870"/>
            <a:ext cx="282318" cy="337168"/>
            <a:chOff x="1635875" y="237775"/>
            <a:chExt cx="4370250" cy="5219325"/>
          </a:xfrm>
        </p:grpSpPr>
        <p:sp>
          <p:nvSpPr>
            <p:cNvPr id="16068" name="Google Shape;16068;p5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9" name="Google Shape;16069;p5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70" name="Google Shape;16070;p52"/>
          <p:cNvGrpSpPr/>
          <p:nvPr/>
        </p:nvGrpSpPr>
        <p:grpSpPr>
          <a:xfrm>
            <a:off x="3103963" y="3361140"/>
            <a:ext cx="297886" cy="337578"/>
            <a:chOff x="3103963" y="3361140"/>
            <a:chExt cx="297886" cy="337578"/>
          </a:xfrm>
        </p:grpSpPr>
        <p:sp>
          <p:nvSpPr>
            <p:cNvPr id="16071" name="Google Shape;16071;p5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2" name="Google Shape;16072;p5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3" name="Google Shape;16073;p5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4" name="Google Shape;16074;p5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5" name="Google Shape;16075;p5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6" name="Google Shape;16076;p5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7" name="Google Shape;16077;p5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8" name="Google Shape;16078;p5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9" name="Google Shape;16079;p5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0" name="Google Shape;16080;p5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1" name="Google Shape;16081;p5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2" name="Google Shape;16082;p5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3" name="Google Shape;16083;p5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4" name="Google Shape;16084;p5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5" name="Google Shape;16085;p5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6" name="Google Shape;16086;p5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7" name="Google Shape;16087;p5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8" name="Google Shape;16088;p5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9" name="Google Shape;16089;p5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0" name="Google Shape;16090;p5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1" name="Google Shape;16091;p5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2" name="Google Shape;16092;p5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3" name="Google Shape;16093;p5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4" name="Google Shape;16094;p5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95" name="Google Shape;16095;p52"/>
          <p:cNvGrpSpPr/>
          <p:nvPr/>
        </p:nvGrpSpPr>
        <p:grpSpPr>
          <a:xfrm>
            <a:off x="2667821" y="3361108"/>
            <a:ext cx="273046" cy="337801"/>
            <a:chOff x="2667821" y="3361108"/>
            <a:chExt cx="273046" cy="337801"/>
          </a:xfrm>
        </p:grpSpPr>
        <p:sp>
          <p:nvSpPr>
            <p:cNvPr id="16096" name="Google Shape;16096;p5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7" name="Google Shape;16097;p5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8" name="Google Shape;16098;p5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9" name="Google Shape;16099;p5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0" name="Google Shape;16100;p5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1" name="Google Shape;16101;p5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2" name="Google Shape;16102;p5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3" name="Google Shape;16103;p5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4" name="Google Shape;16104;p5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5" name="Google Shape;16105;p5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6" name="Google Shape;16106;p5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7" name="Google Shape;16107;p5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8" name="Google Shape;16108;p5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9" name="Google Shape;16109;p5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0" name="Google Shape;16110;p5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1" name="Google Shape;16111;p5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2" name="Google Shape;16112;p5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3" name="Google Shape;16113;p5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4" name="Google Shape;16114;p5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15" name="Google Shape;16115;p52"/>
          <p:cNvGrpSpPr/>
          <p:nvPr/>
        </p:nvGrpSpPr>
        <p:grpSpPr>
          <a:xfrm>
            <a:off x="2212469" y="3360313"/>
            <a:ext cx="282715" cy="338659"/>
            <a:chOff x="2212469" y="3360313"/>
            <a:chExt cx="282715" cy="338659"/>
          </a:xfrm>
        </p:grpSpPr>
        <p:sp>
          <p:nvSpPr>
            <p:cNvPr id="16116" name="Google Shape;16116;p5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7" name="Google Shape;16117;p5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8" name="Google Shape;16118;p5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19" name="Google Shape;16119;p52"/>
          <p:cNvGrpSpPr/>
          <p:nvPr/>
        </p:nvGrpSpPr>
        <p:grpSpPr>
          <a:xfrm>
            <a:off x="1768821" y="3361108"/>
            <a:ext cx="278739" cy="339074"/>
            <a:chOff x="1768821" y="3361108"/>
            <a:chExt cx="278739" cy="339074"/>
          </a:xfrm>
        </p:grpSpPr>
        <p:sp>
          <p:nvSpPr>
            <p:cNvPr id="16120" name="Google Shape;16120;p5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1" name="Google Shape;16121;p5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2" name="Google Shape;16122;p5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3" name="Google Shape;16123;p5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4" name="Google Shape;16124;p5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5" name="Google Shape;16125;p5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6" name="Google Shape;16126;p5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7" name="Google Shape;16127;p5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8" name="Google Shape;16128;p5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9" name="Google Shape;16129;p5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0" name="Google Shape;16130;p5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31" name="Google Shape;16131;p52"/>
          <p:cNvGrpSpPr/>
          <p:nvPr/>
        </p:nvGrpSpPr>
        <p:grpSpPr>
          <a:xfrm>
            <a:off x="5337883" y="3336873"/>
            <a:ext cx="307141" cy="376826"/>
            <a:chOff x="5337883" y="3336873"/>
            <a:chExt cx="307141" cy="376826"/>
          </a:xfrm>
        </p:grpSpPr>
        <p:sp>
          <p:nvSpPr>
            <p:cNvPr id="16132" name="Google Shape;16132;p5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3" name="Google Shape;16133;p5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34" name="Google Shape;16134;p52"/>
          <p:cNvGrpSpPr/>
          <p:nvPr/>
        </p:nvGrpSpPr>
        <p:grpSpPr>
          <a:xfrm>
            <a:off x="4883835" y="3337255"/>
            <a:ext cx="323425" cy="377556"/>
            <a:chOff x="4883835" y="3337255"/>
            <a:chExt cx="323425" cy="377556"/>
          </a:xfrm>
        </p:grpSpPr>
        <p:sp>
          <p:nvSpPr>
            <p:cNvPr id="16135" name="Google Shape;16135;p5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6" name="Google Shape;16136;p5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7" name="Google Shape;16137;p5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38" name="Google Shape;16138;p52"/>
          <p:cNvGrpSpPr/>
          <p:nvPr/>
        </p:nvGrpSpPr>
        <p:grpSpPr>
          <a:xfrm>
            <a:off x="6193310" y="3407289"/>
            <a:ext cx="352590" cy="237488"/>
            <a:chOff x="6193310" y="3407289"/>
            <a:chExt cx="352590" cy="237488"/>
          </a:xfrm>
        </p:grpSpPr>
        <p:sp>
          <p:nvSpPr>
            <p:cNvPr id="16139" name="Google Shape;16139;p5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0" name="Google Shape;16140;p5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1" name="Google Shape;16141;p5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2" name="Google Shape;16142;p5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3" name="Google Shape;16143;p5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44" name="Google Shape;16144;p52"/>
          <p:cNvGrpSpPr/>
          <p:nvPr/>
        </p:nvGrpSpPr>
        <p:grpSpPr>
          <a:xfrm>
            <a:off x="6637117" y="3397843"/>
            <a:ext cx="353735" cy="254504"/>
            <a:chOff x="6637117" y="3397843"/>
            <a:chExt cx="353735" cy="254504"/>
          </a:xfrm>
        </p:grpSpPr>
        <p:sp>
          <p:nvSpPr>
            <p:cNvPr id="16145" name="Google Shape;16145;p5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6" name="Google Shape;16146;p5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7" name="Google Shape;16147;p5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8" name="Google Shape;16148;p5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9" name="Google Shape;16149;p5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0" name="Google Shape;16150;p5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51" name="Google Shape;16151;p52"/>
          <p:cNvGrpSpPr/>
          <p:nvPr/>
        </p:nvGrpSpPr>
        <p:grpSpPr>
          <a:xfrm>
            <a:off x="7075994" y="3349531"/>
            <a:ext cx="360637" cy="352336"/>
            <a:chOff x="7075994" y="3349531"/>
            <a:chExt cx="360637" cy="352336"/>
          </a:xfrm>
        </p:grpSpPr>
        <p:sp>
          <p:nvSpPr>
            <p:cNvPr id="16152" name="Google Shape;16152;p5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3" name="Google Shape;16153;p5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4" name="Google Shape;16154;p5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5" name="Google Shape;16155;p5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6" name="Google Shape;16156;p5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7" name="Google Shape;16157;p5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8" name="Google Shape;16158;p5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59" name="Google Shape;16159;p52"/>
          <p:cNvGrpSpPr/>
          <p:nvPr/>
        </p:nvGrpSpPr>
        <p:grpSpPr>
          <a:xfrm>
            <a:off x="7651983" y="3349181"/>
            <a:ext cx="107182" cy="352400"/>
            <a:chOff x="7651983" y="3349181"/>
            <a:chExt cx="107182" cy="352400"/>
          </a:xfrm>
        </p:grpSpPr>
        <p:sp>
          <p:nvSpPr>
            <p:cNvPr id="16160" name="Google Shape;16160;p5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1" name="Google Shape;16161;p5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62" name="Google Shape;16162;p52"/>
          <p:cNvGrpSpPr/>
          <p:nvPr/>
        </p:nvGrpSpPr>
        <p:grpSpPr>
          <a:xfrm>
            <a:off x="7973468" y="3382322"/>
            <a:ext cx="352590" cy="287072"/>
            <a:chOff x="7973468" y="3382322"/>
            <a:chExt cx="352590" cy="287072"/>
          </a:xfrm>
        </p:grpSpPr>
        <p:sp>
          <p:nvSpPr>
            <p:cNvPr id="16163" name="Google Shape;16163;p5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4" name="Google Shape;16164;p5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5" name="Google Shape;16165;p5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6" name="Google Shape;16166;p5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7" name="Google Shape;16167;p5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8" name="Google Shape;16168;p5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9" name="Google Shape;16169;p5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0" name="Google Shape;16170;p5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1" name="Google Shape;16171;p5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2" name="Google Shape;16172;p5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3" name="Google Shape;16173;p5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4" name="Google Shape;16174;p5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78" name="Shape 16178"/>
        <p:cNvGrpSpPr/>
        <p:nvPr/>
      </p:nvGrpSpPr>
      <p:grpSpPr>
        <a:xfrm>
          <a:off x="0" y="0"/>
          <a:ext cx="0" cy="0"/>
          <a:chOff x="0" y="0"/>
          <a:chExt cx="0" cy="0"/>
        </a:xfrm>
      </p:grpSpPr>
      <p:sp>
        <p:nvSpPr>
          <p:cNvPr id="16179" name="Google Shape;16179;p53"/>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6180" name="Google Shape;16180;p53"/>
          <p:cNvGrpSpPr/>
          <p:nvPr/>
        </p:nvGrpSpPr>
        <p:grpSpPr>
          <a:xfrm>
            <a:off x="849677" y="1500658"/>
            <a:ext cx="347872" cy="347488"/>
            <a:chOff x="849677" y="1500658"/>
            <a:chExt cx="347872" cy="347488"/>
          </a:xfrm>
        </p:grpSpPr>
        <p:sp>
          <p:nvSpPr>
            <p:cNvPr id="16181" name="Google Shape;16181;p5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2" name="Google Shape;16182;p5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3" name="Google Shape;16183;p5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4" name="Google Shape;16184;p5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5" name="Google Shape;16185;p5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6" name="Google Shape;16186;p5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87" name="Google Shape;16187;p53"/>
          <p:cNvGrpSpPr/>
          <p:nvPr/>
        </p:nvGrpSpPr>
        <p:grpSpPr>
          <a:xfrm>
            <a:off x="1415853" y="1500658"/>
            <a:ext cx="315872" cy="347488"/>
            <a:chOff x="1415853" y="1500658"/>
            <a:chExt cx="315872" cy="347488"/>
          </a:xfrm>
        </p:grpSpPr>
        <p:sp>
          <p:nvSpPr>
            <p:cNvPr id="16188" name="Google Shape;16188;p5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9" name="Google Shape;16189;p5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0" name="Google Shape;16190;p5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1" name="Google Shape;16191;p5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92" name="Google Shape;16192;p53"/>
          <p:cNvGrpSpPr/>
          <p:nvPr/>
        </p:nvGrpSpPr>
        <p:grpSpPr>
          <a:xfrm>
            <a:off x="4697389" y="1500658"/>
            <a:ext cx="347520" cy="347104"/>
            <a:chOff x="4697389" y="1500658"/>
            <a:chExt cx="347520" cy="347104"/>
          </a:xfrm>
        </p:grpSpPr>
        <p:sp>
          <p:nvSpPr>
            <p:cNvPr id="16193" name="Google Shape;16193;p5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4" name="Google Shape;16194;p5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5" name="Google Shape;16195;p5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96" name="Google Shape;16196;p53"/>
          <p:cNvGrpSpPr/>
          <p:nvPr/>
        </p:nvGrpSpPr>
        <p:grpSpPr>
          <a:xfrm>
            <a:off x="3603533" y="1964946"/>
            <a:ext cx="347520" cy="353760"/>
            <a:chOff x="3603533" y="1964946"/>
            <a:chExt cx="347520" cy="353760"/>
          </a:xfrm>
        </p:grpSpPr>
        <p:sp>
          <p:nvSpPr>
            <p:cNvPr id="16197" name="Google Shape;16197;p5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8" name="Google Shape;16198;p5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9" name="Google Shape;16199;p5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00" name="Google Shape;16200;p53"/>
          <p:cNvGrpSpPr/>
          <p:nvPr/>
        </p:nvGrpSpPr>
        <p:grpSpPr>
          <a:xfrm>
            <a:off x="1950765" y="1964338"/>
            <a:ext cx="357792" cy="352448"/>
            <a:chOff x="1950765" y="1964338"/>
            <a:chExt cx="357792" cy="352448"/>
          </a:xfrm>
        </p:grpSpPr>
        <p:sp>
          <p:nvSpPr>
            <p:cNvPr id="16201" name="Google Shape;16201;p5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2" name="Google Shape;16202;p5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3" name="Google Shape;16203;p5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4" name="Google Shape;16204;p5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05" name="Google Shape;16205;p53"/>
          <p:cNvGrpSpPr/>
          <p:nvPr/>
        </p:nvGrpSpPr>
        <p:grpSpPr>
          <a:xfrm>
            <a:off x="7435629" y="1964690"/>
            <a:ext cx="367712" cy="353248"/>
            <a:chOff x="7435629" y="1964690"/>
            <a:chExt cx="367712" cy="353248"/>
          </a:xfrm>
        </p:grpSpPr>
        <p:sp>
          <p:nvSpPr>
            <p:cNvPr id="16206" name="Google Shape;16206;p5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7" name="Google Shape;16207;p5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8" name="Google Shape;16208;p5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9" name="Google Shape;16209;p5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10" name="Google Shape;16210;p53"/>
          <p:cNvGrpSpPr/>
          <p:nvPr/>
        </p:nvGrpSpPr>
        <p:grpSpPr>
          <a:xfrm>
            <a:off x="2512749" y="1965042"/>
            <a:ext cx="333024" cy="352896"/>
            <a:chOff x="2512749" y="1965042"/>
            <a:chExt cx="333024" cy="352896"/>
          </a:xfrm>
        </p:grpSpPr>
        <p:sp>
          <p:nvSpPr>
            <p:cNvPr id="16211" name="Google Shape;16211;p5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2" name="Google Shape;16212;p5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3" name="Google Shape;16213;p5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4" name="Google Shape;16214;p5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5" name="Google Shape;16215;p5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16" name="Google Shape;16216;p53"/>
          <p:cNvGrpSpPr/>
          <p:nvPr/>
        </p:nvGrpSpPr>
        <p:grpSpPr>
          <a:xfrm>
            <a:off x="1398317" y="1981778"/>
            <a:ext cx="365792" cy="335392"/>
            <a:chOff x="1398317" y="1981778"/>
            <a:chExt cx="365792" cy="335392"/>
          </a:xfrm>
        </p:grpSpPr>
        <p:sp>
          <p:nvSpPr>
            <p:cNvPr id="16217" name="Google Shape;16217;p5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8" name="Google Shape;16218;p5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9" name="Google Shape;16219;p5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0" name="Google Shape;16220;p5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1" name="Google Shape;16221;p5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2" name="Google Shape;16222;p5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23" name="Google Shape;16223;p53"/>
          <p:cNvGrpSpPr/>
          <p:nvPr/>
        </p:nvGrpSpPr>
        <p:grpSpPr>
          <a:xfrm>
            <a:off x="3052237" y="2003570"/>
            <a:ext cx="353600" cy="314752"/>
            <a:chOff x="3052237" y="2003570"/>
            <a:chExt cx="353600" cy="314752"/>
          </a:xfrm>
        </p:grpSpPr>
        <p:sp>
          <p:nvSpPr>
            <p:cNvPr id="16224" name="Google Shape;16224;p5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5" name="Google Shape;16225;p5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6" name="Google Shape;16226;p5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27" name="Google Shape;16227;p53"/>
          <p:cNvGrpSpPr/>
          <p:nvPr/>
        </p:nvGrpSpPr>
        <p:grpSpPr>
          <a:xfrm>
            <a:off x="1404013" y="2958066"/>
            <a:ext cx="368096" cy="223968"/>
            <a:chOff x="1404013" y="2958066"/>
            <a:chExt cx="368096" cy="223968"/>
          </a:xfrm>
        </p:grpSpPr>
        <p:sp>
          <p:nvSpPr>
            <p:cNvPr id="16228" name="Google Shape;16228;p5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9" name="Google Shape;16229;p5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30" name="Google Shape;16230;p53"/>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1" name="Google Shape;16231;p53"/>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32" name="Google Shape;16232;p53"/>
          <p:cNvGrpSpPr/>
          <p:nvPr/>
        </p:nvGrpSpPr>
        <p:grpSpPr>
          <a:xfrm>
            <a:off x="1951149" y="2885202"/>
            <a:ext cx="370368" cy="367328"/>
            <a:chOff x="1951149" y="2885202"/>
            <a:chExt cx="370368" cy="367328"/>
          </a:xfrm>
        </p:grpSpPr>
        <p:sp>
          <p:nvSpPr>
            <p:cNvPr id="16233" name="Google Shape;16233;p5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4" name="Google Shape;16234;p5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5" name="Google Shape;16235;p5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36" name="Google Shape;16236;p53"/>
          <p:cNvGrpSpPr/>
          <p:nvPr/>
        </p:nvGrpSpPr>
        <p:grpSpPr>
          <a:xfrm>
            <a:off x="2501677" y="2906162"/>
            <a:ext cx="367328" cy="327296"/>
            <a:chOff x="2501677" y="2906162"/>
            <a:chExt cx="367328" cy="327296"/>
          </a:xfrm>
        </p:grpSpPr>
        <p:sp>
          <p:nvSpPr>
            <p:cNvPr id="16237" name="Google Shape;16237;p5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8" name="Google Shape;16238;p5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9" name="Google Shape;16239;p5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40" name="Google Shape;16240;p53"/>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41" name="Google Shape;16241;p53"/>
          <p:cNvGrpSpPr/>
          <p:nvPr/>
        </p:nvGrpSpPr>
        <p:grpSpPr>
          <a:xfrm>
            <a:off x="3050317" y="2893714"/>
            <a:ext cx="367712" cy="354240"/>
            <a:chOff x="3050317" y="2893714"/>
            <a:chExt cx="367712" cy="354240"/>
          </a:xfrm>
        </p:grpSpPr>
        <p:sp>
          <p:nvSpPr>
            <p:cNvPr id="16242" name="Google Shape;16242;p5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3" name="Google Shape;16243;p5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44" name="Google Shape;16244;p53"/>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5" name="Google Shape;16245;p53"/>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46" name="Google Shape;16246;p53"/>
          <p:cNvGrpSpPr/>
          <p:nvPr/>
        </p:nvGrpSpPr>
        <p:grpSpPr>
          <a:xfrm>
            <a:off x="7531277" y="2886354"/>
            <a:ext cx="185184" cy="367296"/>
            <a:chOff x="7531277" y="2886354"/>
            <a:chExt cx="185184" cy="367296"/>
          </a:xfrm>
        </p:grpSpPr>
        <p:sp>
          <p:nvSpPr>
            <p:cNvPr id="16247" name="Google Shape;16247;p5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8" name="Google Shape;16248;p5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9" name="Google Shape;16249;p5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50" name="Google Shape;16250;p53"/>
          <p:cNvGrpSpPr/>
          <p:nvPr/>
        </p:nvGrpSpPr>
        <p:grpSpPr>
          <a:xfrm>
            <a:off x="6926637" y="2886738"/>
            <a:ext cx="297184" cy="367296"/>
            <a:chOff x="6926637" y="2886738"/>
            <a:chExt cx="297184" cy="367296"/>
          </a:xfrm>
        </p:grpSpPr>
        <p:sp>
          <p:nvSpPr>
            <p:cNvPr id="16251" name="Google Shape;16251;p5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2" name="Google Shape;16252;p5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3" name="Google Shape;16253;p5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54" name="Google Shape;16254;p53"/>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5" name="Google Shape;16255;p53"/>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56" name="Google Shape;16256;p53"/>
          <p:cNvGrpSpPr/>
          <p:nvPr/>
        </p:nvGrpSpPr>
        <p:grpSpPr>
          <a:xfrm>
            <a:off x="6340653" y="2886354"/>
            <a:ext cx="370368" cy="368064"/>
            <a:chOff x="6340653" y="2886354"/>
            <a:chExt cx="370368" cy="368064"/>
          </a:xfrm>
        </p:grpSpPr>
        <p:sp>
          <p:nvSpPr>
            <p:cNvPr id="16257" name="Google Shape;16257;p5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8" name="Google Shape;16258;p5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9" name="Google Shape;16259;p5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0" name="Google Shape;16260;p5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1" name="Google Shape;16261;p5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2" name="Google Shape;16262;p5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63" name="Google Shape;16263;p53"/>
          <p:cNvGrpSpPr/>
          <p:nvPr/>
        </p:nvGrpSpPr>
        <p:grpSpPr>
          <a:xfrm>
            <a:off x="5246797" y="1981426"/>
            <a:ext cx="354752" cy="336512"/>
            <a:chOff x="5246797" y="1981426"/>
            <a:chExt cx="354752" cy="336512"/>
          </a:xfrm>
        </p:grpSpPr>
        <p:sp>
          <p:nvSpPr>
            <p:cNvPr id="16264" name="Google Shape;16264;p5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5" name="Google Shape;16265;p5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66" name="Google Shape;16266;p53"/>
          <p:cNvGrpSpPr/>
          <p:nvPr/>
        </p:nvGrpSpPr>
        <p:grpSpPr>
          <a:xfrm>
            <a:off x="4148749" y="2102066"/>
            <a:ext cx="355136" cy="216256"/>
            <a:chOff x="4148749" y="2102066"/>
            <a:chExt cx="355136" cy="216256"/>
          </a:xfrm>
        </p:grpSpPr>
        <p:sp>
          <p:nvSpPr>
            <p:cNvPr id="16267" name="Google Shape;16267;p5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8" name="Google Shape;16268;p5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69" name="Google Shape;16269;p53"/>
          <p:cNvGrpSpPr/>
          <p:nvPr/>
        </p:nvGrpSpPr>
        <p:grpSpPr>
          <a:xfrm>
            <a:off x="5794669" y="2001426"/>
            <a:ext cx="354752" cy="315360"/>
            <a:chOff x="5794669" y="2001426"/>
            <a:chExt cx="354752" cy="315360"/>
          </a:xfrm>
        </p:grpSpPr>
        <p:sp>
          <p:nvSpPr>
            <p:cNvPr id="16270" name="Google Shape;16270;p5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1" name="Google Shape;16271;p5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72" name="Google Shape;16272;p53"/>
          <p:cNvGrpSpPr/>
          <p:nvPr/>
        </p:nvGrpSpPr>
        <p:grpSpPr>
          <a:xfrm>
            <a:off x="6345229" y="2029842"/>
            <a:ext cx="352832" cy="289216"/>
            <a:chOff x="6345229" y="2029842"/>
            <a:chExt cx="352832" cy="289216"/>
          </a:xfrm>
        </p:grpSpPr>
        <p:sp>
          <p:nvSpPr>
            <p:cNvPr id="16273" name="Google Shape;16273;p5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4" name="Google Shape;16274;p5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75" name="Google Shape;16275;p53"/>
          <p:cNvGrpSpPr/>
          <p:nvPr/>
        </p:nvGrpSpPr>
        <p:grpSpPr>
          <a:xfrm>
            <a:off x="4697389" y="2036338"/>
            <a:ext cx="354752" cy="281984"/>
            <a:chOff x="4697389" y="2036338"/>
            <a:chExt cx="354752" cy="281984"/>
          </a:xfrm>
        </p:grpSpPr>
        <p:sp>
          <p:nvSpPr>
            <p:cNvPr id="16276" name="Google Shape;16276;p5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7" name="Google Shape;16277;p5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78" name="Google Shape;16278;p53"/>
          <p:cNvGrpSpPr/>
          <p:nvPr/>
        </p:nvGrpSpPr>
        <p:grpSpPr>
          <a:xfrm>
            <a:off x="1404013" y="2424754"/>
            <a:ext cx="353600" cy="354944"/>
            <a:chOff x="1404013" y="2424754"/>
            <a:chExt cx="353600" cy="354944"/>
          </a:xfrm>
        </p:grpSpPr>
        <p:sp>
          <p:nvSpPr>
            <p:cNvPr id="16279" name="Google Shape;16279;p5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0" name="Google Shape;16280;p5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1" name="Google Shape;16281;p5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2" name="Google Shape;16282;p5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3" name="Google Shape;16283;p5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84" name="Google Shape;16284;p53"/>
          <p:cNvGrpSpPr/>
          <p:nvPr/>
        </p:nvGrpSpPr>
        <p:grpSpPr>
          <a:xfrm>
            <a:off x="854253" y="2428274"/>
            <a:ext cx="355104" cy="351040"/>
            <a:chOff x="854253" y="2428274"/>
            <a:chExt cx="355104" cy="351040"/>
          </a:xfrm>
        </p:grpSpPr>
        <p:sp>
          <p:nvSpPr>
            <p:cNvPr id="16285" name="Google Shape;16285;p5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6" name="Google Shape;16286;p5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87" name="Google Shape;16287;p53"/>
          <p:cNvGrpSpPr/>
          <p:nvPr/>
        </p:nvGrpSpPr>
        <p:grpSpPr>
          <a:xfrm>
            <a:off x="6896909" y="2440946"/>
            <a:ext cx="354752" cy="275904"/>
            <a:chOff x="6896909" y="2440946"/>
            <a:chExt cx="354752" cy="275904"/>
          </a:xfrm>
        </p:grpSpPr>
        <p:sp>
          <p:nvSpPr>
            <p:cNvPr id="16288" name="Google Shape;16288;p5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9" name="Google Shape;16289;p5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90" name="Google Shape;16290;p53"/>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91" name="Google Shape;16291;p53"/>
          <p:cNvGrpSpPr/>
          <p:nvPr/>
        </p:nvGrpSpPr>
        <p:grpSpPr>
          <a:xfrm>
            <a:off x="5265069" y="2424754"/>
            <a:ext cx="321984" cy="354560"/>
            <a:chOff x="5265069" y="2424754"/>
            <a:chExt cx="321984" cy="354560"/>
          </a:xfrm>
        </p:grpSpPr>
        <p:sp>
          <p:nvSpPr>
            <p:cNvPr id="16292" name="Google Shape;16292;p5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3" name="Google Shape;16293;p5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94" name="Google Shape;16294;p53"/>
          <p:cNvGrpSpPr/>
          <p:nvPr/>
        </p:nvGrpSpPr>
        <p:grpSpPr>
          <a:xfrm>
            <a:off x="4150669" y="2466770"/>
            <a:ext cx="355104" cy="259584"/>
            <a:chOff x="4150669" y="2466770"/>
            <a:chExt cx="355104" cy="259584"/>
          </a:xfrm>
        </p:grpSpPr>
        <p:sp>
          <p:nvSpPr>
            <p:cNvPr id="16295" name="Google Shape;16295;p5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6" name="Google Shape;16296;p5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7" name="Google Shape;16297;p5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8" name="Google Shape;16298;p5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99" name="Google Shape;16299;p53"/>
          <p:cNvGrpSpPr/>
          <p:nvPr/>
        </p:nvGrpSpPr>
        <p:grpSpPr>
          <a:xfrm>
            <a:off x="4699693" y="2424946"/>
            <a:ext cx="354336" cy="353984"/>
            <a:chOff x="4699693" y="2424946"/>
            <a:chExt cx="354336" cy="353984"/>
          </a:xfrm>
        </p:grpSpPr>
        <p:sp>
          <p:nvSpPr>
            <p:cNvPr id="16300" name="Google Shape;16300;p5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1" name="Google Shape;16301;p5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302" name="Google Shape;16302;p53"/>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3" name="Google Shape;16303;p53"/>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304" name="Google Shape;16304;p53"/>
          <p:cNvGrpSpPr/>
          <p:nvPr/>
        </p:nvGrpSpPr>
        <p:grpSpPr>
          <a:xfrm>
            <a:off x="1953037" y="2552242"/>
            <a:ext cx="355136" cy="227072"/>
            <a:chOff x="1953037" y="2552242"/>
            <a:chExt cx="355136" cy="227072"/>
          </a:xfrm>
        </p:grpSpPr>
        <p:sp>
          <p:nvSpPr>
            <p:cNvPr id="16305" name="Google Shape;16305;p5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6" name="Google Shape;16306;p5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307" name="Google Shape;16307;p53"/>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308" name="Google Shape;16308;p53"/>
          <p:cNvGrpSpPr/>
          <p:nvPr/>
        </p:nvGrpSpPr>
        <p:grpSpPr>
          <a:xfrm>
            <a:off x="2500941" y="2527218"/>
            <a:ext cx="355104" cy="250944"/>
            <a:chOff x="2500941" y="2527218"/>
            <a:chExt cx="355104" cy="250944"/>
          </a:xfrm>
        </p:grpSpPr>
        <p:sp>
          <p:nvSpPr>
            <p:cNvPr id="16309" name="Google Shape;16309;p5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0" name="Google Shape;16310;p5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1" name="Google Shape;16311;p5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2" name="Google Shape;16312;p5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3" name="Google Shape;16313;p5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314" name="Google Shape;16314;p53"/>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315" name="Google Shape;16315;p53"/>
          <p:cNvGrpSpPr/>
          <p:nvPr/>
        </p:nvGrpSpPr>
        <p:grpSpPr>
          <a:xfrm>
            <a:off x="7993805" y="2427122"/>
            <a:ext cx="356256" cy="351808"/>
            <a:chOff x="7993805" y="2427122"/>
            <a:chExt cx="356256" cy="351808"/>
          </a:xfrm>
        </p:grpSpPr>
        <p:sp>
          <p:nvSpPr>
            <p:cNvPr id="16316" name="Google Shape;16316;p5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7" name="Google Shape;16317;p5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8" name="Google Shape;16318;p5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19" name="Google Shape;16319;p53"/>
          <p:cNvGrpSpPr/>
          <p:nvPr/>
        </p:nvGrpSpPr>
        <p:grpSpPr>
          <a:xfrm>
            <a:off x="878637" y="1965010"/>
            <a:ext cx="308640" cy="353312"/>
            <a:chOff x="878637" y="1965010"/>
            <a:chExt cx="308640" cy="353312"/>
          </a:xfrm>
        </p:grpSpPr>
        <p:sp>
          <p:nvSpPr>
            <p:cNvPr id="16320" name="Google Shape;16320;p5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1" name="Google Shape;16321;p5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2" name="Google Shape;16322;p5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23" name="Google Shape;16323;p53"/>
          <p:cNvGrpSpPr/>
          <p:nvPr/>
        </p:nvGrpSpPr>
        <p:grpSpPr>
          <a:xfrm>
            <a:off x="6896141" y="1964722"/>
            <a:ext cx="348256" cy="352448"/>
            <a:chOff x="6896141" y="1964722"/>
            <a:chExt cx="348256" cy="352448"/>
          </a:xfrm>
        </p:grpSpPr>
        <p:sp>
          <p:nvSpPr>
            <p:cNvPr id="16324" name="Google Shape;16324;p5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5" name="Google Shape;16325;p5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6" name="Google Shape;16326;p5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27" name="Google Shape;16327;p53"/>
          <p:cNvGrpSpPr/>
          <p:nvPr/>
        </p:nvGrpSpPr>
        <p:grpSpPr>
          <a:xfrm>
            <a:off x="7989997" y="2015378"/>
            <a:ext cx="355136" cy="303328"/>
            <a:chOff x="7989997" y="2015378"/>
            <a:chExt cx="355136" cy="303328"/>
          </a:xfrm>
        </p:grpSpPr>
        <p:sp>
          <p:nvSpPr>
            <p:cNvPr id="16328" name="Google Shape;16328;p5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9" name="Google Shape;16329;p5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0" name="Google Shape;16330;p5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31" name="Google Shape;16331;p53"/>
          <p:cNvGrpSpPr/>
          <p:nvPr/>
        </p:nvGrpSpPr>
        <p:grpSpPr>
          <a:xfrm>
            <a:off x="3598221" y="1509362"/>
            <a:ext cx="348640" cy="330784"/>
            <a:chOff x="3598221" y="1509362"/>
            <a:chExt cx="348640" cy="330784"/>
          </a:xfrm>
        </p:grpSpPr>
        <p:sp>
          <p:nvSpPr>
            <p:cNvPr id="16332" name="Google Shape;16332;p5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3" name="Google Shape;16333;p5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4" name="Google Shape;16334;p5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5" name="Google Shape;16335;p5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36" name="Google Shape;16336;p53"/>
          <p:cNvGrpSpPr/>
          <p:nvPr/>
        </p:nvGrpSpPr>
        <p:grpSpPr>
          <a:xfrm>
            <a:off x="5246797" y="1500658"/>
            <a:ext cx="347872" cy="347488"/>
            <a:chOff x="5246797" y="1500658"/>
            <a:chExt cx="347872" cy="347488"/>
          </a:xfrm>
        </p:grpSpPr>
        <p:sp>
          <p:nvSpPr>
            <p:cNvPr id="16337" name="Google Shape;16337;p5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8" name="Google Shape;16338;p5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9" name="Google Shape;16339;p5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0" name="Google Shape;16340;p5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41" name="Google Shape;16341;p53"/>
          <p:cNvGrpSpPr/>
          <p:nvPr/>
        </p:nvGrpSpPr>
        <p:grpSpPr>
          <a:xfrm>
            <a:off x="5796589" y="1500658"/>
            <a:ext cx="349024" cy="346752"/>
            <a:chOff x="5796589" y="1500658"/>
            <a:chExt cx="349024" cy="346752"/>
          </a:xfrm>
        </p:grpSpPr>
        <p:sp>
          <p:nvSpPr>
            <p:cNvPr id="16342" name="Google Shape;16342;p5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343" name="Google Shape;16343;p53"/>
            <p:cNvGrpSpPr/>
            <p:nvPr/>
          </p:nvGrpSpPr>
          <p:grpSpPr>
            <a:xfrm>
              <a:off x="5796589" y="1500658"/>
              <a:ext cx="349024" cy="346752"/>
              <a:chOff x="5796589" y="1500658"/>
              <a:chExt cx="349024" cy="346752"/>
            </a:xfrm>
          </p:grpSpPr>
          <p:sp>
            <p:nvSpPr>
              <p:cNvPr id="16344" name="Google Shape;16344;p5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5" name="Google Shape;16345;p5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6" name="Google Shape;16346;p5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7" name="Google Shape;16347;p5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6348" name="Google Shape;16348;p53"/>
          <p:cNvGrpSpPr/>
          <p:nvPr/>
        </p:nvGrpSpPr>
        <p:grpSpPr>
          <a:xfrm>
            <a:off x="6895373" y="1502578"/>
            <a:ext cx="348640" cy="343296"/>
            <a:chOff x="6895373" y="1502578"/>
            <a:chExt cx="348640" cy="343296"/>
          </a:xfrm>
        </p:grpSpPr>
        <p:sp>
          <p:nvSpPr>
            <p:cNvPr id="16349" name="Google Shape;16349;p5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0" name="Google Shape;16350;p5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1" name="Google Shape;16351;p5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52" name="Google Shape;16352;p53"/>
          <p:cNvGrpSpPr/>
          <p:nvPr/>
        </p:nvGrpSpPr>
        <p:grpSpPr>
          <a:xfrm>
            <a:off x="4147597" y="1505458"/>
            <a:ext cx="347904" cy="336992"/>
            <a:chOff x="4147597" y="1505458"/>
            <a:chExt cx="347904" cy="336992"/>
          </a:xfrm>
        </p:grpSpPr>
        <p:sp>
          <p:nvSpPr>
            <p:cNvPr id="16353" name="Google Shape;16353;p5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4" name="Google Shape;16354;p5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5" name="Google Shape;16355;p5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6" name="Google Shape;16356;p5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7" name="Google Shape;16357;p5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8" name="Google Shape;16358;p5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9" name="Google Shape;16359;p5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60" name="Google Shape;16360;p53"/>
          <p:cNvGrpSpPr/>
          <p:nvPr/>
        </p:nvGrpSpPr>
        <p:grpSpPr>
          <a:xfrm>
            <a:off x="2499405" y="1499890"/>
            <a:ext cx="347488" cy="348256"/>
            <a:chOff x="2499405" y="1499890"/>
            <a:chExt cx="347488" cy="348256"/>
          </a:xfrm>
        </p:grpSpPr>
        <p:sp>
          <p:nvSpPr>
            <p:cNvPr id="16361" name="Google Shape;16361;p5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2" name="Google Shape;16362;p5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3" name="Google Shape;16363;p5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4" name="Google Shape;16364;p5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5" name="Google Shape;16365;p5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66" name="Google Shape;16366;p53"/>
          <p:cNvGrpSpPr/>
          <p:nvPr/>
        </p:nvGrpSpPr>
        <p:grpSpPr>
          <a:xfrm>
            <a:off x="1956845" y="1500498"/>
            <a:ext cx="331520" cy="348032"/>
            <a:chOff x="1956845" y="1500498"/>
            <a:chExt cx="331520" cy="348032"/>
          </a:xfrm>
        </p:grpSpPr>
        <p:sp>
          <p:nvSpPr>
            <p:cNvPr id="16367" name="Google Shape;16367;p5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8" name="Google Shape;16368;p5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9" name="Google Shape;16369;p5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0" name="Google Shape;16370;p5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1" name="Google Shape;16371;p5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2" name="Google Shape;16372;p5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3" name="Google Shape;16373;p5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4" name="Google Shape;16374;p5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5" name="Google Shape;16375;p5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6" name="Google Shape;16376;p5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7" name="Google Shape;16377;p5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8" name="Google Shape;16378;p5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79" name="Google Shape;16379;p53"/>
          <p:cNvGrpSpPr/>
          <p:nvPr/>
        </p:nvGrpSpPr>
        <p:grpSpPr>
          <a:xfrm>
            <a:off x="6345613" y="1549874"/>
            <a:ext cx="348640" cy="250656"/>
            <a:chOff x="6345613" y="1549874"/>
            <a:chExt cx="348640" cy="250656"/>
          </a:xfrm>
        </p:grpSpPr>
        <p:sp>
          <p:nvSpPr>
            <p:cNvPr id="16380" name="Google Shape;16380;p5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1" name="Google Shape;16381;p5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2" name="Google Shape;16382;p5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3" name="Google Shape;16383;p5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4" name="Google Shape;16384;p5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5" name="Google Shape;16385;p5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86" name="Google Shape;16386;p53"/>
          <p:cNvGrpSpPr/>
          <p:nvPr/>
        </p:nvGrpSpPr>
        <p:grpSpPr>
          <a:xfrm>
            <a:off x="7444781" y="1507026"/>
            <a:ext cx="348640" cy="334272"/>
            <a:chOff x="7444781" y="1507026"/>
            <a:chExt cx="348640" cy="334272"/>
          </a:xfrm>
        </p:grpSpPr>
        <p:sp>
          <p:nvSpPr>
            <p:cNvPr id="16387" name="Google Shape;16387;p5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8" name="Google Shape;16388;p5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9" name="Google Shape;16389;p5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0" name="Google Shape;16390;p5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1" name="Google Shape;16391;p5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92" name="Google Shape;16392;p53"/>
          <p:cNvGrpSpPr/>
          <p:nvPr/>
        </p:nvGrpSpPr>
        <p:grpSpPr>
          <a:xfrm>
            <a:off x="7995341" y="1506738"/>
            <a:ext cx="347872" cy="334944"/>
            <a:chOff x="7995341" y="1506738"/>
            <a:chExt cx="347872" cy="334944"/>
          </a:xfrm>
        </p:grpSpPr>
        <p:sp>
          <p:nvSpPr>
            <p:cNvPr id="16393" name="Google Shape;16393;p5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4" name="Google Shape;16394;p5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5" name="Google Shape;16395;p5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6" name="Google Shape;16396;p5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7" name="Google Shape;16397;p5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8" name="Google Shape;16398;p5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99" name="Google Shape;16399;p53"/>
          <p:cNvGrpSpPr/>
          <p:nvPr/>
        </p:nvGrpSpPr>
        <p:grpSpPr>
          <a:xfrm>
            <a:off x="3048045" y="1522930"/>
            <a:ext cx="347872" cy="303904"/>
            <a:chOff x="3048045" y="1522930"/>
            <a:chExt cx="347872" cy="303904"/>
          </a:xfrm>
        </p:grpSpPr>
        <p:sp>
          <p:nvSpPr>
            <p:cNvPr id="16400" name="Google Shape;16400;p5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01" name="Google Shape;16401;p53"/>
            <p:cNvGrpSpPr/>
            <p:nvPr/>
          </p:nvGrpSpPr>
          <p:grpSpPr>
            <a:xfrm>
              <a:off x="3048045" y="1522930"/>
              <a:ext cx="347872" cy="303904"/>
              <a:chOff x="3048045" y="1522930"/>
              <a:chExt cx="347872" cy="303904"/>
            </a:xfrm>
          </p:grpSpPr>
          <p:sp>
            <p:nvSpPr>
              <p:cNvPr id="16402" name="Google Shape;16402;p5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3" name="Google Shape;16403;p5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6404" name="Google Shape;16404;p53"/>
          <p:cNvGrpSpPr/>
          <p:nvPr/>
        </p:nvGrpSpPr>
        <p:grpSpPr>
          <a:xfrm>
            <a:off x="1133133" y="3351922"/>
            <a:ext cx="313984" cy="358560"/>
            <a:chOff x="1133133" y="3351922"/>
            <a:chExt cx="313984" cy="358560"/>
          </a:xfrm>
        </p:grpSpPr>
        <p:sp>
          <p:nvSpPr>
            <p:cNvPr id="16405" name="Google Shape;16405;p5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6" name="Google Shape;16406;p5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7" name="Google Shape;16407;p5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8" name="Google Shape;16408;p5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9" name="Google Shape;16409;p5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0" name="Google Shape;16410;p5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1" name="Google Shape;16411;p5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2" name="Google Shape;16412;p5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3" name="Google Shape;16413;p5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4" name="Google Shape;16414;p5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5" name="Google Shape;16415;p5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6" name="Google Shape;16416;p5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7" name="Google Shape;16417;p5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8" name="Google Shape;16418;p5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9" name="Google Shape;16419;p5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0" name="Google Shape;16420;p5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21" name="Google Shape;16421;p53"/>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22" name="Google Shape;16422;p53"/>
          <p:cNvGrpSpPr/>
          <p:nvPr/>
        </p:nvGrpSpPr>
        <p:grpSpPr>
          <a:xfrm>
            <a:off x="2795053" y="3352594"/>
            <a:ext cx="288448" cy="357120"/>
            <a:chOff x="2795053" y="3352594"/>
            <a:chExt cx="288448" cy="357120"/>
          </a:xfrm>
        </p:grpSpPr>
        <p:sp>
          <p:nvSpPr>
            <p:cNvPr id="16423" name="Google Shape;16423;p5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4" name="Google Shape;16424;p5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5" name="Google Shape;16425;p5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6" name="Google Shape;16426;p5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7" name="Google Shape;16427;p5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8" name="Google Shape;16428;p5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9" name="Google Shape;16429;p5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0" name="Google Shape;16430;p5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1" name="Google Shape;16431;p5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32" name="Google Shape;16432;p53"/>
          <p:cNvGrpSpPr/>
          <p:nvPr/>
        </p:nvGrpSpPr>
        <p:grpSpPr>
          <a:xfrm>
            <a:off x="2236525" y="3353202"/>
            <a:ext cx="304832" cy="356512"/>
            <a:chOff x="2236525" y="3353202"/>
            <a:chExt cx="304832" cy="356512"/>
          </a:xfrm>
        </p:grpSpPr>
        <p:sp>
          <p:nvSpPr>
            <p:cNvPr id="16433" name="Google Shape;16433;p5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4" name="Google Shape;16434;p5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5" name="Google Shape;16435;p5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36" name="Google Shape;16436;p53"/>
          <p:cNvGrpSpPr/>
          <p:nvPr/>
        </p:nvGrpSpPr>
        <p:grpSpPr>
          <a:xfrm>
            <a:off x="3910637" y="3352690"/>
            <a:ext cx="256800" cy="357024"/>
            <a:chOff x="3910637" y="3352690"/>
            <a:chExt cx="256800" cy="357024"/>
          </a:xfrm>
        </p:grpSpPr>
        <p:sp>
          <p:nvSpPr>
            <p:cNvPr id="16437" name="Google Shape;16437;p5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8" name="Google Shape;16438;p5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9" name="Google Shape;16439;p5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40" name="Google Shape;16440;p53"/>
          <p:cNvGrpSpPr/>
          <p:nvPr/>
        </p:nvGrpSpPr>
        <p:grpSpPr>
          <a:xfrm>
            <a:off x="6056429" y="3351922"/>
            <a:ext cx="360064" cy="360096"/>
            <a:chOff x="6056429" y="3351922"/>
            <a:chExt cx="360064" cy="360096"/>
          </a:xfrm>
        </p:grpSpPr>
        <p:sp>
          <p:nvSpPr>
            <p:cNvPr id="16441" name="Google Shape;16441;p5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2" name="Google Shape;16442;p5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3" name="Google Shape;16443;p5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44" name="Google Shape;16444;p53"/>
          <p:cNvGrpSpPr/>
          <p:nvPr/>
        </p:nvGrpSpPr>
        <p:grpSpPr>
          <a:xfrm>
            <a:off x="6608877" y="3353074"/>
            <a:ext cx="357408" cy="357408"/>
            <a:chOff x="6608877" y="3353074"/>
            <a:chExt cx="357408" cy="357408"/>
          </a:xfrm>
        </p:grpSpPr>
        <p:sp>
          <p:nvSpPr>
            <p:cNvPr id="16445" name="Google Shape;16445;p5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6" name="Google Shape;16446;p5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7" name="Google Shape;16447;p5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8" name="Google Shape;16448;p5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9" name="Google Shape;16449;p5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0" name="Google Shape;16450;p5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1" name="Google Shape;16451;p5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52" name="Google Shape;16452;p53"/>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53" name="Google Shape;16453;p53"/>
          <p:cNvGrpSpPr/>
          <p:nvPr/>
        </p:nvGrpSpPr>
        <p:grpSpPr>
          <a:xfrm>
            <a:off x="3316269" y="3352402"/>
            <a:ext cx="344832" cy="356544"/>
            <a:chOff x="3316269" y="3352402"/>
            <a:chExt cx="344832" cy="356544"/>
          </a:xfrm>
        </p:grpSpPr>
        <p:sp>
          <p:nvSpPr>
            <p:cNvPr id="16454" name="Google Shape;16454;p5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5" name="Google Shape;16455;p5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6" name="Google Shape;16456;p5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57" name="Google Shape;16457;p53"/>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58" name="Google Shape;16458;p53"/>
          <p:cNvGrpSpPr/>
          <p:nvPr/>
        </p:nvGrpSpPr>
        <p:grpSpPr>
          <a:xfrm>
            <a:off x="4959533" y="3370226"/>
            <a:ext cx="357408" cy="323488"/>
            <a:chOff x="4959533" y="3370226"/>
            <a:chExt cx="357408" cy="323488"/>
          </a:xfrm>
        </p:grpSpPr>
        <p:sp>
          <p:nvSpPr>
            <p:cNvPr id="16459" name="Google Shape;16459;p5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0" name="Google Shape;16460;p5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61" name="Google Shape;16461;p53"/>
          <p:cNvGrpSpPr/>
          <p:nvPr/>
        </p:nvGrpSpPr>
        <p:grpSpPr>
          <a:xfrm>
            <a:off x="7158637" y="3353074"/>
            <a:ext cx="357056" cy="357408"/>
            <a:chOff x="7158637" y="3353074"/>
            <a:chExt cx="357056" cy="357408"/>
          </a:xfrm>
        </p:grpSpPr>
        <p:sp>
          <p:nvSpPr>
            <p:cNvPr id="16462" name="Google Shape;16462;p5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3" name="Google Shape;16463;p5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4" name="Google Shape;16464;p5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5" name="Google Shape;16465;p5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66" name="Google Shape;16466;p53"/>
          <p:cNvGrpSpPr/>
          <p:nvPr/>
        </p:nvGrpSpPr>
        <p:grpSpPr>
          <a:xfrm>
            <a:off x="5508909" y="3371506"/>
            <a:ext cx="358560" cy="319552"/>
            <a:chOff x="5508909" y="3371506"/>
            <a:chExt cx="358560" cy="319552"/>
          </a:xfrm>
        </p:grpSpPr>
        <p:sp>
          <p:nvSpPr>
            <p:cNvPr id="16467" name="Google Shape;16467;p5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8" name="Google Shape;16468;p5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9" name="Google Shape;16469;p5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0" name="Google Shape;16470;p5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1" name="Google Shape;16471;p5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2" name="Google Shape;16472;p5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3" name="Google Shape;16473;p5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4" name="Google Shape;16474;p5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5" name="Google Shape;16475;p5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6" name="Google Shape;16476;p5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80" name="Shape 16480"/>
        <p:cNvGrpSpPr/>
        <p:nvPr/>
      </p:nvGrpSpPr>
      <p:grpSpPr>
        <a:xfrm>
          <a:off x="0" y="0"/>
          <a:ext cx="0" cy="0"/>
          <a:chOff x="0" y="0"/>
          <a:chExt cx="0" cy="0"/>
        </a:xfrm>
      </p:grpSpPr>
      <p:sp>
        <p:nvSpPr>
          <p:cNvPr id="16481" name="Google Shape;16481;p54"/>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6482" name="Google Shape;16482;p54"/>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83" name="Google Shape;16483;p54"/>
          <p:cNvGrpSpPr/>
          <p:nvPr/>
        </p:nvGrpSpPr>
        <p:grpSpPr>
          <a:xfrm>
            <a:off x="3303268" y="3817349"/>
            <a:ext cx="346056" cy="345674"/>
            <a:chOff x="3303268" y="3817349"/>
            <a:chExt cx="346056" cy="345674"/>
          </a:xfrm>
        </p:grpSpPr>
        <p:sp>
          <p:nvSpPr>
            <p:cNvPr id="16484" name="Google Shape;16484;p5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5" name="Google Shape;16485;p5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6" name="Google Shape;16486;p5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7" name="Google Shape;16487;p5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88" name="Google Shape;16488;p54"/>
          <p:cNvGrpSpPr/>
          <p:nvPr/>
        </p:nvGrpSpPr>
        <p:grpSpPr>
          <a:xfrm>
            <a:off x="3752358" y="3817349"/>
            <a:ext cx="346056" cy="345674"/>
            <a:chOff x="3752358" y="3817349"/>
            <a:chExt cx="346056" cy="345674"/>
          </a:xfrm>
        </p:grpSpPr>
        <p:sp>
          <p:nvSpPr>
            <p:cNvPr id="16489" name="Google Shape;16489;p5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0" name="Google Shape;16490;p5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1" name="Google Shape;16491;p5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2" name="Google Shape;16492;p5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93" name="Google Shape;16493;p54"/>
          <p:cNvGrpSpPr/>
          <p:nvPr/>
        </p:nvGrpSpPr>
        <p:grpSpPr>
          <a:xfrm>
            <a:off x="5100008" y="3817349"/>
            <a:ext cx="346024" cy="345674"/>
            <a:chOff x="5100008" y="3817349"/>
            <a:chExt cx="346024" cy="345674"/>
          </a:xfrm>
        </p:grpSpPr>
        <p:sp>
          <p:nvSpPr>
            <p:cNvPr id="16494" name="Google Shape;16494;p5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5" name="Google Shape;16495;p5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6" name="Google Shape;16496;p5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97" name="Google Shape;16497;p54"/>
          <p:cNvGrpSpPr/>
          <p:nvPr/>
        </p:nvGrpSpPr>
        <p:grpSpPr>
          <a:xfrm>
            <a:off x="5998919" y="3817349"/>
            <a:ext cx="345674" cy="345674"/>
            <a:chOff x="5998919" y="3817349"/>
            <a:chExt cx="345674" cy="345674"/>
          </a:xfrm>
        </p:grpSpPr>
        <p:sp>
          <p:nvSpPr>
            <p:cNvPr id="16498" name="Google Shape;16498;p5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9" name="Google Shape;16499;p5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0" name="Google Shape;16500;p5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01" name="Google Shape;16501;p54"/>
          <p:cNvGrpSpPr/>
          <p:nvPr/>
        </p:nvGrpSpPr>
        <p:grpSpPr>
          <a:xfrm>
            <a:off x="4201447" y="3817349"/>
            <a:ext cx="346024" cy="345674"/>
            <a:chOff x="4201447" y="3817349"/>
            <a:chExt cx="346024" cy="345674"/>
          </a:xfrm>
        </p:grpSpPr>
        <p:sp>
          <p:nvSpPr>
            <p:cNvPr id="16502" name="Google Shape;16502;p5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3" name="Google Shape;16503;p5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04" name="Google Shape;16504;p54"/>
          <p:cNvGrpSpPr/>
          <p:nvPr/>
        </p:nvGrpSpPr>
        <p:grpSpPr>
          <a:xfrm>
            <a:off x="4650919" y="3817349"/>
            <a:ext cx="346024" cy="345674"/>
            <a:chOff x="4650919" y="3817349"/>
            <a:chExt cx="346024" cy="345674"/>
          </a:xfrm>
        </p:grpSpPr>
        <p:sp>
          <p:nvSpPr>
            <p:cNvPr id="16505" name="Google Shape;16505;p5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6" name="Google Shape;16506;p5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7" name="Google Shape;16507;p5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08" name="Google Shape;16508;p54"/>
          <p:cNvGrpSpPr/>
          <p:nvPr/>
        </p:nvGrpSpPr>
        <p:grpSpPr>
          <a:xfrm>
            <a:off x="5549861" y="3817349"/>
            <a:ext cx="345642" cy="345674"/>
            <a:chOff x="5549861" y="3817349"/>
            <a:chExt cx="345642" cy="345674"/>
          </a:xfrm>
        </p:grpSpPr>
        <p:sp>
          <p:nvSpPr>
            <p:cNvPr id="16509" name="Google Shape;16509;p5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0" name="Google Shape;16510;p5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1" name="Google Shape;16511;p5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12" name="Google Shape;16512;p54"/>
          <p:cNvGrpSpPr/>
          <p:nvPr/>
        </p:nvGrpSpPr>
        <p:grpSpPr>
          <a:xfrm>
            <a:off x="1306445" y="3397829"/>
            <a:ext cx="367255" cy="269855"/>
            <a:chOff x="1306445" y="3397829"/>
            <a:chExt cx="367255" cy="269855"/>
          </a:xfrm>
        </p:grpSpPr>
        <p:sp>
          <p:nvSpPr>
            <p:cNvPr id="16513" name="Google Shape;16513;p5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4" name="Google Shape;16514;p5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5" name="Google Shape;16515;p5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6" name="Google Shape;16516;p5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7" name="Google Shape;16517;p5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8" name="Google Shape;16518;p5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19" name="Google Shape;16519;p54"/>
          <p:cNvGrpSpPr/>
          <p:nvPr/>
        </p:nvGrpSpPr>
        <p:grpSpPr>
          <a:xfrm>
            <a:off x="1781317" y="3391400"/>
            <a:ext cx="367255" cy="282364"/>
            <a:chOff x="1781317" y="3391400"/>
            <a:chExt cx="367255" cy="282364"/>
          </a:xfrm>
        </p:grpSpPr>
        <p:sp>
          <p:nvSpPr>
            <p:cNvPr id="16520" name="Google Shape;16520;p5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1" name="Google Shape;16521;p5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2" name="Google Shape;16522;p5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3" name="Google Shape;16523;p5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4" name="Google Shape;16524;p5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5" name="Google Shape;16525;p5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26" name="Google Shape;16526;p54"/>
          <p:cNvGrpSpPr/>
          <p:nvPr/>
        </p:nvGrpSpPr>
        <p:grpSpPr>
          <a:xfrm>
            <a:off x="3678830" y="3370933"/>
            <a:ext cx="369164" cy="323297"/>
            <a:chOff x="3678830" y="3370933"/>
            <a:chExt cx="369164" cy="323297"/>
          </a:xfrm>
        </p:grpSpPr>
        <p:sp>
          <p:nvSpPr>
            <p:cNvPr id="16527" name="Google Shape;16527;p5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8" name="Google Shape;16528;p5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9" name="Google Shape;16529;p5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0" name="Google Shape;16530;p5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1" name="Google Shape;16531;p5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2" name="Google Shape;16532;p5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3" name="Google Shape;16533;p5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4" name="Google Shape;16534;p5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5" name="Google Shape;16535;p5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6" name="Google Shape;16536;p5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7" name="Google Shape;16537;p5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38" name="Google Shape;16538;p54"/>
          <p:cNvGrpSpPr/>
          <p:nvPr/>
        </p:nvGrpSpPr>
        <p:grpSpPr>
          <a:xfrm>
            <a:off x="859265" y="3348175"/>
            <a:ext cx="312316" cy="368400"/>
            <a:chOff x="859265" y="3348175"/>
            <a:chExt cx="312316" cy="368400"/>
          </a:xfrm>
        </p:grpSpPr>
        <p:sp>
          <p:nvSpPr>
            <p:cNvPr id="16539" name="Google Shape;16539;p5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0" name="Google Shape;16540;p5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1" name="Google Shape;16541;p5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2" name="Google Shape;16542;p5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3" name="Google Shape;16543;p5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544" name="Google Shape;16544;p54"/>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545" name="Google Shape;16545;p54"/>
          <p:cNvGrpSpPr/>
          <p:nvPr/>
        </p:nvGrpSpPr>
        <p:grpSpPr>
          <a:xfrm>
            <a:off x="2766374" y="3361013"/>
            <a:ext cx="330111" cy="308908"/>
            <a:chOff x="2766264" y="3394042"/>
            <a:chExt cx="294874" cy="275934"/>
          </a:xfrm>
        </p:grpSpPr>
        <p:sp>
          <p:nvSpPr>
            <p:cNvPr id="16546" name="Google Shape;16546;p5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7" name="Google Shape;16547;p5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8" name="Google Shape;16548;p5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9" name="Google Shape;16549;p5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50" name="Google Shape;16550;p54"/>
          <p:cNvGrpSpPr/>
          <p:nvPr/>
        </p:nvGrpSpPr>
        <p:grpSpPr>
          <a:xfrm>
            <a:off x="3214972" y="3359188"/>
            <a:ext cx="346406" cy="347552"/>
            <a:chOff x="3214972" y="3359188"/>
            <a:chExt cx="346406" cy="347552"/>
          </a:xfrm>
        </p:grpSpPr>
        <p:sp>
          <p:nvSpPr>
            <p:cNvPr id="16551" name="Google Shape;16551;p5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2" name="Google Shape;16552;p5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3" name="Google Shape;16553;p5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4" name="Google Shape;16554;p5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5" name="Google Shape;16555;p5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6" name="Google Shape;16556;p5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7" name="Google Shape;16557;p5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8" name="Google Shape;16558;p5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9" name="Google Shape;16559;p5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0" name="Google Shape;16560;p5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1" name="Google Shape;16561;p5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2" name="Google Shape;16562;p5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3" name="Google Shape;16563;p5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4" name="Google Shape;16564;p5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65" name="Google Shape;16565;p54"/>
          <p:cNvGrpSpPr/>
          <p:nvPr/>
        </p:nvGrpSpPr>
        <p:grpSpPr>
          <a:xfrm>
            <a:off x="4629306" y="3409193"/>
            <a:ext cx="367255" cy="244486"/>
            <a:chOff x="4629306" y="3409193"/>
            <a:chExt cx="367255" cy="244486"/>
          </a:xfrm>
        </p:grpSpPr>
        <p:sp>
          <p:nvSpPr>
            <p:cNvPr id="16566" name="Google Shape;16566;p5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7" name="Google Shape;16567;p5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8" name="Google Shape;16568;p5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9" name="Google Shape;16569;p5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0" name="Google Shape;16570;p5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1" name="Google Shape;16571;p5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2" name="Google Shape;16572;p5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3" name="Google Shape;16573;p5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4" name="Google Shape;16574;p5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5" name="Google Shape;16575;p5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76" name="Google Shape;16576;p54"/>
          <p:cNvGrpSpPr/>
          <p:nvPr/>
        </p:nvGrpSpPr>
        <p:grpSpPr>
          <a:xfrm>
            <a:off x="4193490" y="3350084"/>
            <a:ext cx="289940" cy="334661"/>
            <a:chOff x="4193490" y="3350084"/>
            <a:chExt cx="289940" cy="334661"/>
          </a:xfrm>
        </p:grpSpPr>
        <p:sp>
          <p:nvSpPr>
            <p:cNvPr id="16577" name="Google Shape;16577;p5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8" name="Google Shape;16578;p5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9" name="Google Shape;16579;p5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0" name="Google Shape;16580;p5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1" name="Google Shape;16581;p5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2" name="Google Shape;16582;p5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3" name="Google Shape;16583;p5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4" name="Google Shape;16584;p5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5" name="Google Shape;16585;p5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6" name="Google Shape;16586;p5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87" name="Google Shape;16587;p54"/>
          <p:cNvGrpSpPr/>
          <p:nvPr/>
        </p:nvGrpSpPr>
        <p:grpSpPr>
          <a:xfrm>
            <a:off x="6533281" y="3351230"/>
            <a:ext cx="357037" cy="357005"/>
            <a:chOff x="6533281" y="3351230"/>
            <a:chExt cx="357037" cy="357005"/>
          </a:xfrm>
        </p:grpSpPr>
        <p:sp>
          <p:nvSpPr>
            <p:cNvPr id="16588" name="Google Shape;16588;p5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9" name="Google Shape;16589;p5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0" name="Google Shape;16590;p5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91" name="Google Shape;16591;p54"/>
          <p:cNvGrpSpPr/>
          <p:nvPr/>
        </p:nvGrpSpPr>
        <p:grpSpPr>
          <a:xfrm>
            <a:off x="6058441" y="3351230"/>
            <a:ext cx="357387" cy="357005"/>
            <a:chOff x="6058441" y="3351230"/>
            <a:chExt cx="357387" cy="357005"/>
          </a:xfrm>
        </p:grpSpPr>
        <p:sp>
          <p:nvSpPr>
            <p:cNvPr id="16592" name="Google Shape;16592;p5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3" name="Google Shape;16593;p5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94" name="Google Shape;16594;p54"/>
          <p:cNvGrpSpPr/>
          <p:nvPr/>
        </p:nvGrpSpPr>
        <p:grpSpPr>
          <a:xfrm>
            <a:off x="7957483" y="3350848"/>
            <a:ext cx="357387" cy="357387"/>
            <a:chOff x="7957483" y="3350848"/>
            <a:chExt cx="357387" cy="357387"/>
          </a:xfrm>
        </p:grpSpPr>
        <p:sp>
          <p:nvSpPr>
            <p:cNvPr id="16595" name="Google Shape;16595;p5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6" name="Google Shape;16596;p5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7" name="Google Shape;16597;p5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98" name="Google Shape;16598;p54"/>
          <p:cNvGrpSpPr/>
          <p:nvPr/>
        </p:nvGrpSpPr>
        <p:grpSpPr>
          <a:xfrm>
            <a:off x="7007771" y="3351230"/>
            <a:ext cx="357387" cy="357005"/>
            <a:chOff x="7007771" y="3351230"/>
            <a:chExt cx="357387" cy="357005"/>
          </a:xfrm>
        </p:grpSpPr>
        <p:sp>
          <p:nvSpPr>
            <p:cNvPr id="16599" name="Google Shape;16599;p5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0" name="Google Shape;16600;p5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1" name="Google Shape;16601;p5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2" name="Google Shape;16602;p5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3" name="Google Shape;16603;p5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04" name="Google Shape;16604;p54"/>
          <p:cNvGrpSpPr/>
          <p:nvPr/>
        </p:nvGrpSpPr>
        <p:grpSpPr>
          <a:xfrm>
            <a:off x="5108729" y="3351230"/>
            <a:ext cx="357005" cy="357005"/>
            <a:chOff x="5108729" y="3351230"/>
            <a:chExt cx="357005" cy="357005"/>
          </a:xfrm>
        </p:grpSpPr>
        <p:sp>
          <p:nvSpPr>
            <p:cNvPr id="16605" name="Google Shape;16605;p5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6" name="Google Shape;16606;p5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07" name="Google Shape;16607;p54"/>
          <p:cNvGrpSpPr/>
          <p:nvPr/>
        </p:nvGrpSpPr>
        <p:grpSpPr>
          <a:xfrm>
            <a:off x="5583569" y="3351230"/>
            <a:ext cx="357419" cy="357005"/>
            <a:chOff x="5583569" y="3351230"/>
            <a:chExt cx="357419" cy="357005"/>
          </a:xfrm>
        </p:grpSpPr>
        <p:sp>
          <p:nvSpPr>
            <p:cNvPr id="16608" name="Google Shape;16608;p5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9" name="Google Shape;16609;p5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10" name="Google Shape;16610;p54"/>
          <p:cNvGrpSpPr/>
          <p:nvPr/>
        </p:nvGrpSpPr>
        <p:grpSpPr>
          <a:xfrm>
            <a:off x="7482229" y="3351230"/>
            <a:ext cx="357419" cy="357005"/>
            <a:chOff x="7482229" y="3351230"/>
            <a:chExt cx="357419" cy="357005"/>
          </a:xfrm>
        </p:grpSpPr>
        <p:sp>
          <p:nvSpPr>
            <p:cNvPr id="16611" name="Google Shape;16611;p5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2" name="Google Shape;16612;p5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3" name="Google Shape;16613;p5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4" name="Google Shape;16614;p5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5" name="Google Shape;16615;p5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16" name="Google Shape;16616;p54"/>
          <p:cNvGrpSpPr/>
          <p:nvPr/>
        </p:nvGrpSpPr>
        <p:grpSpPr>
          <a:xfrm>
            <a:off x="3764485" y="2890682"/>
            <a:ext cx="222874" cy="345737"/>
            <a:chOff x="3764485" y="2890682"/>
            <a:chExt cx="222874" cy="345737"/>
          </a:xfrm>
        </p:grpSpPr>
        <p:sp>
          <p:nvSpPr>
            <p:cNvPr id="16617" name="Google Shape;16617;p5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8" name="Google Shape;16618;p5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9" name="Google Shape;16619;p5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20" name="Google Shape;16620;p54"/>
          <p:cNvGrpSpPr/>
          <p:nvPr/>
        </p:nvGrpSpPr>
        <p:grpSpPr>
          <a:xfrm>
            <a:off x="2238616" y="2908131"/>
            <a:ext cx="422596" cy="310382"/>
            <a:chOff x="2278533" y="2937377"/>
            <a:chExt cx="346788" cy="254704"/>
          </a:xfrm>
        </p:grpSpPr>
        <p:sp>
          <p:nvSpPr>
            <p:cNvPr id="16621" name="Google Shape;16621;p5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2" name="Google Shape;16622;p5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623" name="Google Shape;16623;p54"/>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624" name="Google Shape;16624;p54"/>
          <p:cNvGrpSpPr/>
          <p:nvPr/>
        </p:nvGrpSpPr>
        <p:grpSpPr>
          <a:xfrm>
            <a:off x="1836637" y="2891510"/>
            <a:ext cx="286152" cy="346437"/>
            <a:chOff x="1836637" y="2891510"/>
            <a:chExt cx="286152" cy="346437"/>
          </a:xfrm>
        </p:grpSpPr>
        <p:sp>
          <p:nvSpPr>
            <p:cNvPr id="16625" name="Google Shape;16625;p5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6" name="Google Shape;16626;p5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7" name="Google Shape;16627;p5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28" name="Google Shape;16628;p54"/>
          <p:cNvGrpSpPr/>
          <p:nvPr/>
        </p:nvGrpSpPr>
        <p:grpSpPr>
          <a:xfrm>
            <a:off x="5585861" y="2905929"/>
            <a:ext cx="379764" cy="337684"/>
            <a:chOff x="5585861" y="2905929"/>
            <a:chExt cx="379764" cy="337684"/>
          </a:xfrm>
        </p:grpSpPr>
        <p:sp>
          <p:nvSpPr>
            <p:cNvPr id="16629" name="Google Shape;16629;p5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0" name="Google Shape;16630;p5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1" name="Google Shape;16631;p5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2" name="Google Shape;16632;p5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33" name="Google Shape;16633;p54"/>
          <p:cNvGrpSpPr/>
          <p:nvPr/>
        </p:nvGrpSpPr>
        <p:grpSpPr>
          <a:xfrm>
            <a:off x="1327676" y="2910480"/>
            <a:ext cx="347934" cy="310024"/>
            <a:chOff x="1327676" y="2910480"/>
            <a:chExt cx="347934" cy="310024"/>
          </a:xfrm>
        </p:grpSpPr>
        <p:sp>
          <p:nvSpPr>
            <p:cNvPr id="16634" name="Google Shape;16634;p5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5" name="Google Shape;16635;p5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6" name="Google Shape;16636;p5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7" name="Google Shape;16637;p5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8" name="Google Shape;16638;p5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639" name="Google Shape;16639;p54"/>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640" name="Google Shape;16640;p54"/>
          <p:cNvGrpSpPr/>
          <p:nvPr/>
        </p:nvGrpSpPr>
        <p:grpSpPr>
          <a:xfrm>
            <a:off x="2753401" y="2869564"/>
            <a:ext cx="382828" cy="358601"/>
            <a:chOff x="2753373" y="2902523"/>
            <a:chExt cx="347552" cy="325557"/>
          </a:xfrm>
        </p:grpSpPr>
        <p:sp>
          <p:nvSpPr>
            <p:cNvPr id="16641" name="Google Shape;16641;p5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2" name="Google Shape;16642;p5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3" name="Google Shape;16643;p5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4" name="Google Shape;16644;p5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5" name="Google Shape;16645;p5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6" name="Google Shape;16646;p5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47" name="Google Shape;16647;p54"/>
          <p:cNvGrpSpPr/>
          <p:nvPr/>
        </p:nvGrpSpPr>
        <p:grpSpPr>
          <a:xfrm>
            <a:off x="849016" y="2903255"/>
            <a:ext cx="356655" cy="335425"/>
            <a:chOff x="849016" y="2903255"/>
            <a:chExt cx="356655" cy="335425"/>
          </a:xfrm>
        </p:grpSpPr>
        <p:sp>
          <p:nvSpPr>
            <p:cNvPr id="16648" name="Google Shape;16648;p5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9" name="Google Shape;16649;p5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0" name="Google Shape;16650;p5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1" name="Google Shape;16651;p5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2" name="Google Shape;16652;p5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3" name="Google Shape;16653;p5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4" name="Google Shape;16654;p5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5" name="Google Shape;16655;p5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6" name="Google Shape;16656;p5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7" name="Google Shape;16657;p5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8" name="Google Shape;16658;p5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59" name="Google Shape;16659;p54"/>
          <p:cNvGrpSpPr/>
          <p:nvPr/>
        </p:nvGrpSpPr>
        <p:grpSpPr>
          <a:xfrm>
            <a:off x="4210933" y="2926777"/>
            <a:ext cx="280072" cy="275521"/>
            <a:chOff x="4210933" y="2926777"/>
            <a:chExt cx="280072" cy="275521"/>
          </a:xfrm>
        </p:grpSpPr>
        <p:sp>
          <p:nvSpPr>
            <p:cNvPr id="16660" name="Google Shape;16660;p5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1" name="Google Shape;16661;p5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2" name="Google Shape;16662;p5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3" name="Google Shape;16663;p5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4" name="Google Shape;16664;p5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5" name="Google Shape;16665;p5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6" name="Google Shape;16666;p5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7" name="Google Shape;16667;p5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8" name="Google Shape;16668;p5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9" name="Google Shape;16669;p5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0" name="Google Shape;16670;p5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1" name="Google Shape;16671;p5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2" name="Google Shape;16672;p5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73" name="Google Shape;16673;p54"/>
          <p:cNvGrpSpPr/>
          <p:nvPr/>
        </p:nvGrpSpPr>
        <p:grpSpPr>
          <a:xfrm>
            <a:off x="4667216" y="2915382"/>
            <a:ext cx="320273" cy="318395"/>
            <a:chOff x="4667216" y="2915382"/>
            <a:chExt cx="320273" cy="318395"/>
          </a:xfrm>
        </p:grpSpPr>
        <p:sp>
          <p:nvSpPr>
            <p:cNvPr id="16674" name="Google Shape;16674;p5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5" name="Google Shape;16675;p5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6" name="Google Shape;16676;p5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7" name="Google Shape;16677;p5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78" name="Google Shape;16678;p54"/>
          <p:cNvGrpSpPr/>
          <p:nvPr/>
        </p:nvGrpSpPr>
        <p:grpSpPr>
          <a:xfrm>
            <a:off x="5170480" y="2934639"/>
            <a:ext cx="261929" cy="280550"/>
            <a:chOff x="5170480" y="2934639"/>
            <a:chExt cx="261929" cy="280550"/>
          </a:xfrm>
        </p:grpSpPr>
        <p:sp>
          <p:nvSpPr>
            <p:cNvPr id="16679" name="Google Shape;16679;p5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0" name="Google Shape;16680;p5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1" name="Google Shape;16681;p5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2" name="Google Shape;16682;p5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3" name="Google Shape;16683;p5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4" name="Google Shape;16684;p5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5" name="Google Shape;16685;p5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86" name="Google Shape;16686;p54"/>
          <p:cNvGrpSpPr/>
          <p:nvPr/>
        </p:nvGrpSpPr>
        <p:grpSpPr>
          <a:xfrm>
            <a:off x="6069423" y="2891892"/>
            <a:ext cx="362320" cy="364230"/>
            <a:chOff x="6069423" y="2891892"/>
            <a:chExt cx="362320" cy="364230"/>
          </a:xfrm>
        </p:grpSpPr>
        <p:sp>
          <p:nvSpPr>
            <p:cNvPr id="16687" name="Google Shape;16687;p5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8" name="Google Shape;16688;p5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9" name="Google Shape;16689;p5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0" name="Google Shape;16690;p5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1" name="Google Shape;16691;p5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2" name="Google Shape;16692;p5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93" name="Google Shape;16693;p54"/>
          <p:cNvGrpSpPr/>
          <p:nvPr/>
        </p:nvGrpSpPr>
        <p:grpSpPr>
          <a:xfrm>
            <a:off x="6571955" y="2919170"/>
            <a:ext cx="308878" cy="311170"/>
            <a:chOff x="6571955" y="2919170"/>
            <a:chExt cx="308878" cy="311170"/>
          </a:xfrm>
        </p:grpSpPr>
        <p:sp>
          <p:nvSpPr>
            <p:cNvPr id="16694" name="Google Shape;16694;p5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5" name="Google Shape;16695;p5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6" name="Google Shape;16696;p5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7" name="Google Shape;16697;p5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8" name="Google Shape;16698;p5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9" name="Google Shape;16699;p5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0" name="Google Shape;16700;p5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1" name="Google Shape;16701;p5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2" name="Google Shape;16702;p5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3" name="Google Shape;16703;p5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04" name="Google Shape;16704;p54"/>
          <p:cNvGrpSpPr/>
          <p:nvPr/>
        </p:nvGrpSpPr>
        <p:grpSpPr>
          <a:xfrm>
            <a:off x="7500054" y="2934735"/>
            <a:ext cx="350576" cy="280454"/>
            <a:chOff x="7500054" y="2934735"/>
            <a:chExt cx="350576" cy="280454"/>
          </a:xfrm>
        </p:grpSpPr>
        <p:sp>
          <p:nvSpPr>
            <p:cNvPr id="16705" name="Google Shape;16705;p5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6" name="Google Shape;16706;p5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7" name="Google Shape;16707;p5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8" name="Google Shape;16708;p5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9" name="Google Shape;16709;p5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0" name="Google Shape;16710;p5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1" name="Google Shape;16711;p5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2" name="Google Shape;16712;p5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13" name="Google Shape;16713;p54"/>
          <p:cNvGrpSpPr/>
          <p:nvPr/>
        </p:nvGrpSpPr>
        <p:grpSpPr>
          <a:xfrm>
            <a:off x="7024430" y="2874662"/>
            <a:ext cx="332012" cy="355454"/>
            <a:chOff x="7055134" y="2919170"/>
            <a:chExt cx="290321" cy="310820"/>
          </a:xfrm>
        </p:grpSpPr>
        <p:sp>
          <p:nvSpPr>
            <p:cNvPr id="16714" name="Google Shape;16714;p5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5" name="Google Shape;16715;p5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6" name="Google Shape;16716;p5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7" name="Google Shape;16717;p5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8" name="Google Shape;16718;p5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9" name="Google Shape;16719;p5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0" name="Google Shape;16720;p5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1" name="Google Shape;16721;p5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2" name="Google Shape;16722;p5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3" name="Google Shape;16723;p5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4" name="Google Shape;16724;p5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5" name="Google Shape;16725;p5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6" name="Google Shape;16726;p5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7" name="Google Shape;16727;p5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28" name="Google Shape;16728;p54"/>
          <p:cNvGrpSpPr/>
          <p:nvPr/>
        </p:nvGrpSpPr>
        <p:grpSpPr>
          <a:xfrm>
            <a:off x="7985143" y="2900613"/>
            <a:ext cx="330109" cy="347552"/>
            <a:chOff x="7985143" y="2900613"/>
            <a:chExt cx="330109" cy="347552"/>
          </a:xfrm>
        </p:grpSpPr>
        <p:sp>
          <p:nvSpPr>
            <p:cNvPr id="16729" name="Google Shape;16729;p5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0" name="Google Shape;16730;p5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1" name="Google Shape;16731;p5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2" name="Google Shape;16732;p5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3" name="Google Shape;16733;p5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4" name="Google Shape;16734;p5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5" name="Google Shape;16735;p5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6" name="Google Shape;16736;p5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37" name="Google Shape;16737;p54"/>
          <p:cNvGrpSpPr/>
          <p:nvPr/>
        </p:nvGrpSpPr>
        <p:grpSpPr>
          <a:xfrm>
            <a:off x="7990840" y="2435226"/>
            <a:ext cx="354363" cy="353631"/>
            <a:chOff x="7990840" y="2435226"/>
            <a:chExt cx="354363" cy="353631"/>
          </a:xfrm>
        </p:grpSpPr>
        <p:sp>
          <p:nvSpPr>
            <p:cNvPr id="16738" name="Google Shape;16738;p5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9" name="Google Shape;16739;p5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0" name="Google Shape;16740;p5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41" name="Google Shape;16741;p54"/>
          <p:cNvGrpSpPr/>
          <p:nvPr/>
        </p:nvGrpSpPr>
        <p:grpSpPr>
          <a:xfrm>
            <a:off x="1817317" y="2480330"/>
            <a:ext cx="350958" cy="263043"/>
            <a:chOff x="1817317" y="2480330"/>
            <a:chExt cx="350958" cy="263043"/>
          </a:xfrm>
        </p:grpSpPr>
        <p:sp>
          <p:nvSpPr>
            <p:cNvPr id="16742" name="Google Shape;16742;p5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3" name="Google Shape;16743;p5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4" name="Google Shape;16744;p5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5" name="Google Shape;16745;p5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6" name="Google Shape;16746;p5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47" name="Google Shape;16747;p54"/>
          <p:cNvGrpSpPr/>
          <p:nvPr/>
        </p:nvGrpSpPr>
        <p:grpSpPr>
          <a:xfrm>
            <a:off x="1341727" y="2483349"/>
            <a:ext cx="419913" cy="308109"/>
            <a:chOff x="1341727" y="2483349"/>
            <a:chExt cx="419913" cy="308109"/>
          </a:xfrm>
        </p:grpSpPr>
        <p:sp>
          <p:nvSpPr>
            <p:cNvPr id="16748" name="Google Shape;16748;p5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9" name="Google Shape;16749;p5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0" name="Google Shape;16750;p5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51" name="Google Shape;16751;p54"/>
          <p:cNvGrpSpPr/>
          <p:nvPr/>
        </p:nvGrpSpPr>
        <p:grpSpPr>
          <a:xfrm>
            <a:off x="854332" y="2447736"/>
            <a:ext cx="376358" cy="330108"/>
            <a:chOff x="854332" y="2447736"/>
            <a:chExt cx="376358" cy="330108"/>
          </a:xfrm>
        </p:grpSpPr>
        <p:sp>
          <p:nvSpPr>
            <p:cNvPr id="16752" name="Google Shape;16752;p5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3" name="Google Shape;16753;p5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4" name="Google Shape;16754;p5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5" name="Google Shape;16755;p5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6" name="Google Shape;16756;p5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7" name="Google Shape;16757;p5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8" name="Google Shape;16758;p5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9" name="Google Shape;16759;p5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60" name="Google Shape;16760;p54"/>
          <p:cNvGrpSpPr/>
          <p:nvPr/>
        </p:nvGrpSpPr>
        <p:grpSpPr>
          <a:xfrm>
            <a:off x="4206763" y="2450951"/>
            <a:ext cx="322151" cy="322374"/>
            <a:chOff x="4206763" y="2450951"/>
            <a:chExt cx="322151" cy="322374"/>
          </a:xfrm>
        </p:grpSpPr>
        <p:sp>
          <p:nvSpPr>
            <p:cNvPr id="16761" name="Google Shape;16761;p5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2" name="Google Shape;16762;p5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63" name="Google Shape;16763;p54"/>
          <p:cNvGrpSpPr/>
          <p:nvPr/>
        </p:nvGrpSpPr>
        <p:grpSpPr>
          <a:xfrm>
            <a:off x="7528096" y="2450059"/>
            <a:ext cx="327976" cy="324316"/>
            <a:chOff x="7528096" y="2450059"/>
            <a:chExt cx="327976" cy="324316"/>
          </a:xfrm>
        </p:grpSpPr>
        <p:sp>
          <p:nvSpPr>
            <p:cNvPr id="16764" name="Google Shape;16764;p5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5" name="Google Shape;16765;p5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6" name="Google Shape;16766;p5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7" name="Google Shape;16767;p5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8" name="Google Shape;16768;p5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69" name="Google Shape;16769;p54"/>
          <p:cNvGrpSpPr/>
          <p:nvPr/>
        </p:nvGrpSpPr>
        <p:grpSpPr>
          <a:xfrm>
            <a:off x="7077129" y="2512542"/>
            <a:ext cx="282364" cy="198619"/>
            <a:chOff x="7077129" y="2512542"/>
            <a:chExt cx="282364" cy="198619"/>
          </a:xfrm>
        </p:grpSpPr>
        <p:sp>
          <p:nvSpPr>
            <p:cNvPr id="16770" name="Google Shape;16770;p5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1" name="Google Shape;16771;p5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2" name="Google Shape;16772;p5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3" name="Google Shape;16773;p5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4" name="Google Shape;16774;p5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5" name="Google Shape;16775;p5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76" name="Google Shape;16776;p54"/>
          <p:cNvGrpSpPr/>
          <p:nvPr/>
        </p:nvGrpSpPr>
        <p:grpSpPr>
          <a:xfrm>
            <a:off x="3725461" y="2444712"/>
            <a:ext cx="334279" cy="334661"/>
            <a:chOff x="3725461" y="2444712"/>
            <a:chExt cx="334279" cy="334661"/>
          </a:xfrm>
        </p:grpSpPr>
        <p:sp>
          <p:nvSpPr>
            <p:cNvPr id="16777" name="Google Shape;16777;p5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8" name="Google Shape;16778;p5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9" name="Google Shape;16779;p5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0" name="Google Shape;16780;p5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1" name="Google Shape;16781;p5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2" name="Google Shape;16782;p5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3" name="Google Shape;16783;p5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84" name="Google Shape;16784;p54"/>
          <p:cNvGrpSpPr/>
          <p:nvPr/>
        </p:nvGrpSpPr>
        <p:grpSpPr>
          <a:xfrm>
            <a:off x="6577238" y="2457221"/>
            <a:ext cx="332019" cy="310788"/>
            <a:chOff x="6577238" y="2457221"/>
            <a:chExt cx="332019" cy="310788"/>
          </a:xfrm>
        </p:grpSpPr>
        <p:sp>
          <p:nvSpPr>
            <p:cNvPr id="16785" name="Google Shape;16785;p5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6" name="Google Shape;16786;p5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7" name="Google Shape;16787;p5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8" name="Google Shape;16788;p5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9" name="Google Shape;16789;p5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0" name="Google Shape;16790;p5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91" name="Google Shape;16791;p54"/>
          <p:cNvGrpSpPr/>
          <p:nvPr/>
        </p:nvGrpSpPr>
        <p:grpSpPr>
          <a:xfrm>
            <a:off x="2818561" y="2439778"/>
            <a:ext cx="247892" cy="346024"/>
            <a:chOff x="2818561" y="2439778"/>
            <a:chExt cx="247892" cy="346024"/>
          </a:xfrm>
        </p:grpSpPr>
        <p:sp>
          <p:nvSpPr>
            <p:cNvPr id="16792" name="Google Shape;16792;p5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3" name="Google Shape;16793;p5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4" name="Google Shape;16794;p5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5" name="Google Shape;16795;p5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6" name="Google Shape;16796;p5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7" name="Google Shape;16797;p5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8" name="Google Shape;16798;p5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9" name="Google Shape;16799;p5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0" name="Google Shape;16800;p5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1" name="Google Shape;16801;p5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2" name="Google Shape;16802;p5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3" name="Google Shape;16803;p5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04" name="Google Shape;16804;p54"/>
          <p:cNvGrpSpPr/>
          <p:nvPr/>
        </p:nvGrpSpPr>
        <p:grpSpPr>
          <a:xfrm>
            <a:off x="3207778" y="2474632"/>
            <a:ext cx="419933" cy="275170"/>
            <a:chOff x="3207778" y="2474632"/>
            <a:chExt cx="419933" cy="275170"/>
          </a:xfrm>
        </p:grpSpPr>
        <p:sp>
          <p:nvSpPr>
            <p:cNvPr id="16805" name="Google Shape;16805;p5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6" name="Google Shape;16806;p5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7" name="Google Shape;16807;p5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8" name="Google Shape;16808;p5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9" name="Google Shape;16809;p5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0" name="Google Shape;16810;p5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1" name="Google Shape;16811;p5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2" name="Google Shape;16812;p5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3" name="Google Shape;16813;p5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4" name="Google Shape;16814;p5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5" name="Google Shape;16815;p5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6" name="Google Shape;16816;p5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7" name="Google Shape;16817;p5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8" name="Google Shape;16818;p5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19" name="Google Shape;16819;p54"/>
          <p:cNvGrpSpPr/>
          <p:nvPr/>
        </p:nvGrpSpPr>
        <p:grpSpPr>
          <a:xfrm>
            <a:off x="6099375" y="2456075"/>
            <a:ext cx="337684" cy="314194"/>
            <a:chOff x="6099375" y="2456075"/>
            <a:chExt cx="337684" cy="314194"/>
          </a:xfrm>
        </p:grpSpPr>
        <p:sp>
          <p:nvSpPr>
            <p:cNvPr id="16820" name="Google Shape;16820;p5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1" name="Google Shape;16821;p5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22" name="Google Shape;16822;p54"/>
          <p:cNvGrpSpPr/>
          <p:nvPr/>
        </p:nvGrpSpPr>
        <p:grpSpPr>
          <a:xfrm>
            <a:off x="2312623" y="2468584"/>
            <a:ext cx="312698" cy="286534"/>
            <a:chOff x="2312623" y="2468584"/>
            <a:chExt cx="312698" cy="286534"/>
          </a:xfrm>
        </p:grpSpPr>
        <p:sp>
          <p:nvSpPr>
            <p:cNvPr id="16823" name="Google Shape;16823;p5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4" name="Google Shape;16824;p5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5" name="Google Shape;16825;p5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26" name="Google Shape;16826;p54"/>
          <p:cNvGrpSpPr/>
          <p:nvPr/>
        </p:nvGrpSpPr>
        <p:grpSpPr>
          <a:xfrm>
            <a:off x="5618805" y="2440924"/>
            <a:ext cx="345292" cy="342618"/>
            <a:chOff x="5618805" y="2440924"/>
            <a:chExt cx="345292" cy="342618"/>
          </a:xfrm>
        </p:grpSpPr>
        <p:sp>
          <p:nvSpPr>
            <p:cNvPr id="16827" name="Google Shape;16827;p5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8" name="Google Shape;16828;p5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9" name="Google Shape;16829;p5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0" name="Google Shape;16830;p5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1" name="Google Shape;16831;p5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32" name="Google Shape;16832;p54"/>
          <p:cNvGrpSpPr/>
          <p:nvPr/>
        </p:nvGrpSpPr>
        <p:grpSpPr>
          <a:xfrm>
            <a:off x="4653179" y="2446590"/>
            <a:ext cx="377886" cy="331255"/>
            <a:chOff x="4653179" y="2446590"/>
            <a:chExt cx="377886" cy="331255"/>
          </a:xfrm>
        </p:grpSpPr>
        <p:sp>
          <p:nvSpPr>
            <p:cNvPr id="16833" name="Google Shape;16833;p5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4" name="Google Shape;16834;p5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5" name="Google Shape;16835;p5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6" name="Google Shape;16836;p5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37" name="Google Shape;16837;p54"/>
          <p:cNvGrpSpPr/>
          <p:nvPr/>
        </p:nvGrpSpPr>
        <p:grpSpPr>
          <a:xfrm>
            <a:off x="5184517" y="2459481"/>
            <a:ext cx="252062" cy="305122"/>
            <a:chOff x="5184517" y="2459481"/>
            <a:chExt cx="252062" cy="305122"/>
          </a:xfrm>
        </p:grpSpPr>
        <p:sp>
          <p:nvSpPr>
            <p:cNvPr id="16838" name="Google Shape;16838;p5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9" name="Google Shape;16839;p5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0" name="Google Shape;16840;p5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1" name="Google Shape;16841;p5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2" name="Google Shape;16842;p5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3" name="Google Shape;16843;p5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844" name="Google Shape;16844;p54"/>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845" name="Google Shape;16845;p54"/>
          <p:cNvGrpSpPr/>
          <p:nvPr/>
        </p:nvGrpSpPr>
        <p:grpSpPr>
          <a:xfrm>
            <a:off x="6155459" y="1969108"/>
            <a:ext cx="249770" cy="363849"/>
            <a:chOff x="6155459" y="1969108"/>
            <a:chExt cx="249770" cy="363849"/>
          </a:xfrm>
        </p:grpSpPr>
        <p:sp>
          <p:nvSpPr>
            <p:cNvPr id="16846" name="Google Shape;16846;p5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7" name="Google Shape;16847;p5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8" name="Google Shape;16848;p5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9" name="Google Shape;16849;p5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0" name="Google Shape;16850;p5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1" name="Google Shape;16851;p5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2" name="Google Shape;16852;p5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3" name="Google Shape;16853;p5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4" name="Google Shape;16854;p5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55" name="Google Shape;16855;p54"/>
          <p:cNvGrpSpPr/>
          <p:nvPr/>
        </p:nvGrpSpPr>
        <p:grpSpPr>
          <a:xfrm>
            <a:off x="2280029" y="1970604"/>
            <a:ext cx="353631" cy="354395"/>
            <a:chOff x="2280029" y="1970604"/>
            <a:chExt cx="353631" cy="354395"/>
          </a:xfrm>
        </p:grpSpPr>
        <p:sp>
          <p:nvSpPr>
            <p:cNvPr id="16856" name="Google Shape;16856;p5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7" name="Google Shape;16857;p5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8" name="Google Shape;16858;p5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9" name="Google Shape;16859;p5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60" name="Google Shape;16860;p54"/>
          <p:cNvGrpSpPr/>
          <p:nvPr/>
        </p:nvGrpSpPr>
        <p:grpSpPr>
          <a:xfrm>
            <a:off x="8065100" y="2000174"/>
            <a:ext cx="255086" cy="301684"/>
            <a:chOff x="8065100" y="2000174"/>
            <a:chExt cx="255086" cy="301684"/>
          </a:xfrm>
        </p:grpSpPr>
        <p:sp>
          <p:nvSpPr>
            <p:cNvPr id="16861" name="Google Shape;16861;p5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2" name="Google Shape;16862;p5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3" name="Google Shape;16863;p5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4" name="Google Shape;16864;p5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65" name="Google Shape;16865;p54"/>
          <p:cNvGrpSpPr/>
          <p:nvPr/>
        </p:nvGrpSpPr>
        <p:grpSpPr>
          <a:xfrm>
            <a:off x="6633705" y="1969108"/>
            <a:ext cx="249420" cy="363849"/>
            <a:chOff x="6633705" y="1969108"/>
            <a:chExt cx="249420" cy="363849"/>
          </a:xfrm>
        </p:grpSpPr>
        <p:sp>
          <p:nvSpPr>
            <p:cNvPr id="16866" name="Google Shape;16866;p5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7" name="Google Shape;16867;p5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8" name="Google Shape;16868;p5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9" name="Google Shape;16869;p5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0" name="Google Shape;16870;p5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1" name="Google Shape;16871;p5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2" name="Google Shape;16872;p5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3" name="Google Shape;16873;p5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74" name="Google Shape;16874;p54"/>
          <p:cNvGrpSpPr/>
          <p:nvPr/>
        </p:nvGrpSpPr>
        <p:grpSpPr>
          <a:xfrm>
            <a:off x="5211031" y="1969108"/>
            <a:ext cx="226661" cy="363467"/>
            <a:chOff x="5211031" y="1969108"/>
            <a:chExt cx="226661" cy="363467"/>
          </a:xfrm>
        </p:grpSpPr>
        <p:sp>
          <p:nvSpPr>
            <p:cNvPr id="16875" name="Google Shape;16875;p5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6" name="Google Shape;16876;p5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77" name="Google Shape;16877;p54"/>
          <p:cNvGrpSpPr/>
          <p:nvPr/>
        </p:nvGrpSpPr>
        <p:grpSpPr>
          <a:xfrm>
            <a:off x="3712952" y="1970604"/>
            <a:ext cx="354363" cy="354395"/>
            <a:chOff x="3712952" y="1970604"/>
            <a:chExt cx="354363" cy="354395"/>
          </a:xfrm>
        </p:grpSpPr>
        <p:sp>
          <p:nvSpPr>
            <p:cNvPr id="16878" name="Google Shape;16878;p5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9" name="Google Shape;16879;p5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0" name="Google Shape;16880;p5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1" name="Google Shape;16881;p5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2" name="Google Shape;16882;p5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3" name="Google Shape;16883;p5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4" name="Google Shape;16884;p5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5" name="Google Shape;16885;p5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6" name="Google Shape;16886;p5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87" name="Google Shape;16887;p54"/>
          <p:cNvGrpSpPr/>
          <p:nvPr/>
        </p:nvGrpSpPr>
        <p:grpSpPr>
          <a:xfrm>
            <a:off x="3235438" y="1970604"/>
            <a:ext cx="354364" cy="354745"/>
            <a:chOff x="3235438" y="1970604"/>
            <a:chExt cx="354364" cy="354745"/>
          </a:xfrm>
        </p:grpSpPr>
        <p:sp>
          <p:nvSpPr>
            <p:cNvPr id="16888" name="Google Shape;16888;p5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9" name="Google Shape;16889;p5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0" name="Google Shape;16890;p5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1" name="Google Shape;16891;p5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2" name="Google Shape;16892;p5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3" name="Google Shape;16893;p5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4" name="Google Shape;16894;p5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5" name="Google Shape;16895;p5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6" name="Google Shape;16896;p5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7" name="Google Shape;16897;p5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8" name="Google Shape;16898;p5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9" name="Google Shape;16899;p5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0" name="Google Shape;16900;p5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01" name="Google Shape;16901;p54"/>
          <p:cNvGrpSpPr/>
          <p:nvPr/>
        </p:nvGrpSpPr>
        <p:grpSpPr>
          <a:xfrm>
            <a:off x="1329585" y="1989925"/>
            <a:ext cx="341473" cy="335074"/>
            <a:chOff x="1329585" y="1989925"/>
            <a:chExt cx="341473" cy="335074"/>
          </a:xfrm>
        </p:grpSpPr>
        <p:sp>
          <p:nvSpPr>
            <p:cNvPr id="16902" name="Google Shape;16902;p5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3" name="Google Shape;16903;p5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4" name="Google Shape;16904;p5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05" name="Google Shape;16905;p54"/>
          <p:cNvGrpSpPr/>
          <p:nvPr/>
        </p:nvGrpSpPr>
        <p:grpSpPr>
          <a:xfrm>
            <a:off x="5591871" y="1989906"/>
            <a:ext cx="416649" cy="325597"/>
            <a:chOff x="5626763" y="2013829"/>
            <a:chExt cx="351722" cy="274788"/>
          </a:xfrm>
        </p:grpSpPr>
        <p:sp>
          <p:nvSpPr>
            <p:cNvPr id="16906" name="Google Shape;16906;p5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7" name="Google Shape;16907;p5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8" name="Google Shape;16908;p5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9" name="Google Shape;16909;p5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0" name="Google Shape;16910;p5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1" name="Google Shape;16911;p5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2" name="Google Shape;16912;p5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3" name="Google Shape;16913;p5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4" name="Google Shape;16914;p5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5" name="Google Shape;16915;p5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16" name="Google Shape;16916;p54"/>
          <p:cNvGrpSpPr/>
          <p:nvPr/>
        </p:nvGrpSpPr>
        <p:grpSpPr>
          <a:xfrm>
            <a:off x="7576605" y="1983877"/>
            <a:ext cx="276698" cy="333133"/>
            <a:chOff x="7576605" y="1983877"/>
            <a:chExt cx="276698" cy="333133"/>
          </a:xfrm>
        </p:grpSpPr>
        <p:sp>
          <p:nvSpPr>
            <p:cNvPr id="16917" name="Google Shape;16917;p5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8" name="Google Shape;16918;p5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19" name="Google Shape;16919;p54"/>
          <p:cNvGrpSpPr/>
          <p:nvPr/>
        </p:nvGrpSpPr>
        <p:grpSpPr>
          <a:xfrm>
            <a:off x="853568" y="1975538"/>
            <a:ext cx="337334" cy="353599"/>
            <a:chOff x="853568" y="1975538"/>
            <a:chExt cx="337334" cy="353599"/>
          </a:xfrm>
        </p:grpSpPr>
        <p:sp>
          <p:nvSpPr>
            <p:cNvPr id="16920" name="Google Shape;16920;p5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1" name="Google Shape;16921;p5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2" name="Google Shape;16922;p5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3" name="Google Shape;16923;p5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24" name="Google Shape;16924;p54"/>
          <p:cNvGrpSpPr/>
          <p:nvPr/>
        </p:nvGrpSpPr>
        <p:grpSpPr>
          <a:xfrm>
            <a:off x="2770052" y="2009628"/>
            <a:ext cx="327085" cy="277079"/>
            <a:chOff x="2770052" y="2009628"/>
            <a:chExt cx="327085" cy="277079"/>
          </a:xfrm>
        </p:grpSpPr>
        <p:sp>
          <p:nvSpPr>
            <p:cNvPr id="16925" name="Google Shape;16925;p5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6" name="Google Shape;16926;p5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927" name="Google Shape;16927;p54"/>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928" name="Google Shape;16928;p54"/>
          <p:cNvGrpSpPr/>
          <p:nvPr/>
        </p:nvGrpSpPr>
        <p:grpSpPr>
          <a:xfrm>
            <a:off x="4195399" y="1970604"/>
            <a:ext cx="344879" cy="343573"/>
            <a:chOff x="4195399" y="1970604"/>
            <a:chExt cx="344879" cy="343573"/>
          </a:xfrm>
        </p:grpSpPr>
        <p:sp>
          <p:nvSpPr>
            <p:cNvPr id="16929" name="Google Shape;16929;p5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0" name="Google Shape;16930;p5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1" name="Google Shape;16931;p5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2" name="Google Shape;16932;p5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33" name="Google Shape;16933;p54"/>
          <p:cNvGrpSpPr/>
          <p:nvPr/>
        </p:nvGrpSpPr>
        <p:grpSpPr>
          <a:xfrm>
            <a:off x="4674791" y="1977447"/>
            <a:ext cx="344528" cy="344114"/>
            <a:chOff x="4674791" y="1977447"/>
            <a:chExt cx="344528" cy="344114"/>
          </a:xfrm>
        </p:grpSpPr>
        <p:sp>
          <p:nvSpPr>
            <p:cNvPr id="16934" name="Google Shape;16934;p5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5" name="Google Shape;16935;p5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6" name="Google Shape;16936;p5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7" name="Google Shape;16937;p5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8" name="Google Shape;16938;p5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9" name="Google Shape;16939;p5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0" name="Google Shape;16940;p5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1" name="Google Shape;16941;p5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2" name="Google Shape;16942;p5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3" name="Google Shape;16943;p5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4" name="Google Shape;16944;p5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5" name="Google Shape;16945;p5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6" name="Google Shape;16946;p5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7" name="Google Shape;16947;p5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8" name="Google Shape;16948;p5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9" name="Google Shape;16949;p5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0" name="Google Shape;16950;p5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1" name="Google Shape;16951;p5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2" name="Google Shape;16952;p5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3" name="Google Shape;16953;p5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4" name="Google Shape;16954;p5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5" name="Google Shape;16955;p5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6" name="Google Shape;16956;p5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7" name="Google Shape;16957;p5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8" name="Google Shape;16958;p5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9" name="Google Shape;16959;p5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60" name="Google Shape;16960;p54"/>
          <p:cNvGrpSpPr/>
          <p:nvPr/>
        </p:nvGrpSpPr>
        <p:grpSpPr>
          <a:xfrm>
            <a:off x="6083810" y="1547297"/>
            <a:ext cx="382819" cy="310788"/>
            <a:chOff x="6083810" y="1547297"/>
            <a:chExt cx="382819" cy="310788"/>
          </a:xfrm>
        </p:grpSpPr>
        <p:sp>
          <p:nvSpPr>
            <p:cNvPr id="16961" name="Google Shape;16961;p5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2" name="Google Shape;16962;p5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3" name="Google Shape;16963;p5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4" name="Google Shape;16964;p5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5" name="Google Shape;16965;p5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6" name="Google Shape;16966;p5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7" name="Google Shape;16967;p5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8" name="Google Shape;16968;p5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9" name="Google Shape;16969;p5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0" name="Google Shape;16970;p5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1" name="Google Shape;16971;p5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2" name="Google Shape;16972;p5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3" name="Google Shape;16973;p5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4" name="Google Shape;16974;p5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5" name="Google Shape;16975;p5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6" name="Google Shape;16976;p5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7" name="Google Shape;16977;p5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8" name="Google Shape;16978;p5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79" name="Google Shape;16979;p54"/>
          <p:cNvGrpSpPr/>
          <p:nvPr/>
        </p:nvGrpSpPr>
        <p:grpSpPr>
          <a:xfrm>
            <a:off x="6558300" y="1538193"/>
            <a:ext cx="382788" cy="328613"/>
            <a:chOff x="6558300" y="1538193"/>
            <a:chExt cx="382788" cy="328613"/>
          </a:xfrm>
        </p:grpSpPr>
        <p:sp>
          <p:nvSpPr>
            <p:cNvPr id="16980" name="Google Shape;16980;p5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1" name="Google Shape;16981;p5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82" name="Google Shape;16982;p54"/>
          <p:cNvGrpSpPr/>
          <p:nvPr/>
        </p:nvGrpSpPr>
        <p:grpSpPr>
          <a:xfrm>
            <a:off x="5194002" y="1511297"/>
            <a:ext cx="259605" cy="346024"/>
            <a:chOff x="5194002" y="1511297"/>
            <a:chExt cx="259605" cy="346024"/>
          </a:xfrm>
        </p:grpSpPr>
        <p:sp>
          <p:nvSpPr>
            <p:cNvPr id="16983" name="Google Shape;16983;p5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4" name="Google Shape;16984;p5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5" name="Google Shape;16985;p5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6" name="Google Shape;16986;p5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87" name="Google Shape;16987;p54"/>
          <p:cNvGrpSpPr/>
          <p:nvPr/>
        </p:nvGrpSpPr>
        <p:grpSpPr>
          <a:xfrm>
            <a:off x="1394741" y="1512061"/>
            <a:ext cx="252444" cy="351722"/>
            <a:chOff x="1394741" y="1512061"/>
            <a:chExt cx="252444" cy="351722"/>
          </a:xfrm>
        </p:grpSpPr>
        <p:sp>
          <p:nvSpPr>
            <p:cNvPr id="16988" name="Google Shape;16988;p5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9" name="Google Shape;16989;p5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0" name="Google Shape;16990;p5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1" name="Google Shape;16991;p5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2" name="Google Shape;16992;p5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3" name="Google Shape;16993;p5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4" name="Google Shape;16994;p5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5" name="Google Shape;16995;p5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6" name="Google Shape;16996;p5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7" name="Google Shape;16997;p5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8" name="Google Shape;16998;p5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9" name="Google Shape;16999;p5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0" name="Google Shape;17000;p5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1" name="Google Shape;17001;p5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2" name="Google Shape;17002;p5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3" name="Google Shape;17003;p5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4" name="Google Shape;17004;p5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05" name="Google Shape;17005;p54"/>
          <p:cNvGrpSpPr/>
          <p:nvPr/>
        </p:nvGrpSpPr>
        <p:grpSpPr>
          <a:xfrm>
            <a:off x="855096" y="1504485"/>
            <a:ext cx="380909" cy="339594"/>
            <a:chOff x="855096" y="1504485"/>
            <a:chExt cx="380909" cy="339594"/>
          </a:xfrm>
        </p:grpSpPr>
        <p:sp>
          <p:nvSpPr>
            <p:cNvPr id="17006" name="Google Shape;17006;p5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7" name="Google Shape;17007;p5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8" name="Google Shape;17008;p5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9" name="Google Shape;17009;p5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0" name="Google Shape;17010;p5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11" name="Google Shape;17011;p54"/>
          <p:cNvGrpSpPr/>
          <p:nvPr/>
        </p:nvGrpSpPr>
        <p:grpSpPr>
          <a:xfrm>
            <a:off x="1819576" y="1511679"/>
            <a:ext cx="352103" cy="352103"/>
            <a:chOff x="1819576" y="1511679"/>
            <a:chExt cx="352103" cy="352103"/>
          </a:xfrm>
        </p:grpSpPr>
        <p:sp>
          <p:nvSpPr>
            <p:cNvPr id="17012" name="Google Shape;17012;p5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3" name="Google Shape;17013;p5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4" name="Google Shape;17014;p5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5" name="Google Shape;17015;p5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16" name="Google Shape;17016;p54"/>
          <p:cNvGrpSpPr/>
          <p:nvPr/>
        </p:nvGrpSpPr>
        <p:grpSpPr>
          <a:xfrm>
            <a:off x="5621097" y="1500761"/>
            <a:ext cx="371424" cy="355446"/>
            <a:chOff x="5621097" y="1500761"/>
            <a:chExt cx="371424" cy="355446"/>
          </a:xfrm>
        </p:grpSpPr>
        <p:sp>
          <p:nvSpPr>
            <p:cNvPr id="17017" name="Google Shape;17017;p5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8" name="Google Shape;17018;p5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19" name="Google Shape;17019;p54"/>
          <p:cNvGrpSpPr/>
          <p:nvPr/>
        </p:nvGrpSpPr>
        <p:grpSpPr>
          <a:xfrm>
            <a:off x="4670239" y="1541599"/>
            <a:ext cx="359679" cy="321833"/>
            <a:chOff x="4670239" y="1541599"/>
            <a:chExt cx="359679" cy="321833"/>
          </a:xfrm>
        </p:grpSpPr>
        <p:sp>
          <p:nvSpPr>
            <p:cNvPr id="17020" name="Google Shape;17020;p5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1" name="Google Shape;17021;p5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2" name="Google Shape;17022;p5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3" name="Google Shape;17023;p5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4" name="Google Shape;17024;p5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25" name="Google Shape;17025;p54"/>
          <p:cNvGrpSpPr/>
          <p:nvPr/>
        </p:nvGrpSpPr>
        <p:grpSpPr>
          <a:xfrm>
            <a:off x="4212429" y="1502385"/>
            <a:ext cx="321037" cy="353822"/>
            <a:chOff x="4212429" y="1502385"/>
            <a:chExt cx="321037" cy="353822"/>
          </a:xfrm>
        </p:grpSpPr>
        <p:sp>
          <p:nvSpPr>
            <p:cNvPr id="17026" name="Google Shape;17026;p5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7" name="Google Shape;17027;p5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8" name="Google Shape;17028;p5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9" name="Google Shape;17029;p5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30" name="Google Shape;17030;p54"/>
          <p:cNvGrpSpPr/>
          <p:nvPr/>
        </p:nvGrpSpPr>
        <p:grpSpPr>
          <a:xfrm>
            <a:off x="2302788" y="1505981"/>
            <a:ext cx="336188" cy="335425"/>
            <a:chOff x="2302788" y="1505981"/>
            <a:chExt cx="336188" cy="335425"/>
          </a:xfrm>
        </p:grpSpPr>
        <p:sp>
          <p:nvSpPr>
            <p:cNvPr id="17031" name="Google Shape;17031;p5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2" name="Google Shape;17032;p5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3" name="Google Shape;17033;p5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4" name="Google Shape;17034;p5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5" name="Google Shape;17035;p5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6" name="Google Shape;17036;p5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7" name="Google Shape;17037;p5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8" name="Google Shape;17038;p5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9" name="Google Shape;17039;p5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0" name="Google Shape;17040;p5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1" name="Google Shape;17041;p5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2" name="Google Shape;17042;p5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3" name="Google Shape;17043;p5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4" name="Google Shape;17044;p5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5" name="Google Shape;17045;p5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6" name="Google Shape;17046;p5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7" name="Google Shape;17047;p5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48" name="Google Shape;17048;p54"/>
          <p:cNvGrpSpPr/>
          <p:nvPr/>
        </p:nvGrpSpPr>
        <p:grpSpPr>
          <a:xfrm>
            <a:off x="2780301" y="1521896"/>
            <a:ext cx="333133" cy="321038"/>
            <a:chOff x="2780301" y="1521896"/>
            <a:chExt cx="333133" cy="321038"/>
          </a:xfrm>
        </p:grpSpPr>
        <p:sp>
          <p:nvSpPr>
            <p:cNvPr id="17049" name="Google Shape;17049;p5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0" name="Google Shape;17050;p5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1" name="Google Shape;17051;p5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2" name="Google Shape;17052;p5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3" name="Google Shape;17053;p5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4" name="Google Shape;17054;p5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5" name="Google Shape;17055;p5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6" name="Google Shape;17056;p5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7" name="Google Shape;17057;p5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8" name="Google Shape;17058;p5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9" name="Google Shape;17059;p5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0" name="Google Shape;17060;p5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1" name="Google Shape;17061;p5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2" name="Google Shape;17062;p5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3" name="Google Shape;17063;p5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4" name="Google Shape;17064;p5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5" name="Google Shape;17065;p5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6" name="Google Shape;17066;p5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7" name="Google Shape;17067;p5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8" name="Google Shape;17068;p5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069" name="Google Shape;17069;p5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0" name="Google Shape;17070;p5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1" name="Google Shape;17071;p5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072" name="Google Shape;17072;p54"/>
          <p:cNvGrpSpPr/>
          <p:nvPr/>
        </p:nvGrpSpPr>
        <p:grpSpPr>
          <a:xfrm>
            <a:off x="3316159" y="1515085"/>
            <a:ext cx="211893" cy="339594"/>
            <a:chOff x="3316159" y="1515085"/>
            <a:chExt cx="211893" cy="339594"/>
          </a:xfrm>
        </p:grpSpPr>
        <p:sp>
          <p:nvSpPr>
            <p:cNvPr id="17073" name="Google Shape;17073;p5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4" name="Google Shape;17074;p5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5" name="Google Shape;17075;p5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6" name="Google Shape;17076;p5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7" name="Google Shape;17077;p5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8" name="Google Shape;17078;p5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79" name="Google Shape;17079;p54"/>
          <p:cNvGrpSpPr/>
          <p:nvPr/>
        </p:nvGrpSpPr>
        <p:grpSpPr>
          <a:xfrm>
            <a:off x="3716358" y="1544655"/>
            <a:ext cx="361971" cy="314958"/>
            <a:chOff x="3716358" y="1544655"/>
            <a:chExt cx="361971" cy="314958"/>
          </a:xfrm>
        </p:grpSpPr>
        <p:sp>
          <p:nvSpPr>
            <p:cNvPr id="17080" name="Google Shape;17080;p5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1" name="Google Shape;17081;p5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2" name="Google Shape;17082;p5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3" name="Google Shape;17083;p5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4" name="Google Shape;17084;p5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085" name="Google Shape;17085;p54"/>
            <p:cNvGrpSpPr/>
            <p:nvPr/>
          </p:nvGrpSpPr>
          <p:grpSpPr>
            <a:xfrm>
              <a:off x="3716358" y="1544655"/>
              <a:ext cx="361971" cy="314958"/>
              <a:chOff x="3716358" y="1544655"/>
              <a:chExt cx="361971" cy="314958"/>
            </a:xfrm>
          </p:grpSpPr>
          <p:sp>
            <p:nvSpPr>
              <p:cNvPr id="17086" name="Google Shape;17086;p5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7" name="Google Shape;17087;p5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8" name="Google Shape;17088;p5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9" name="Google Shape;17089;p5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0" name="Google Shape;17090;p5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7091" name="Google Shape;17091;p54"/>
          <p:cNvGrpSpPr/>
          <p:nvPr/>
        </p:nvGrpSpPr>
        <p:grpSpPr>
          <a:xfrm>
            <a:off x="7011924" y="1557552"/>
            <a:ext cx="499533" cy="305136"/>
            <a:chOff x="7009649" y="1541981"/>
            <a:chExt cx="524940" cy="320655"/>
          </a:xfrm>
        </p:grpSpPr>
        <p:sp>
          <p:nvSpPr>
            <p:cNvPr id="17092" name="Google Shape;17092;p5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3" name="Google Shape;17093;p5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4" name="Google Shape;17094;p5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5" name="Google Shape;17095;p5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6" name="Google Shape;17096;p5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7" name="Google Shape;17097;p5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8" name="Google Shape;17098;p5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9" name="Google Shape;17099;p5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00" name="Google Shape;17100;p54"/>
          <p:cNvGrpSpPr/>
          <p:nvPr/>
        </p:nvGrpSpPr>
        <p:grpSpPr>
          <a:xfrm>
            <a:off x="8034034" y="1518109"/>
            <a:ext cx="282746" cy="340358"/>
            <a:chOff x="8034034" y="1518109"/>
            <a:chExt cx="282746" cy="340358"/>
          </a:xfrm>
        </p:grpSpPr>
        <p:sp>
          <p:nvSpPr>
            <p:cNvPr id="17101" name="Google Shape;17101;p5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2" name="Google Shape;17102;p5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3" name="Google Shape;17103;p5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4" name="Google Shape;17104;p5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05" name="Google Shape;17105;p54"/>
          <p:cNvGrpSpPr/>
          <p:nvPr/>
        </p:nvGrpSpPr>
        <p:grpSpPr>
          <a:xfrm>
            <a:off x="7582302" y="1499934"/>
            <a:ext cx="369133" cy="360411"/>
            <a:chOff x="7582302" y="1499934"/>
            <a:chExt cx="369133" cy="360411"/>
          </a:xfrm>
        </p:grpSpPr>
        <p:sp>
          <p:nvSpPr>
            <p:cNvPr id="17106" name="Google Shape;17106;p5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7" name="Google Shape;17107;p5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8" name="Google Shape;17108;p5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9" name="Google Shape;17109;p5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0" name="Google Shape;17110;p5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114" name="Shape 17114"/>
        <p:cNvGrpSpPr/>
        <p:nvPr/>
      </p:nvGrpSpPr>
      <p:grpSpPr>
        <a:xfrm>
          <a:off x="0" y="0"/>
          <a:ext cx="0" cy="0"/>
          <a:chOff x="0" y="0"/>
          <a:chExt cx="0" cy="0"/>
        </a:xfrm>
      </p:grpSpPr>
      <p:pic>
        <p:nvPicPr>
          <p:cNvPr id="17115" name="Google Shape;17115;p55">
            <a:hlinkClick r:id="rId3"/>
          </p:cNvPr>
          <p:cNvPicPr preferRelativeResize="0"/>
          <p:nvPr/>
        </p:nvPicPr>
        <p:blipFill rotWithShape="1">
          <a:blip r:embed="rId4">
            <a:alphaModFix/>
          </a:blip>
          <a:srcRect b="0" l="0" r="0" t="0"/>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Livine Meeting by Slidesgo">
  <a:themeElements>
    <a:clrScheme name="Simple Light">
      <a:dk1>
        <a:srgbClr val="000000"/>
      </a:dk1>
      <a:lt1>
        <a:srgbClr val="FFFFFF"/>
      </a:lt1>
      <a:dk2>
        <a:srgbClr val="595959"/>
      </a:dk2>
      <a:lt2>
        <a:srgbClr val="EEEEEE"/>
      </a:lt2>
      <a:accent1>
        <a:srgbClr val="27316F"/>
      </a:accent1>
      <a:accent2>
        <a:srgbClr val="75C4C0"/>
      </a:accent2>
      <a:accent3>
        <a:srgbClr val="FFC800"/>
      </a:accent3>
      <a:accent4>
        <a:srgbClr val="595959"/>
      </a:accent4>
      <a:accent5>
        <a:srgbClr val="C2C2C2"/>
      </a:accent5>
      <a:accent6>
        <a:srgbClr val="F2F2F2"/>
      </a:accent6>
      <a:hlink>
        <a:srgbClr val="75C4C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Livine Meeting by Slidesgo">
  <a:themeElements>
    <a:clrScheme name="Simple Light">
      <a:dk1>
        <a:srgbClr val="000000"/>
      </a:dk1>
      <a:lt1>
        <a:srgbClr val="FFFFFF"/>
      </a:lt1>
      <a:dk2>
        <a:srgbClr val="595959"/>
      </a:dk2>
      <a:lt2>
        <a:srgbClr val="EEEEEE"/>
      </a:lt2>
      <a:accent1>
        <a:srgbClr val="27316F"/>
      </a:accent1>
      <a:accent2>
        <a:srgbClr val="75C4C0"/>
      </a:accent2>
      <a:accent3>
        <a:srgbClr val="FFC800"/>
      </a:accent3>
      <a:accent4>
        <a:srgbClr val="595959"/>
      </a:accent4>
      <a:accent5>
        <a:srgbClr val="C2C2C2"/>
      </a:accent5>
      <a:accent6>
        <a:srgbClr val="F2F2F2"/>
      </a:accent6>
      <a:hlink>
        <a:srgbClr val="75C4C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file>